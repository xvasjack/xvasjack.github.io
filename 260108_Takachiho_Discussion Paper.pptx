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5.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6.xml" ContentType="application/vnd.openxmlformats-officedocument.presentationml.tags+xml"/>
  <Override PartName="/ppt/notesSlides/notesSlide2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ags/tag7.xml" ContentType="application/vnd.openxmlformats-officedocument.presentationml.tags+xml"/>
  <Override PartName="/ppt/notesSlides/notesSlide2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7.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ags/tag8.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9.xml" ContentType="application/vnd.openxmlformats-officedocument.presentationml.tags+xml"/>
  <Override PartName="/ppt/notesSlides/notesSlide37.xml" ContentType="application/vnd.openxmlformats-officedocument.presentationml.notesSlide+xml"/>
  <Override PartName="/ppt/tags/tag10.xml" ContentType="application/vnd.openxmlformats-officedocument.presentationml.tags+xml"/>
  <Override PartName="/ppt/notesSlides/notesSlide38.xml" ContentType="application/vnd.openxmlformats-officedocument.presentationml.notesSlide+xml"/>
  <Override PartName="/ppt/tags/tag11.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2.xml" ContentType="application/vnd.openxmlformats-officedocument.presentationml.tags+xml"/>
  <Override PartName="/ppt/notesSlides/notesSlide42.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ags/tag13.xml" ContentType="application/vnd.openxmlformats-officedocument.presentationml.tags+xml"/>
  <Override PartName="/ppt/notesSlides/notesSlide43.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44.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3"/>
  </p:notesMasterIdLst>
  <p:sldIdLst>
    <p:sldId id="262" r:id="rId5"/>
    <p:sldId id="2147480761" r:id="rId6"/>
    <p:sldId id="2147480711" r:id="rId7"/>
    <p:sldId id="2147480709" r:id="rId8"/>
    <p:sldId id="2147480710" r:id="rId9"/>
    <p:sldId id="2147480762" r:id="rId10"/>
    <p:sldId id="2147480763" r:id="rId11"/>
    <p:sldId id="257" r:id="rId12"/>
    <p:sldId id="258" r:id="rId13"/>
    <p:sldId id="259" r:id="rId14"/>
    <p:sldId id="260" r:id="rId15"/>
    <p:sldId id="261" r:id="rId16"/>
    <p:sldId id="2147480726" r:id="rId17"/>
    <p:sldId id="263" r:id="rId18"/>
    <p:sldId id="2147480749" r:id="rId19"/>
    <p:sldId id="265" r:id="rId20"/>
    <p:sldId id="266" r:id="rId21"/>
    <p:sldId id="267" r:id="rId22"/>
    <p:sldId id="268" r:id="rId23"/>
    <p:sldId id="270" r:id="rId24"/>
    <p:sldId id="2147480764" r:id="rId25"/>
    <p:sldId id="2147480779" r:id="rId26"/>
    <p:sldId id="2147480765" r:id="rId27"/>
    <p:sldId id="2147480766" r:id="rId28"/>
    <p:sldId id="271" r:id="rId29"/>
    <p:sldId id="2147480767" r:id="rId30"/>
    <p:sldId id="2147480760" r:id="rId31"/>
    <p:sldId id="2147480781" r:id="rId32"/>
    <p:sldId id="2147480768" r:id="rId33"/>
    <p:sldId id="2147480782" r:id="rId34"/>
    <p:sldId id="273" r:id="rId35"/>
    <p:sldId id="274" r:id="rId36"/>
    <p:sldId id="275" r:id="rId37"/>
    <p:sldId id="276" r:id="rId38"/>
    <p:sldId id="277" r:id="rId39"/>
    <p:sldId id="2147480727" r:id="rId40"/>
    <p:sldId id="279" r:id="rId41"/>
    <p:sldId id="2147480769" r:id="rId42"/>
    <p:sldId id="2147480771" r:id="rId43"/>
    <p:sldId id="2147480772" r:id="rId44"/>
    <p:sldId id="280" r:id="rId45"/>
    <p:sldId id="281" r:id="rId46"/>
    <p:sldId id="2147480773" r:id="rId47"/>
    <p:sldId id="2147480774" r:id="rId48"/>
    <p:sldId id="282" r:id="rId49"/>
    <p:sldId id="283" r:id="rId50"/>
    <p:sldId id="2147480783" r:id="rId51"/>
    <p:sldId id="2147480729" r:id="rId52"/>
    <p:sldId id="2147480730" r:id="rId53"/>
    <p:sldId id="2147480731" r:id="rId54"/>
    <p:sldId id="2147480776" r:id="rId55"/>
    <p:sldId id="2147480733" r:id="rId56"/>
    <p:sldId id="2147480734" r:id="rId57"/>
    <p:sldId id="2147480735" r:id="rId58"/>
    <p:sldId id="2147480736" r:id="rId59"/>
    <p:sldId id="2147480737" r:id="rId60"/>
    <p:sldId id="2147480738" r:id="rId61"/>
    <p:sldId id="2147480739" r:id="rId62"/>
    <p:sldId id="2147480777" r:id="rId63"/>
    <p:sldId id="2147480740" r:id="rId64"/>
    <p:sldId id="2147480741" r:id="rId65"/>
    <p:sldId id="2147480742" r:id="rId66"/>
    <p:sldId id="2147480743" r:id="rId67"/>
    <p:sldId id="2147480744" r:id="rId68"/>
    <p:sldId id="2147480745" r:id="rId69"/>
    <p:sldId id="2147480780" r:id="rId70"/>
    <p:sldId id="2147480747" r:id="rId71"/>
    <p:sldId id="2147480778" r:id="rId72"/>
  </p:sldIdLst>
  <p:sldSz cx="12192000" cy="6858000"/>
  <p:notesSz cx="7315200" cy="9601200"/>
  <p:custDataLst>
    <p:tags r:id="rId74"/>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510B62C-A3D7-A48B-3EA1-45ADE70B9977}" name="Jessada Tantidilokkul" initials="JT" userId="S::jessada.t@ycp.com::22a0b2fb-a140-41c1-859c-f0bcdf739709" providerId="AD"/>
  <p188:author id="{19A6B880-28BF-A121-9E5E-A95199ADB849}" name="Mickael Feige" initials="MF" userId="Mickael Feige" providerId="None"/>
  <p188:author id="{D42E1BEB-19C3-2EE0-706B-B3292742C0FA}" name="Anna Rellama" initials="AR" userId="Anna Rellam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7FFF"/>
    <a:srgbClr val="1524A9"/>
    <a:srgbClr val="000000"/>
    <a:srgbClr val="91BEFF"/>
    <a:srgbClr val="011AB7"/>
    <a:srgbClr val="FFFF00"/>
    <a:srgbClr val="D3E5FF"/>
    <a:srgbClr val="FFFFFF"/>
    <a:srgbClr val="99CCFF"/>
    <a:srgbClr val="CCE5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D0C55A-7E08-4A1A-82B4-D0C8525C5EF3}" v="19002" dt="2026-01-10T05:22:20.541"/>
    <p1510:client id="{61C9DB37-1B26-43DA-B91B-075CA87D53C2}" v="9" dt="2026-01-09T18:11:22.752"/>
    <p1510:client id="{6AC739B7-2023-C84E-9F87-A22416288719}" v="2056" dt="2026-01-09T16:49:21.69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showGuides="1">
      <p:cViewPr varScale="1">
        <p:scale>
          <a:sx n="92" d="100"/>
          <a:sy n="92" d="100"/>
        </p:scale>
        <p:origin x="23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tags" Target="tags/tag1.xml"/><Relationship Id="rId79"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78" Type="http://schemas.openxmlformats.org/officeDocument/2006/relationships/tableStyles" Target="tableStyles.xml"/><Relationship Id="rId8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nnaros Lertchai" userId="S::pannaros.l@ycp.com::e603b5ad-0aa8-4f83-b111-226af2a13199" providerId="AD" clId="Web-{54DC1A8C-B5B2-2F9B-3C9C-56BD27D005DC}"/>
    <pc:docChg chg="addSld delSld modSld">
      <pc:chgData name="Pannaros Lertchai" userId="S::pannaros.l@ycp.com::e603b5ad-0aa8-4f83-b111-226af2a13199" providerId="AD" clId="Web-{54DC1A8C-B5B2-2F9B-3C9C-56BD27D005DC}" dt="2025-12-17T00:28:32.668" v="35" actId="20577"/>
      <pc:docMkLst>
        <pc:docMk/>
      </pc:docMkLst>
    </pc:docChg>
  </pc:docChgLst>
  <pc:docChgLst>
    <pc:chgData name="Kunio Shimizu" userId="d6ffaf06-55aa-471b-93a5-1523f2705a36" providerId="ADAL" clId="{B98E6E27-A572-58AB-8799-8DFA70F73F8A}"/>
    <pc:docChg chg="undo redo custSel addSld delSld modSld">
      <pc:chgData name="Kunio Shimizu" userId="d6ffaf06-55aa-471b-93a5-1523f2705a36" providerId="ADAL" clId="{B98E6E27-A572-58AB-8799-8DFA70F73F8A}" dt="2025-12-26T11:11:24.811" v="941" actId="20577"/>
      <pc:docMkLst>
        <pc:docMk/>
      </pc:docMkLst>
      <pc:sldChg chg="modSp mod">
        <pc:chgData name="Kunio Shimizu" userId="d6ffaf06-55aa-471b-93a5-1523f2705a36" providerId="ADAL" clId="{B98E6E27-A572-58AB-8799-8DFA70F73F8A}" dt="2025-12-26T09:32:36.409" v="72" actId="20577"/>
        <pc:sldMkLst>
          <pc:docMk/>
          <pc:sldMk cId="2331318179" sldId="262"/>
        </pc:sldMkLst>
        <pc:spChg chg="mod">
          <ac:chgData name="Kunio Shimizu" userId="d6ffaf06-55aa-471b-93a5-1523f2705a36" providerId="ADAL" clId="{B98E6E27-A572-58AB-8799-8DFA70F73F8A}" dt="2025-12-26T09:32:36.409" v="72" actId="20577"/>
          <ac:spMkLst>
            <pc:docMk/>
            <pc:sldMk cId="2331318179" sldId="262"/>
            <ac:spMk id="2" creationId="{107A3768-D323-C3EC-4A32-DF05EBC9EA2D}"/>
          </ac:spMkLst>
        </pc:spChg>
      </pc:sldChg>
      <pc:sldChg chg="addSp delSp modSp mod">
        <pc:chgData name="Kunio Shimizu" userId="d6ffaf06-55aa-471b-93a5-1523f2705a36" providerId="ADAL" clId="{B98E6E27-A572-58AB-8799-8DFA70F73F8A}" dt="2025-12-26T10:09:52.958" v="722" actId="2711"/>
        <pc:sldMkLst>
          <pc:docMk/>
          <pc:sldMk cId="3564725210" sldId="2147480709"/>
        </pc:sldMkLst>
        <pc:spChg chg="mod">
          <ac:chgData name="Kunio Shimizu" userId="d6ffaf06-55aa-471b-93a5-1523f2705a36" providerId="ADAL" clId="{B98E6E27-A572-58AB-8799-8DFA70F73F8A}" dt="2025-12-26T10:09:52.958" v="722" actId="2711"/>
          <ac:spMkLst>
            <pc:docMk/>
            <pc:sldMk cId="3564725210" sldId="2147480709"/>
            <ac:spMk id="5" creationId="{7EEAC9F9-0FD0-BCC2-AF5C-E6DA67B39CE6}"/>
          </ac:spMkLst>
        </pc:spChg>
        <pc:spChg chg="add mod">
          <ac:chgData name="Kunio Shimizu" userId="d6ffaf06-55aa-471b-93a5-1523f2705a36" providerId="ADAL" clId="{B98E6E27-A572-58AB-8799-8DFA70F73F8A}" dt="2025-12-26T09:51:27.035" v="436"/>
          <ac:spMkLst>
            <pc:docMk/>
            <pc:sldMk cId="3564725210" sldId="2147480709"/>
            <ac:spMk id="6" creationId="{4021C1DF-E06B-76DE-77C4-22A495EAEB39}"/>
          </ac:spMkLst>
        </pc:spChg>
        <pc:graphicFrameChg chg="mod modGraphic">
          <ac:chgData name="Kunio Shimizu" userId="d6ffaf06-55aa-471b-93a5-1523f2705a36" providerId="ADAL" clId="{B98E6E27-A572-58AB-8799-8DFA70F73F8A}" dt="2025-12-26T10:09:41.373" v="721" actId="14100"/>
          <ac:graphicFrameMkLst>
            <pc:docMk/>
            <pc:sldMk cId="3564725210" sldId="2147480709"/>
            <ac:graphicFrameMk id="8" creationId="{DB15C663-847F-2DB8-AF20-10E7B6EC3BD3}"/>
          </ac:graphicFrameMkLst>
        </pc:graphicFrameChg>
      </pc:sldChg>
      <pc:sldChg chg="addSp delSp modSp mod">
        <pc:chgData name="Kunio Shimizu" userId="d6ffaf06-55aa-471b-93a5-1523f2705a36" providerId="ADAL" clId="{B98E6E27-A572-58AB-8799-8DFA70F73F8A}" dt="2025-12-26T10:12:19.375" v="786" actId="14100"/>
        <pc:sldMkLst>
          <pc:docMk/>
          <pc:sldMk cId="3809545707" sldId="2147480710"/>
        </pc:sldMkLst>
        <pc:spChg chg="mod">
          <ac:chgData name="Kunio Shimizu" userId="d6ffaf06-55aa-471b-93a5-1523f2705a36" providerId="ADAL" clId="{B98E6E27-A572-58AB-8799-8DFA70F73F8A}" dt="2025-12-26T10:10:11.726" v="724" actId="2711"/>
          <ac:spMkLst>
            <pc:docMk/>
            <pc:sldMk cId="3809545707" sldId="2147480710"/>
            <ac:spMk id="5" creationId="{E3C5D89E-188D-7B36-47D0-C711C52D6246}"/>
          </ac:spMkLst>
        </pc:spChg>
        <pc:spChg chg="add mod">
          <ac:chgData name="Kunio Shimizu" userId="d6ffaf06-55aa-471b-93a5-1523f2705a36" providerId="ADAL" clId="{B98E6E27-A572-58AB-8799-8DFA70F73F8A}" dt="2025-12-26T09:51:30.259" v="438"/>
          <ac:spMkLst>
            <pc:docMk/>
            <pc:sldMk cId="3809545707" sldId="2147480710"/>
            <ac:spMk id="6" creationId="{02481C0D-234D-64AD-882F-6110B867FE35}"/>
          </ac:spMkLst>
        </pc:spChg>
        <pc:graphicFrameChg chg="mod modGraphic">
          <ac:chgData name="Kunio Shimizu" userId="d6ffaf06-55aa-471b-93a5-1523f2705a36" providerId="ADAL" clId="{B98E6E27-A572-58AB-8799-8DFA70F73F8A}" dt="2025-12-26T10:12:19.375" v="786" actId="14100"/>
          <ac:graphicFrameMkLst>
            <pc:docMk/>
            <pc:sldMk cId="3809545707" sldId="2147480710"/>
            <ac:graphicFrameMk id="8" creationId="{533C2AE7-3B1E-FAC1-0DE3-82D855348CA9}"/>
          </ac:graphicFrameMkLst>
        </pc:graphicFrameChg>
      </pc:sldChg>
      <pc:sldChg chg="addSp delSp modSp mod">
        <pc:chgData name="Kunio Shimizu" userId="d6ffaf06-55aa-471b-93a5-1523f2705a36" providerId="ADAL" clId="{B98E6E27-A572-58AB-8799-8DFA70F73F8A}" dt="2025-12-26T10:09:57.701" v="723" actId="2711"/>
        <pc:sldMkLst>
          <pc:docMk/>
          <pc:sldMk cId="2436066934" sldId="2147480711"/>
        </pc:sldMkLst>
        <pc:spChg chg="mod">
          <ac:chgData name="Kunio Shimizu" userId="d6ffaf06-55aa-471b-93a5-1523f2705a36" providerId="ADAL" clId="{B98E6E27-A572-58AB-8799-8DFA70F73F8A}" dt="2025-12-26T10:09:57.701" v="723" actId="2711"/>
          <ac:spMkLst>
            <pc:docMk/>
            <pc:sldMk cId="2436066934" sldId="2147480711"/>
            <ac:spMk id="5" creationId="{3321CA26-5828-C614-46F8-4701C16D7C22}"/>
          </ac:spMkLst>
        </pc:spChg>
        <pc:spChg chg="add mod">
          <ac:chgData name="Kunio Shimizu" userId="d6ffaf06-55aa-471b-93a5-1523f2705a36" providerId="ADAL" clId="{B98E6E27-A572-58AB-8799-8DFA70F73F8A}" dt="2025-12-26T09:51:23.709" v="434"/>
          <ac:spMkLst>
            <pc:docMk/>
            <pc:sldMk cId="2436066934" sldId="2147480711"/>
            <ac:spMk id="6" creationId="{676029FF-62EC-06FC-692D-C5341BDEA563}"/>
          </ac:spMkLst>
        </pc:spChg>
        <pc:graphicFrameChg chg="mod modGraphic">
          <ac:chgData name="Kunio Shimizu" userId="d6ffaf06-55aa-471b-93a5-1523f2705a36" providerId="ADAL" clId="{B98E6E27-A572-58AB-8799-8DFA70F73F8A}" dt="2025-12-26T09:56:11.586" v="524" actId="14100"/>
          <ac:graphicFrameMkLst>
            <pc:docMk/>
            <pc:sldMk cId="2436066934" sldId="2147480711"/>
            <ac:graphicFrameMk id="8" creationId="{1B8D047B-7AFA-5ECB-941F-D5628F7BF9F0}"/>
          </ac:graphicFrameMkLst>
        </pc:graphicFrameChg>
      </pc:sldChg>
    </pc:docChg>
  </pc:docChgLst>
  <pc:docChgLst>
    <pc:chgData name="Pannaros Lertchai" userId="S::pannaros.l@ycp.com::e603b5ad-0aa8-4f83-b111-226af2a13199" providerId="AD" clId="Web-{65BC50D4-A5ED-5E85-2E11-5813839ED62E}"/>
    <pc:docChg chg="modSld">
      <pc:chgData name="Pannaros Lertchai" userId="S::pannaros.l@ycp.com::e603b5ad-0aa8-4f83-b111-226af2a13199" providerId="AD" clId="Web-{65BC50D4-A5ED-5E85-2E11-5813839ED62E}" dt="2025-12-17T11:05:23.927" v="1"/>
      <pc:docMkLst>
        <pc:docMk/>
      </pc:docMkLst>
    </pc:docChg>
  </pc:docChgLst>
  <pc:docChgLst>
    <pc:chgData name="Gary Murakami" userId="d419d4ba-09b1-43c4-8d75-fbde53fd6fe7" providerId="ADAL" clId="{BD050EA7-3D8A-499D-8BD4-C72FECFE8589}"/>
    <pc:docChg chg="modSld">
      <pc:chgData name="Gary Murakami" userId="d419d4ba-09b1-43c4-8d75-fbde53fd6fe7" providerId="ADAL" clId="{BD050EA7-3D8A-499D-8BD4-C72FECFE8589}" dt="2025-12-18T01:48:59.371" v="0" actId="20577"/>
      <pc:docMkLst>
        <pc:docMk/>
      </pc:docMkLst>
    </pc:docChg>
  </pc:docChgLst>
  <pc:docChgLst>
    <pc:chgData name="Kunio Shimizu" userId="S::kunio.shimizu@ycp.com::d6ffaf06-55aa-471b-93a5-1523f2705a36" providerId="AD" clId="Web-{2AD60704-7618-ADF4-B3E8-2924F3DCF3C8}"/>
    <pc:docChg chg="modSld">
      <pc:chgData name="Kunio Shimizu" userId="S::kunio.shimizu@ycp.com::d6ffaf06-55aa-471b-93a5-1523f2705a36" providerId="AD" clId="Web-{2AD60704-7618-ADF4-B3E8-2924F3DCF3C8}" dt="2025-12-18T07:35:28.914" v="3"/>
      <pc:docMkLst>
        <pc:docMk/>
      </pc:docMkLst>
    </pc:docChg>
  </pc:docChgLst>
  <pc:docChgLst>
    <pc:chgData name="Gary Murakami" userId="d419d4ba-09b1-43c4-8d75-fbde53fd6fe7" providerId="ADAL" clId="{362D8B37-69C9-4D79-A7E3-F330353AE099}"/>
    <pc:docChg chg="modSld">
      <pc:chgData name="Gary Murakami" userId="d419d4ba-09b1-43c4-8d75-fbde53fd6fe7" providerId="ADAL" clId="{362D8B37-69C9-4D79-A7E3-F330353AE099}" dt="2025-12-27T00:30:55.221" v="91" actId="20577"/>
      <pc:docMkLst>
        <pc:docMk/>
      </pc:docMkLst>
      <pc:sldChg chg="modSp mod">
        <pc:chgData name="Gary Murakami" userId="d419d4ba-09b1-43c4-8d75-fbde53fd6fe7" providerId="ADAL" clId="{362D8B37-69C9-4D79-A7E3-F330353AE099}" dt="2025-12-27T00:30:55.221" v="91" actId="20577"/>
        <pc:sldMkLst>
          <pc:docMk/>
          <pc:sldMk cId="3564725210" sldId="2147480709"/>
        </pc:sldMkLst>
        <pc:graphicFrameChg chg="mod modGraphic">
          <ac:chgData name="Gary Murakami" userId="d419d4ba-09b1-43c4-8d75-fbde53fd6fe7" providerId="ADAL" clId="{362D8B37-69C9-4D79-A7E3-F330353AE099}" dt="2025-12-27T00:30:55.221" v="91" actId="20577"/>
          <ac:graphicFrameMkLst>
            <pc:docMk/>
            <pc:sldMk cId="3564725210" sldId="2147480709"/>
            <ac:graphicFrameMk id="8" creationId="{DB15C663-847F-2DB8-AF20-10E7B6EC3BD3}"/>
          </ac:graphicFrameMkLst>
        </pc:graphicFrameChg>
      </pc:sldChg>
      <pc:sldChg chg="modSp mod">
        <pc:chgData name="Gary Murakami" userId="d419d4ba-09b1-43c4-8d75-fbde53fd6fe7" providerId="ADAL" clId="{362D8B37-69C9-4D79-A7E3-F330353AE099}" dt="2025-12-27T00:30:46.692" v="86" actId="20577"/>
        <pc:sldMkLst>
          <pc:docMk/>
          <pc:sldMk cId="3809545707" sldId="2147480710"/>
        </pc:sldMkLst>
        <pc:graphicFrameChg chg="modGraphic">
          <ac:chgData name="Gary Murakami" userId="d419d4ba-09b1-43c4-8d75-fbde53fd6fe7" providerId="ADAL" clId="{362D8B37-69C9-4D79-A7E3-F330353AE099}" dt="2025-12-27T00:30:46.692" v="86" actId="20577"/>
          <ac:graphicFrameMkLst>
            <pc:docMk/>
            <pc:sldMk cId="3809545707" sldId="2147480710"/>
            <ac:graphicFrameMk id="8" creationId="{533C2AE7-3B1E-FAC1-0DE3-82D855348CA9}"/>
          </ac:graphicFrameMkLst>
        </pc:graphicFrameChg>
      </pc:sldChg>
      <pc:sldChg chg="modSp mod">
        <pc:chgData name="Gary Murakami" userId="d419d4ba-09b1-43c4-8d75-fbde53fd6fe7" providerId="ADAL" clId="{362D8B37-69C9-4D79-A7E3-F330353AE099}" dt="2025-12-27T00:30:51.660" v="89" actId="20577"/>
        <pc:sldMkLst>
          <pc:docMk/>
          <pc:sldMk cId="2436066934" sldId="2147480711"/>
        </pc:sldMkLst>
        <pc:graphicFrameChg chg="mod modGraphic">
          <ac:chgData name="Gary Murakami" userId="d419d4ba-09b1-43c4-8d75-fbde53fd6fe7" providerId="ADAL" clId="{362D8B37-69C9-4D79-A7E3-F330353AE099}" dt="2025-12-27T00:30:51.660" v="89" actId="20577"/>
          <ac:graphicFrameMkLst>
            <pc:docMk/>
            <pc:sldMk cId="2436066934" sldId="2147480711"/>
            <ac:graphicFrameMk id="8" creationId="{1B8D047B-7AFA-5ECB-941F-D5628F7BF9F0}"/>
          </ac:graphicFrameMkLst>
        </pc:graphicFrameChg>
      </pc:sldChg>
    </pc:docChg>
  </pc:docChgLst>
  <pc:docChgLst>
    <pc:chgData name="Gary Murakami" userId="d419d4ba-09b1-43c4-8d75-fbde53fd6fe7" providerId="ADAL" clId="{61C9DB37-1B26-43DA-B91B-075CA87D53C2}"/>
    <pc:docChg chg="custSel modSld">
      <pc:chgData name="Gary Murakami" userId="d419d4ba-09b1-43c4-8d75-fbde53fd6fe7" providerId="ADAL" clId="{61C9DB37-1B26-43DA-B91B-075CA87D53C2}" dt="2026-01-09T18:11:23.709" v="674" actId="21"/>
      <pc:docMkLst>
        <pc:docMk/>
      </pc:docMkLst>
      <pc:sldChg chg="addSp modSp mod">
        <pc:chgData name="Gary Murakami" userId="d419d4ba-09b1-43c4-8d75-fbde53fd6fe7" providerId="ADAL" clId="{61C9DB37-1B26-43DA-B91B-075CA87D53C2}" dt="2026-01-09T18:07:47.027" v="250" actId="14100"/>
        <pc:sldMkLst>
          <pc:docMk/>
          <pc:sldMk cId="0" sldId="271"/>
        </pc:sldMkLst>
        <pc:spChg chg="add mod">
          <ac:chgData name="Gary Murakami" userId="d419d4ba-09b1-43c4-8d75-fbde53fd6fe7" providerId="ADAL" clId="{61C9DB37-1B26-43DA-B91B-075CA87D53C2}" dt="2026-01-09T18:07:47.027" v="250" actId="14100"/>
          <ac:spMkLst>
            <pc:docMk/>
            <pc:sldMk cId="0" sldId="271"/>
            <ac:spMk id="10" creationId="{4E7C6727-D810-7072-51A3-1349E1E7B542}"/>
          </ac:spMkLst>
        </pc:spChg>
      </pc:sldChg>
      <pc:sldChg chg="addSp modSp mod">
        <pc:chgData name="Gary Murakami" userId="d419d4ba-09b1-43c4-8d75-fbde53fd6fe7" providerId="ADAL" clId="{61C9DB37-1B26-43DA-B91B-075CA87D53C2}" dt="2026-01-09T18:11:17.435" v="672" actId="14100"/>
        <pc:sldMkLst>
          <pc:docMk/>
          <pc:sldMk cId="3564725210" sldId="2147480709"/>
        </pc:sldMkLst>
        <pc:spChg chg="add mod">
          <ac:chgData name="Gary Murakami" userId="d419d4ba-09b1-43c4-8d75-fbde53fd6fe7" providerId="ADAL" clId="{61C9DB37-1B26-43DA-B91B-075CA87D53C2}" dt="2026-01-09T18:11:17.435" v="672" actId="14100"/>
          <ac:spMkLst>
            <pc:docMk/>
            <pc:sldMk cId="3564725210" sldId="2147480709"/>
            <ac:spMk id="7" creationId="{569BDE24-C4C4-4029-623F-A2AFC9B03DB6}"/>
          </ac:spMkLst>
        </pc:spChg>
      </pc:sldChg>
      <pc:sldChg chg="addSp modSp mod">
        <pc:chgData name="Gary Murakami" userId="d419d4ba-09b1-43c4-8d75-fbde53fd6fe7" providerId="ADAL" clId="{61C9DB37-1B26-43DA-B91B-075CA87D53C2}" dt="2026-01-09T18:10:51.964" v="603" actId="14100"/>
        <pc:sldMkLst>
          <pc:docMk/>
          <pc:sldMk cId="3809545707" sldId="2147480710"/>
        </pc:sldMkLst>
        <pc:spChg chg="add mod">
          <ac:chgData name="Gary Murakami" userId="d419d4ba-09b1-43c4-8d75-fbde53fd6fe7" providerId="ADAL" clId="{61C9DB37-1B26-43DA-B91B-075CA87D53C2}" dt="2026-01-09T18:10:51.964" v="603" actId="14100"/>
          <ac:spMkLst>
            <pc:docMk/>
            <pc:sldMk cId="3809545707" sldId="2147480710"/>
            <ac:spMk id="7" creationId="{081DAFAF-801A-ACEB-4098-DBBA7800559E}"/>
          </ac:spMkLst>
        </pc:spChg>
        <pc:graphicFrameChg chg="modGraphic">
          <ac:chgData name="Gary Murakami" userId="d419d4ba-09b1-43c4-8d75-fbde53fd6fe7" providerId="ADAL" clId="{61C9DB37-1B26-43DA-B91B-075CA87D53C2}" dt="2026-01-09T18:04:42.160" v="11" actId="20577"/>
          <ac:graphicFrameMkLst>
            <pc:docMk/>
            <pc:sldMk cId="3809545707" sldId="2147480710"/>
            <ac:graphicFrameMk id="8" creationId="{533C2AE7-3B1E-FAC1-0DE3-82D855348CA9}"/>
          </ac:graphicFrameMkLst>
        </pc:graphicFrameChg>
      </pc:sldChg>
      <pc:sldChg chg="addSp delSp modSp mod">
        <pc:chgData name="Gary Murakami" userId="d419d4ba-09b1-43c4-8d75-fbde53fd6fe7" providerId="ADAL" clId="{61C9DB37-1B26-43DA-B91B-075CA87D53C2}" dt="2026-01-09T18:11:23.709" v="674" actId="21"/>
        <pc:sldMkLst>
          <pc:docMk/>
          <pc:sldMk cId="2436066934" sldId="2147480711"/>
        </pc:sldMkLst>
        <pc:spChg chg="add del mod">
          <ac:chgData name="Gary Murakami" userId="d419d4ba-09b1-43c4-8d75-fbde53fd6fe7" providerId="ADAL" clId="{61C9DB37-1B26-43DA-B91B-075CA87D53C2}" dt="2026-01-09T18:11:23.709" v="674" actId="21"/>
          <ac:spMkLst>
            <pc:docMk/>
            <pc:sldMk cId="2436066934" sldId="2147480711"/>
            <ac:spMk id="7" creationId="{2B1FA0E3-13A4-95FE-EE4B-8C39E5892A3A}"/>
          </ac:spMkLst>
        </pc:spChg>
      </pc:sldChg>
      <pc:sldChg chg="addSp modSp mod">
        <pc:chgData name="Gary Murakami" userId="d419d4ba-09b1-43c4-8d75-fbde53fd6fe7" providerId="ADAL" clId="{61C9DB37-1B26-43DA-B91B-075CA87D53C2}" dt="2026-01-09T18:08:15.361" v="310" actId="1036"/>
        <pc:sldMkLst>
          <pc:docMk/>
          <pc:sldMk cId="1421371455" sldId="2147480760"/>
        </pc:sldMkLst>
        <pc:spChg chg="add mod">
          <ac:chgData name="Gary Murakami" userId="d419d4ba-09b1-43c4-8d75-fbde53fd6fe7" providerId="ADAL" clId="{61C9DB37-1B26-43DA-B91B-075CA87D53C2}" dt="2026-01-09T18:08:15.361" v="310" actId="1036"/>
          <ac:spMkLst>
            <pc:docMk/>
            <pc:sldMk cId="1421371455" sldId="2147480760"/>
            <ac:spMk id="19" creationId="{79C0299A-1EDB-16BF-007C-99F913185F54}"/>
          </ac:spMkLst>
        </pc:spChg>
      </pc:sldChg>
      <pc:sldChg chg="addSp modSp mod">
        <pc:chgData name="Gary Murakami" userId="d419d4ba-09b1-43c4-8d75-fbde53fd6fe7" providerId="ADAL" clId="{61C9DB37-1B26-43DA-B91B-075CA87D53C2}" dt="2026-01-09T18:05:57.193" v="182" actId="14100"/>
        <pc:sldMkLst>
          <pc:docMk/>
          <pc:sldMk cId="2902453960" sldId="2147480765"/>
        </pc:sldMkLst>
        <pc:spChg chg="add mod">
          <ac:chgData name="Gary Murakami" userId="d419d4ba-09b1-43c4-8d75-fbde53fd6fe7" providerId="ADAL" clId="{61C9DB37-1B26-43DA-B91B-075CA87D53C2}" dt="2026-01-09T18:05:57.193" v="182" actId="14100"/>
          <ac:spMkLst>
            <pc:docMk/>
            <pc:sldMk cId="2902453960" sldId="2147480765"/>
            <ac:spMk id="15" creationId="{138F1292-D734-8F1D-582B-2363CB0920C1}"/>
          </ac:spMkLst>
        </pc:spChg>
      </pc:sldChg>
      <pc:sldChg chg="addSp modSp">
        <pc:chgData name="Gary Murakami" userId="d419d4ba-09b1-43c4-8d75-fbde53fd6fe7" providerId="ADAL" clId="{61C9DB37-1B26-43DA-B91B-075CA87D53C2}" dt="2026-01-09T18:06:00.986" v="183"/>
        <pc:sldMkLst>
          <pc:docMk/>
          <pc:sldMk cId="2202168305" sldId="2147480767"/>
        </pc:sldMkLst>
        <pc:spChg chg="add mod">
          <ac:chgData name="Gary Murakami" userId="d419d4ba-09b1-43c4-8d75-fbde53fd6fe7" providerId="ADAL" clId="{61C9DB37-1B26-43DA-B91B-075CA87D53C2}" dt="2026-01-09T18:06:00.986" v="183"/>
          <ac:spMkLst>
            <pc:docMk/>
            <pc:sldMk cId="2202168305" sldId="2147480767"/>
            <ac:spMk id="6" creationId="{0E2BC1FC-9A8C-2620-2EF7-3B6850A85E1F}"/>
          </ac:spMkLst>
        </pc:spChg>
      </pc:sldChg>
      <pc:sldChg chg="addSp modSp mod">
        <pc:chgData name="Gary Murakami" userId="d419d4ba-09b1-43c4-8d75-fbde53fd6fe7" providerId="ADAL" clId="{61C9DB37-1B26-43DA-B91B-075CA87D53C2}" dt="2026-01-09T18:10:12.268" v="529" actId="20577"/>
        <pc:sldMkLst>
          <pc:docMk/>
          <pc:sldMk cId="1568342997" sldId="2147480777"/>
        </pc:sldMkLst>
        <pc:spChg chg="add mod">
          <ac:chgData name="Gary Murakami" userId="d419d4ba-09b1-43c4-8d75-fbde53fd6fe7" providerId="ADAL" clId="{61C9DB37-1B26-43DA-B91B-075CA87D53C2}" dt="2026-01-09T18:10:12.268" v="529" actId="20577"/>
          <ac:spMkLst>
            <pc:docMk/>
            <pc:sldMk cId="1568342997" sldId="2147480777"/>
            <ac:spMk id="17" creationId="{C87A8331-9C8C-E090-9581-603BF876DC8D}"/>
          </ac:spMkLst>
        </pc:spChg>
      </pc:sldChg>
      <pc:sldChg chg="addSp modSp">
        <pc:chgData name="Gary Murakami" userId="d419d4ba-09b1-43c4-8d75-fbde53fd6fe7" providerId="ADAL" clId="{61C9DB37-1B26-43DA-B91B-075CA87D53C2}" dt="2026-01-09T18:08:23.085" v="311"/>
        <pc:sldMkLst>
          <pc:docMk/>
          <pc:sldMk cId="0" sldId="2147480781"/>
        </pc:sldMkLst>
        <pc:spChg chg="add mod">
          <ac:chgData name="Gary Murakami" userId="d419d4ba-09b1-43c4-8d75-fbde53fd6fe7" providerId="ADAL" clId="{61C9DB37-1B26-43DA-B91B-075CA87D53C2}" dt="2026-01-09T18:08:23.085" v="311"/>
          <ac:spMkLst>
            <pc:docMk/>
            <pc:sldMk cId="0" sldId="2147480781"/>
            <ac:spMk id="14" creationId="{26D886B2-62EC-1BC6-3158-D640C6426A71}"/>
          </ac:spMkLst>
        </pc:spChg>
      </pc:sldChg>
    </pc:docChg>
  </pc:docChgLst>
  <pc:docChgLst>
    <pc:chgData name="Si Jing Goh" userId="fe228f63-d733-4912-9848-3eb5c05e5c90" providerId="ADAL" clId="{D3CB8232-7DC5-4573-8DB2-EB195F94AE5A}"/>
    <pc:docChg chg="undo redo custSel addSld delSld modSld sldOrd modMainMaster">
      <pc:chgData name="Si Jing Goh" userId="fe228f63-d733-4912-9848-3eb5c05e5c90" providerId="ADAL" clId="{D3CB8232-7DC5-4573-8DB2-EB195F94AE5A}" dt="2026-01-10T05:52:57.981" v="27059" actId="20577"/>
      <pc:docMkLst>
        <pc:docMk/>
      </pc:docMkLst>
      <pc:sldChg chg="add del ord modTransition">
        <pc:chgData name="Si Jing Goh" userId="fe228f63-d733-4912-9848-3eb5c05e5c90" providerId="ADAL" clId="{D3CB8232-7DC5-4573-8DB2-EB195F94AE5A}" dt="2026-01-09T16:35:59.785" v="25589" actId="47"/>
        <pc:sldMkLst>
          <pc:docMk/>
          <pc:sldMk cId="0" sldId="256"/>
        </pc:sldMkLst>
      </pc:sldChg>
      <pc:sldChg chg="addSp delSp modSp add mod modTransition">
        <pc:chgData name="Si Jing Goh" userId="fe228f63-d733-4912-9848-3eb5c05e5c90" providerId="ADAL" clId="{D3CB8232-7DC5-4573-8DB2-EB195F94AE5A}" dt="2026-01-09T17:35:28.632" v="26742"/>
        <pc:sldMkLst>
          <pc:docMk/>
          <pc:sldMk cId="0" sldId="257"/>
        </pc:sldMkLst>
        <pc:spChg chg="mod">
          <ac:chgData name="Si Jing Goh" userId="fe228f63-d733-4912-9848-3eb5c05e5c90" providerId="ADAL" clId="{D3CB8232-7DC5-4573-8DB2-EB195F94AE5A}" dt="2026-01-09T11:23:48.077" v="25351" actId="2711"/>
          <ac:spMkLst>
            <pc:docMk/>
            <pc:sldMk cId="0" sldId="257"/>
            <ac:spMk id="8" creationId="{00000000-0000-0000-0000-000000000000}"/>
          </ac:spMkLst>
        </pc:spChg>
        <pc:spChg chg="mod">
          <ac:chgData name="Si Jing Goh" userId="fe228f63-d733-4912-9848-3eb5c05e5c90" providerId="ADAL" clId="{D3CB8232-7DC5-4573-8DB2-EB195F94AE5A}" dt="2026-01-08T15:59:54.862" v="6636" actId="13926"/>
          <ac:spMkLst>
            <pc:docMk/>
            <pc:sldMk cId="0" sldId="257"/>
            <ac:spMk id="12" creationId="{00000000-0000-0000-0000-000000000000}"/>
          </ac:spMkLst>
        </pc:spChg>
        <pc:spChg chg="add del mod">
          <ac:chgData name="Si Jing Goh" userId="fe228f63-d733-4912-9848-3eb5c05e5c90" providerId="ADAL" clId="{D3CB8232-7DC5-4573-8DB2-EB195F94AE5A}" dt="2026-01-09T11:23:31.360" v="25333" actId="478"/>
          <ac:spMkLst>
            <pc:docMk/>
            <pc:sldMk cId="0" sldId="257"/>
            <ac:spMk id="16" creationId="{2879D72C-0FAE-EAD1-AC0B-FAFBA306BC00}"/>
          </ac:spMkLst>
        </pc:spChg>
        <pc:graphicFrameChg chg="mod modGraphic">
          <ac:chgData name="Si Jing Goh" userId="fe228f63-d733-4912-9848-3eb5c05e5c90" providerId="ADAL" clId="{D3CB8232-7DC5-4573-8DB2-EB195F94AE5A}" dt="2026-01-09T11:25:11.320" v="25428"/>
          <ac:graphicFrameMkLst>
            <pc:docMk/>
            <pc:sldMk cId="0" sldId="257"/>
            <ac:graphicFrameMk id="10" creationId="{00000000-0000-0000-0000-000000000000}"/>
          </ac:graphicFrameMkLst>
        </pc:graphicFrameChg>
        <pc:graphicFrameChg chg="del mod modGraphic">
          <ac:chgData name="Si Jing Goh" userId="fe228f63-d733-4912-9848-3eb5c05e5c90" providerId="ADAL" clId="{D3CB8232-7DC5-4573-8DB2-EB195F94AE5A}" dt="2026-01-09T17:35:25.440" v="26739" actId="478"/>
          <ac:graphicFrameMkLst>
            <pc:docMk/>
            <pc:sldMk cId="0" sldId="257"/>
            <ac:graphicFrameMk id="11" creationId="{00000000-0000-0000-0000-000000000000}"/>
          </ac:graphicFrameMkLst>
        </pc:graphicFrameChg>
        <pc:graphicFrameChg chg="add mod modGraphic">
          <ac:chgData name="Si Jing Goh" userId="fe228f63-d733-4912-9848-3eb5c05e5c90" providerId="ADAL" clId="{D3CB8232-7DC5-4573-8DB2-EB195F94AE5A}" dt="2026-01-09T17:35:28.632" v="26742"/>
          <ac:graphicFrameMkLst>
            <pc:docMk/>
            <pc:sldMk cId="0" sldId="257"/>
            <ac:graphicFrameMk id="13" creationId="{B0EBB1B9-2385-81F3-6489-3897C90C5624}"/>
          </ac:graphicFrameMkLst>
        </pc:graphicFrameChg>
      </pc:sldChg>
      <pc:sldChg chg="addSp delSp modSp add mod modTransition">
        <pc:chgData name="Si Jing Goh" userId="fe228f63-d733-4912-9848-3eb5c05e5c90" providerId="ADAL" clId="{D3CB8232-7DC5-4573-8DB2-EB195F94AE5A}" dt="2026-01-09T11:26:20.773" v="25466"/>
        <pc:sldMkLst>
          <pc:docMk/>
          <pc:sldMk cId="0" sldId="258"/>
        </pc:sldMkLst>
        <pc:spChg chg="mod">
          <ac:chgData name="Si Jing Goh" userId="fe228f63-d733-4912-9848-3eb5c05e5c90" providerId="ADAL" clId="{D3CB8232-7DC5-4573-8DB2-EB195F94AE5A}" dt="2026-01-08T16:03:49.808" v="6707" actId="13926"/>
          <ac:spMkLst>
            <pc:docMk/>
            <pc:sldMk cId="0" sldId="258"/>
            <ac:spMk id="12" creationId="{00000000-0000-0000-0000-000000000000}"/>
          </ac:spMkLst>
        </pc:spChg>
        <pc:spChg chg="add del mod">
          <ac:chgData name="Si Jing Goh" userId="fe228f63-d733-4912-9848-3eb5c05e5c90" providerId="ADAL" clId="{D3CB8232-7DC5-4573-8DB2-EB195F94AE5A}" dt="2026-01-09T11:26:01.910" v="25457" actId="478"/>
          <ac:spMkLst>
            <pc:docMk/>
            <pc:sldMk cId="0" sldId="258"/>
            <ac:spMk id="16" creationId="{7D908058-DA92-A52C-2238-04B9325B68BF}"/>
          </ac:spMkLst>
        </pc:spChg>
        <pc:graphicFrameChg chg="mod modGraphic">
          <ac:chgData name="Si Jing Goh" userId="fe228f63-d733-4912-9848-3eb5c05e5c90" providerId="ADAL" clId="{D3CB8232-7DC5-4573-8DB2-EB195F94AE5A}" dt="2026-01-09T11:26:20.773" v="25466"/>
          <ac:graphicFrameMkLst>
            <pc:docMk/>
            <pc:sldMk cId="0" sldId="258"/>
            <ac:graphicFrameMk id="10" creationId="{00000000-0000-0000-0000-000000000000}"/>
          </ac:graphicFrameMkLst>
        </pc:graphicFrameChg>
        <pc:graphicFrameChg chg="mod modGraphic">
          <ac:chgData name="Si Jing Goh" userId="fe228f63-d733-4912-9848-3eb5c05e5c90" providerId="ADAL" clId="{D3CB8232-7DC5-4573-8DB2-EB195F94AE5A}" dt="2026-01-09T11:25:35.754" v="25440" actId="14100"/>
          <ac:graphicFrameMkLst>
            <pc:docMk/>
            <pc:sldMk cId="0" sldId="258"/>
            <ac:graphicFrameMk id="11" creationId="{00000000-0000-0000-0000-000000000000}"/>
          </ac:graphicFrameMkLst>
        </pc:graphicFrameChg>
        <pc:picChg chg="add mod">
          <ac:chgData name="Si Jing Goh" userId="fe228f63-d733-4912-9848-3eb5c05e5c90" providerId="ADAL" clId="{D3CB8232-7DC5-4573-8DB2-EB195F94AE5A}" dt="2026-01-08T16:03:02.378" v="6657" actId="1038"/>
          <ac:picMkLst>
            <pc:docMk/>
            <pc:sldMk cId="0" sldId="258"/>
            <ac:picMk id="14" creationId="{1748BCF5-AC53-1E96-6B68-8E6C4C223AC7}"/>
          </ac:picMkLst>
        </pc:picChg>
      </pc:sldChg>
      <pc:sldChg chg="addSp delSp modSp add mod modTransition">
        <pc:chgData name="Si Jing Goh" userId="fe228f63-d733-4912-9848-3eb5c05e5c90" providerId="ADAL" clId="{D3CB8232-7DC5-4573-8DB2-EB195F94AE5A}" dt="2026-01-09T11:28:15.954" v="25488" actId="1076"/>
        <pc:sldMkLst>
          <pc:docMk/>
          <pc:sldMk cId="0" sldId="259"/>
        </pc:sldMkLst>
        <pc:spChg chg="mod">
          <ac:chgData name="Si Jing Goh" userId="fe228f63-d733-4912-9848-3eb5c05e5c90" providerId="ADAL" clId="{D3CB8232-7DC5-4573-8DB2-EB195F94AE5A}" dt="2026-01-09T11:26:09.542" v="25462" actId="20577"/>
          <ac:spMkLst>
            <pc:docMk/>
            <pc:sldMk cId="0" sldId="259"/>
            <ac:spMk id="2" creationId="{00000000-0000-0000-0000-000000000000}"/>
          </ac:spMkLst>
        </pc:spChg>
        <pc:spChg chg="mod">
          <ac:chgData name="Si Jing Goh" userId="fe228f63-d733-4912-9848-3eb5c05e5c90" providerId="ADAL" clId="{D3CB8232-7DC5-4573-8DB2-EB195F94AE5A}" dt="2026-01-09T11:26:32.538" v="25472" actId="14100"/>
          <ac:spMkLst>
            <pc:docMk/>
            <pc:sldMk cId="0" sldId="259"/>
            <ac:spMk id="12" creationId="{00000000-0000-0000-0000-000000000000}"/>
          </ac:spMkLst>
        </pc:spChg>
        <pc:spChg chg="add del mod">
          <ac:chgData name="Si Jing Goh" userId="fe228f63-d733-4912-9848-3eb5c05e5c90" providerId="ADAL" clId="{D3CB8232-7DC5-4573-8DB2-EB195F94AE5A}" dt="2026-01-09T11:28:10.192" v="25485" actId="478"/>
          <ac:spMkLst>
            <pc:docMk/>
            <pc:sldMk cId="0" sldId="259"/>
            <ac:spMk id="14" creationId="{4675B482-9D79-9CC3-F85A-884F2CE9ECEE}"/>
          </ac:spMkLst>
        </pc:spChg>
        <pc:graphicFrameChg chg="mod modGraphic">
          <ac:chgData name="Si Jing Goh" userId="fe228f63-d733-4912-9848-3eb5c05e5c90" providerId="ADAL" clId="{D3CB8232-7DC5-4573-8DB2-EB195F94AE5A}" dt="2026-01-09T11:26:28.125" v="25469" actId="108"/>
          <ac:graphicFrameMkLst>
            <pc:docMk/>
            <pc:sldMk cId="0" sldId="259"/>
            <ac:graphicFrameMk id="10" creationId="{00000000-0000-0000-0000-000000000000}"/>
          </ac:graphicFrameMkLst>
        </pc:graphicFrameChg>
        <pc:graphicFrameChg chg="mod modGraphic">
          <ac:chgData name="Si Jing Goh" userId="fe228f63-d733-4912-9848-3eb5c05e5c90" providerId="ADAL" clId="{D3CB8232-7DC5-4573-8DB2-EB195F94AE5A}" dt="2026-01-09T11:28:07.824" v="25484" actId="14100"/>
          <ac:graphicFrameMkLst>
            <pc:docMk/>
            <pc:sldMk cId="0" sldId="259"/>
            <ac:graphicFrameMk id="11" creationId="{00000000-0000-0000-0000-000000000000}"/>
          </ac:graphicFrameMkLst>
        </pc:graphicFrameChg>
        <pc:picChg chg="mod">
          <ac:chgData name="Si Jing Goh" userId="fe228f63-d733-4912-9848-3eb5c05e5c90" providerId="ADAL" clId="{D3CB8232-7DC5-4573-8DB2-EB195F94AE5A}" dt="2026-01-09T11:28:15.954" v="25488" actId="1076"/>
          <ac:picMkLst>
            <pc:docMk/>
            <pc:sldMk cId="0" sldId="259"/>
            <ac:picMk id="5" creationId="{00000000-0000-0000-0000-000000000000}"/>
          </ac:picMkLst>
        </pc:picChg>
      </pc:sldChg>
      <pc:sldChg chg="addSp delSp modSp add mod modTransition">
        <pc:chgData name="Si Jing Goh" userId="fe228f63-d733-4912-9848-3eb5c05e5c90" providerId="ADAL" clId="{D3CB8232-7DC5-4573-8DB2-EB195F94AE5A}" dt="2026-01-09T11:29:45.599" v="25501" actId="478"/>
        <pc:sldMkLst>
          <pc:docMk/>
          <pc:sldMk cId="0" sldId="260"/>
        </pc:sldMkLst>
        <pc:spChg chg="mod">
          <ac:chgData name="Si Jing Goh" userId="fe228f63-d733-4912-9848-3eb5c05e5c90" providerId="ADAL" clId="{D3CB8232-7DC5-4573-8DB2-EB195F94AE5A}" dt="2026-01-08T16:16:32.371" v="7868" actId="13926"/>
          <ac:spMkLst>
            <pc:docMk/>
            <pc:sldMk cId="0" sldId="260"/>
            <ac:spMk id="12" creationId="{00000000-0000-0000-0000-000000000000}"/>
          </ac:spMkLst>
        </pc:spChg>
        <pc:spChg chg="add del mod">
          <ac:chgData name="Si Jing Goh" userId="fe228f63-d733-4912-9848-3eb5c05e5c90" providerId="ADAL" clId="{D3CB8232-7DC5-4573-8DB2-EB195F94AE5A}" dt="2026-01-09T11:29:45.599" v="25501" actId="478"/>
          <ac:spMkLst>
            <pc:docMk/>
            <pc:sldMk cId="0" sldId="260"/>
            <ac:spMk id="16" creationId="{D0177B02-1307-867C-DB6A-0BF6AD4ABC7C}"/>
          </ac:spMkLst>
        </pc:spChg>
        <pc:graphicFrameChg chg="mod modGraphic">
          <ac:chgData name="Si Jing Goh" userId="fe228f63-d733-4912-9848-3eb5c05e5c90" providerId="ADAL" clId="{D3CB8232-7DC5-4573-8DB2-EB195F94AE5A}" dt="2026-01-09T11:28:48.019" v="25490" actId="14100"/>
          <ac:graphicFrameMkLst>
            <pc:docMk/>
            <pc:sldMk cId="0" sldId="260"/>
            <ac:graphicFrameMk id="10" creationId="{00000000-0000-0000-0000-000000000000}"/>
          </ac:graphicFrameMkLst>
        </pc:graphicFrameChg>
        <pc:graphicFrameChg chg="mod modGraphic">
          <ac:chgData name="Si Jing Goh" userId="fe228f63-d733-4912-9848-3eb5c05e5c90" providerId="ADAL" clId="{D3CB8232-7DC5-4573-8DB2-EB195F94AE5A}" dt="2026-01-09T11:29:42.639" v="25500" actId="14100"/>
          <ac:graphicFrameMkLst>
            <pc:docMk/>
            <pc:sldMk cId="0" sldId="260"/>
            <ac:graphicFrameMk id="11" creationId="{00000000-0000-0000-0000-000000000000}"/>
          </ac:graphicFrameMkLst>
        </pc:graphicFrameChg>
        <pc:picChg chg="add mod">
          <ac:chgData name="Si Jing Goh" userId="fe228f63-d733-4912-9848-3eb5c05e5c90" providerId="ADAL" clId="{D3CB8232-7DC5-4573-8DB2-EB195F94AE5A}" dt="2026-01-08T16:15:54.914" v="7786" actId="1038"/>
          <ac:picMkLst>
            <pc:docMk/>
            <pc:sldMk cId="0" sldId="260"/>
            <ac:picMk id="15" creationId="{D396C2F9-D922-4FD4-8A6E-B6F20B90A69C}"/>
          </ac:picMkLst>
        </pc:picChg>
      </pc:sldChg>
      <pc:sldChg chg="addSp delSp modSp add mod modTransition">
        <pc:chgData name="Si Jing Goh" userId="fe228f63-d733-4912-9848-3eb5c05e5c90" providerId="ADAL" clId="{D3CB8232-7DC5-4573-8DB2-EB195F94AE5A}" dt="2026-01-09T11:31:00.326" v="25583" actId="478"/>
        <pc:sldMkLst>
          <pc:docMk/>
          <pc:sldMk cId="0" sldId="261"/>
        </pc:sldMkLst>
        <pc:spChg chg="mod">
          <ac:chgData name="Si Jing Goh" userId="fe228f63-d733-4912-9848-3eb5c05e5c90" providerId="ADAL" clId="{D3CB8232-7DC5-4573-8DB2-EB195F94AE5A}" dt="2026-01-09T11:30:00.932" v="25513" actId="20577"/>
          <ac:spMkLst>
            <pc:docMk/>
            <pc:sldMk cId="0" sldId="261"/>
            <ac:spMk id="2" creationId="{00000000-0000-0000-0000-000000000000}"/>
          </ac:spMkLst>
        </pc:spChg>
        <pc:spChg chg="add del mod">
          <ac:chgData name="Si Jing Goh" userId="fe228f63-d733-4912-9848-3eb5c05e5c90" providerId="ADAL" clId="{D3CB8232-7DC5-4573-8DB2-EB195F94AE5A}" dt="2026-01-09T11:31:00.326" v="25583" actId="478"/>
          <ac:spMkLst>
            <pc:docMk/>
            <pc:sldMk cId="0" sldId="261"/>
            <ac:spMk id="11" creationId="{06A83DA2-8878-785F-72E9-198EEF4132A6}"/>
          </ac:spMkLst>
        </pc:spChg>
        <pc:spChg chg="mod">
          <ac:chgData name="Si Jing Goh" userId="fe228f63-d733-4912-9848-3eb5c05e5c90" providerId="ADAL" clId="{D3CB8232-7DC5-4573-8DB2-EB195F94AE5A}" dt="2026-01-08T16:21:37.051" v="8043" actId="13926"/>
          <ac:spMkLst>
            <pc:docMk/>
            <pc:sldMk cId="0" sldId="261"/>
            <ac:spMk id="12" creationId="{00000000-0000-0000-0000-000000000000}"/>
          </ac:spMkLst>
        </pc:spChg>
        <pc:graphicFrameChg chg="mod modGraphic">
          <ac:chgData name="Si Jing Goh" userId="fe228f63-d733-4912-9848-3eb5c05e5c90" providerId="ADAL" clId="{D3CB8232-7DC5-4573-8DB2-EB195F94AE5A}" dt="2026-01-09T11:30:52.466" v="25582" actId="14100"/>
          <ac:graphicFrameMkLst>
            <pc:docMk/>
            <pc:sldMk cId="0" sldId="261"/>
            <ac:graphicFrameMk id="10" creationId="{00000000-0000-0000-0000-000000000000}"/>
          </ac:graphicFrameMkLst>
        </pc:graphicFrameChg>
        <pc:graphicFrameChg chg="mod modGraphic">
          <ac:chgData name="Si Jing Goh" userId="fe228f63-d733-4912-9848-3eb5c05e5c90" providerId="ADAL" clId="{D3CB8232-7DC5-4573-8DB2-EB195F94AE5A}" dt="2026-01-08T16:18:43.027" v="7877" actId="14100"/>
          <ac:graphicFrameMkLst>
            <pc:docMk/>
            <pc:sldMk cId="0" sldId="261"/>
            <ac:graphicFrameMk id="13" creationId="{00000000-0000-0000-0000-000000000000}"/>
          </ac:graphicFrameMkLst>
        </pc:graphicFrameChg>
      </pc:sldChg>
      <pc:sldChg chg="modSp mod ord modTransition">
        <pc:chgData name="Si Jing Goh" userId="fe228f63-d733-4912-9848-3eb5c05e5c90" providerId="ADAL" clId="{D3CB8232-7DC5-4573-8DB2-EB195F94AE5A}" dt="2026-01-09T17:37:05.473" v="26763" actId="20577"/>
        <pc:sldMkLst>
          <pc:docMk/>
          <pc:sldMk cId="2331318179" sldId="262"/>
        </pc:sldMkLst>
        <pc:spChg chg="mod">
          <ac:chgData name="Si Jing Goh" userId="fe228f63-d733-4912-9848-3eb5c05e5c90" providerId="ADAL" clId="{D3CB8232-7DC5-4573-8DB2-EB195F94AE5A}" dt="2025-12-26T06:56:39.662" v="4842" actId="20577"/>
          <ac:spMkLst>
            <pc:docMk/>
            <pc:sldMk cId="2331318179" sldId="262"/>
            <ac:spMk id="2" creationId="{107A3768-D323-C3EC-4A32-DF05EBC9EA2D}"/>
          </ac:spMkLst>
        </pc:spChg>
        <pc:spChg chg="mod">
          <ac:chgData name="Si Jing Goh" userId="fe228f63-d733-4912-9848-3eb5c05e5c90" providerId="ADAL" clId="{D3CB8232-7DC5-4573-8DB2-EB195F94AE5A}" dt="2026-01-09T17:37:05.473" v="26763" actId="20577"/>
          <ac:spMkLst>
            <pc:docMk/>
            <pc:sldMk cId="2331318179" sldId="262"/>
            <ac:spMk id="3" creationId="{B12DD020-A423-6551-5A07-2A475D5CD2D6}"/>
          </ac:spMkLst>
        </pc:spChg>
      </pc:sldChg>
      <pc:sldChg chg="addSp delSp modSp add mod modTransition">
        <pc:chgData name="Si Jing Goh" userId="fe228f63-d733-4912-9848-3eb5c05e5c90" providerId="ADAL" clId="{D3CB8232-7DC5-4573-8DB2-EB195F94AE5A}" dt="2026-01-09T16:44:54.412" v="25662"/>
        <pc:sldMkLst>
          <pc:docMk/>
          <pc:sldMk cId="0" sldId="263"/>
        </pc:sldMkLst>
        <pc:spChg chg="mod">
          <ac:chgData name="Si Jing Goh" userId="fe228f63-d733-4912-9848-3eb5c05e5c90" providerId="ADAL" clId="{D3CB8232-7DC5-4573-8DB2-EB195F94AE5A}" dt="2026-01-08T16:46:20.336" v="9684" actId="20577"/>
          <ac:spMkLst>
            <pc:docMk/>
            <pc:sldMk cId="0" sldId="263"/>
            <ac:spMk id="12" creationId="{00000000-0000-0000-0000-000000000000}"/>
          </ac:spMkLst>
        </pc:spChg>
        <pc:spChg chg="add del mod">
          <ac:chgData name="Si Jing Goh" userId="fe228f63-d733-4912-9848-3eb5c05e5c90" providerId="ADAL" clId="{D3CB8232-7DC5-4573-8DB2-EB195F94AE5A}" dt="2026-01-09T16:39:00.987" v="25607" actId="478"/>
          <ac:spMkLst>
            <pc:docMk/>
            <pc:sldMk cId="0" sldId="263"/>
            <ac:spMk id="14" creationId="{4E34B9AA-86FE-B54F-1B30-B36EE6F5CE7D}"/>
          </ac:spMkLst>
        </pc:spChg>
        <pc:spChg chg="add del mod">
          <ac:chgData name="Si Jing Goh" userId="fe228f63-d733-4912-9848-3eb5c05e5c90" providerId="ADAL" clId="{D3CB8232-7DC5-4573-8DB2-EB195F94AE5A}" dt="2026-01-09T16:39:00.987" v="25607" actId="478"/>
          <ac:spMkLst>
            <pc:docMk/>
            <pc:sldMk cId="0" sldId="263"/>
            <ac:spMk id="15" creationId="{09A63B5E-8D15-837D-0378-625F686A070C}"/>
          </ac:spMkLst>
        </pc:spChg>
        <pc:graphicFrameChg chg="mod modGraphic">
          <ac:chgData name="Si Jing Goh" userId="fe228f63-d733-4912-9848-3eb5c05e5c90" providerId="ADAL" clId="{D3CB8232-7DC5-4573-8DB2-EB195F94AE5A}" dt="2026-01-09T16:39:48.430" v="25631" actId="14100"/>
          <ac:graphicFrameMkLst>
            <pc:docMk/>
            <pc:sldMk cId="0" sldId="263"/>
            <ac:graphicFrameMk id="10" creationId="{00000000-0000-0000-0000-000000000000}"/>
          </ac:graphicFrameMkLst>
        </pc:graphicFrameChg>
        <pc:graphicFrameChg chg="mod modGraphic">
          <ac:chgData name="Si Jing Goh" userId="fe228f63-d733-4912-9848-3eb5c05e5c90" providerId="ADAL" clId="{D3CB8232-7DC5-4573-8DB2-EB195F94AE5A}" dt="2026-01-09T16:44:54.412" v="25662"/>
          <ac:graphicFrameMkLst>
            <pc:docMk/>
            <pc:sldMk cId="0" sldId="263"/>
            <ac:graphicFrameMk id="17" creationId="{00000000-0000-0000-0000-000000000000}"/>
          </ac:graphicFrameMkLst>
        </pc:graphicFrameChg>
        <pc:picChg chg="add mod modCrop">
          <ac:chgData name="Si Jing Goh" userId="fe228f63-d733-4912-9848-3eb5c05e5c90" providerId="ADAL" clId="{D3CB8232-7DC5-4573-8DB2-EB195F94AE5A}" dt="2026-01-08T16:29:09.142" v="8242" actId="1076"/>
          <ac:picMkLst>
            <pc:docMk/>
            <pc:sldMk cId="0" sldId="263"/>
            <ac:picMk id="13" creationId="{348F545D-2C26-49EA-E417-221F8096CBFB}"/>
          </ac:picMkLst>
        </pc:picChg>
      </pc:sldChg>
      <pc:sldChg chg="addSp delSp modSp add mod modTransition">
        <pc:chgData name="Si Jing Goh" userId="fe228f63-d733-4912-9848-3eb5c05e5c90" providerId="ADAL" clId="{D3CB8232-7DC5-4573-8DB2-EB195F94AE5A}" dt="2026-01-09T16:48:08.650" v="25692"/>
        <pc:sldMkLst>
          <pc:docMk/>
          <pc:sldMk cId="0" sldId="265"/>
        </pc:sldMkLst>
        <pc:spChg chg="mod">
          <ac:chgData name="Si Jing Goh" userId="fe228f63-d733-4912-9848-3eb5c05e5c90" providerId="ADAL" clId="{D3CB8232-7DC5-4573-8DB2-EB195F94AE5A}" dt="2026-01-08T16:46:03.938" v="9680" actId="13926"/>
          <ac:spMkLst>
            <pc:docMk/>
            <pc:sldMk cId="0" sldId="265"/>
            <ac:spMk id="12" creationId="{00000000-0000-0000-0000-000000000000}"/>
          </ac:spMkLst>
        </pc:spChg>
        <pc:spChg chg="add del mod">
          <ac:chgData name="Si Jing Goh" userId="fe228f63-d733-4912-9848-3eb5c05e5c90" providerId="ADAL" clId="{D3CB8232-7DC5-4573-8DB2-EB195F94AE5A}" dt="2026-01-09T16:46:09.684" v="25678" actId="478"/>
          <ac:spMkLst>
            <pc:docMk/>
            <pc:sldMk cId="0" sldId="265"/>
            <ac:spMk id="14" creationId="{791C91F2-B893-C8B8-3521-F6F797B5B9DD}"/>
          </ac:spMkLst>
        </pc:spChg>
        <pc:graphicFrameChg chg="mod modGraphic">
          <ac:chgData name="Si Jing Goh" userId="fe228f63-d733-4912-9848-3eb5c05e5c90" providerId="ADAL" clId="{D3CB8232-7DC5-4573-8DB2-EB195F94AE5A}" dt="2026-01-09T16:46:25.809" v="25681" actId="14100"/>
          <ac:graphicFrameMkLst>
            <pc:docMk/>
            <pc:sldMk cId="0" sldId="265"/>
            <ac:graphicFrameMk id="11" creationId="{00000000-0000-0000-0000-000000000000}"/>
          </ac:graphicFrameMkLst>
        </pc:graphicFrameChg>
        <pc:graphicFrameChg chg="mod modGraphic">
          <ac:chgData name="Si Jing Goh" userId="fe228f63-d733-4912-9848-3eb5c05e5c90" providerId="ADAL" clId="{D3CB8232-7DC5-4573-8DB2-EB195F94AE5A}" dt="2026-01-09T16:48:08.650" v="25692"/>
          <ac:graphicFrameMkLst>
            <pc:docMk/>
            <pc:sldMk cId="0" sldId="265"/>
            <ac:graphicFrameMk id="21" creationId="{00000000-0000-0000-0000-000000000000}"/>
          </ac:graphicFrameMkLst>
        </pc:graphicFrameChg>
      </pc:sldChg>
      <pc:sldChg chg="addSp delSp modSp add mod modTransition">
        <pc:chgData name="Si Jing Goh" userId="fe228f63-d733-4912-9848-3eb5c05e5c90" providerId="ADAL" clId="{D3CB8232-7DC5-4573-8DB2-EB195F94AE5A}" dt="2026-01-09T18:32:17.899" v="26947"/>
        <pc:sldMkLst>
          <pc:docMk/>
          <pc:sldMk cId="0" sldId="266"/>
        </pc:sldMkLst>
        <pc:spChg chg="mod">
          <ac:chgData name="Si Jing Goh" userId="fe228f63-d733-4912-9848-3eb5c05e5c90" providerId="ADAL" clId="{D3CB8232-7DC5-4573-8DB2-EB195F94AE5A}" dt="2026-01-09T16:49:03.473" v="25733" actId="1076"/>
          <ac:spMkLst>
            <pc:docMk/>
            <pc:sldMk cId="0" sldId="266"/>
            <ac:spMk id="10" creationId="{00000000-0000-0000-0000-000000000000}"/>
          </ac:spMkLst>
        </pc:spChg>
        <pc:spChg chg="add del mod">
          <ac:chgData name="Si Jing Goh" userId="fe228f63-d733-4912-9848-3eb5c05e5c90" providerId="ADAL" clId="{D3CB8232-7DC5-4573-8DB2-EB195F94AE5A}" dt="2026-01-09T16:48:54.692" v="25729" actId="478"/>
          <ac:spMkLst>
            <pc:docMk/>
            <pc:sldMk cId="0" sldId="266"/>
            <ac:spMk id="15" creationId="{5ACE461B-A040-550D-7F4C-B3321E5C8679}"/>
          </ac:spMkLst>
        </pc:spChg>
        <pc:graphicFrameChg chg="mod modGraphic">
          <ac:chgData name="Si Jing Goh" userId="fe228f63-d733-4912-9848-3eb5c05e5c90" providerId="ADAL" clId="{D3CB8232-7DC5-4573-8DB2-EB195F94AE5A}" dt="2026-01-09T18:32:17.899" v="26947"/>
          <ac:graphicFrameMkLst>
            <pc:docMk/>
            <pc:sldMk cId="0" sldId="266"/>
            <ac:graphicFrameMk id="12" creationId="{00000000-0000-0000-0000-000000000000}"/>
          </ac:graphicFrameMkLst>
        </pc:graphicFrameChg>
        <pc:graphicFrameChg chg="mod modGraphic">
          <ac:chgData name="Si Jing Goh" userId="fe228f63-d733-4912-9848-3eb5c05e5c90" providerId="ADAL" clId="{D3CB8232-7DC5-4573-8DB2-EB195F94AE5A}" dt="2026-01-09T16:49:25.353" v="25744" actId="14100"/>
          <ac:graphicFrameMkLst>
            <pc:docMk/>
            <pc:sldMk cId="0" sldId="266"/>
            <ac:graphicFrameMk id="23" creationId="{00000000-0000-0000-0000-000000000000}"/>
          </ac:graphicFrameMkLst>
        </pc:graphicFrameChg>
        <pc:picChg chg="add mod">
          <ac:chgData name="Si Jing Goh" userId="fe228f63-d733-4912-9848-3eb5c05e5c90" providerId="ADAL" clId="{D3CB8232-7DC5-4573-8DB2-EB195F94AE5A}" dt="2026-01-08T16:59:16.232" v="10470" actId="14100"/>
          <ac:picMkLst>
            <pc:docMk/>
            <pc:sldMk cId="0" sldId="266"/>
            <ac:picMk id="13" creationId="{C584F171-D200-BBAF-6D83-241E47F9AFD8}"/>
          </ac:picMkLst>
        </pc:picChg>
        <pc:picChg chg="add mod">
          <ac:chgData name="Si Jing Goh" userId="fe228f63-d733-4912-9848-3eb5c05e5c90" providerId="ADAL" clId="{D3CB8232-7DC5-4573-8DB2-EB195F94AE5A}" dt="2026-01-08T16:59:16.925" v="10471" actId="571"/>
          <ac:picMkLst>
            <pc:docMk/>
            <pc:sldMk cId="0" sldId="266"/>
            <ac:picMk id="14" creationId="{853EA56B-3CD7-B54C-3FB3-39D10D00EEAA}"/>
          </ac:picMkLst>
        </pc:picChg>
      </pc:sldChg>
      <pc:sldChg chg="addSp delSp modSp add mod modTransition">
        <pc:chgData name="Si Jing Goh" userId="fe228f63-d733-4912-9848-3eb5c05e5c90" providerId="ADAL" clId="{D3CB8232-7DC5-4573-8DB2-EB195F94AE5A}" dt="2026-01-09T18:32:22.042" v="26949" actId="108"/>
        <pc:sldMkLst>
          <pc:docMk/>
          <pc:sldMk cId="0" sldId="267"/>
        </pc:sldMkLst>
        <pc:spChg chg="add del mod">
          <ac:chgData name="Si Jing Goh" userId="fe228f63-d733-4912-9848-3eb5c05e5c90" providerId="ADAL" clId="{D3CB8232-7DC5-4573-8DB2-EB195F94AE5A}" dt="2026-01-09T16:51:25.120" v="25783" actId="478"/>
          <ac:spMkLst>
            <pc:docMk/>
            <pc:sldMk cId="0" sldId="267"/>
            <ac:spMk id="10" creationId="{416F4CCA-5DFF-1D96-03D1-3CE5252020FA}"/>
          </ac:spMkLst>
        </pc:spChg>
        <pc:spChg chg="mod">
          <ac:chgData name="Si Jing Goh" userId="fe228f63-d733-4912-9848-3eb5c05e5c90" providerId="ADAL" clId="{D3CB8232-7DC5-4573-8DB2-EB195F94AE5A}" dt="2026-01-08T17:05:47.111" v="11010" actId="13926"/>
          <ac:spMkLst>
            <pc:docMk/>
            <pc:sldMk cId="0" sldId="267"/>
            <ac:spMk id="12" creationId="{00000000-0000-0000-0000-000000000000}"/>
          </ac:spMkLst>
        </pc:spChg>
        <pc:graphicFrameChg chg="mod modGraphic">
          <ac:chgData name="Si Jing Goh" userId="fe228f63-d733-4912-9848-3eb5c05e5c90" providerId="ADAL" clId="{D3CB8232-7DC5-4573-8DB2-EB195F94AE5A}" dt="2026-01-09T18:32:22.042" v="26949" actId="108"/>
          <ac:graphicFrameMkLst>
            <pc:docMk/>
            <pc:sldMk cId="0" sldId="267"/>
            <ac:graphicFrameMk id="13" creationId="{00000000-0000-0000-0000-000000000000}"/>
          </ac:graphicFrameMkLst>
        </pc:graphicFrameChg>
        <pc:graphicFrameChg chg="mod modGraphic">
          <ac:chgData name="Si Jing Goh" userId="fe228f63-d733-4912-9848-3eb5c05e5c90" providerId="ADAL" clId="{D3CB8232-7DC5-4573-8DB2-EB195F94AE5A}" dt="2026-01-09T16:50:53.737" v="25782"/>
          <ac:graphicFrameMkLst>
            <pc:docMk/>
            <pc:sldMk cId="0" sldId="267"/>
            <ac:graphicFrameMk id="25" creationId="{00000000-0000-0000-0000-000000000000}"/>
          </ac:graphicFrameMkLst>
        </pc:graphicFrameChg>
        <pc:picChg chg="mod modCrop">
          <ac:chgData name="Si Jing Goh" userId="fe228f63-d733-4912-9848-3eb5c05e5c90" providerId="ADAL" clId="{D3CB8232-7DC5-4573-8DB2-EB195F94AE5A}" dt="2026-01-09T16:51:43.715" v="25793" actId="1076"/>
          <ac:picMkLst>
            <pc:docMk/>
            <pc:sldMk cId="0" sldId="267"/>
            <ac:picMk id="5" creationId="{00000000-0000-0000-0000-000000000000}"/>
          </ac:picMkLst>
        </pc:picChg>
      </pc:sldChg>
      <pc:sldChg chg="addSp delSp modSp add mod modTransition">
        <pc:chgData name="Si Jing Goh" userId="fe228f63-d733-4912-9848-3eb5c05e5c90" providerId="ADAL" clId="{D3CB8232-7DC5-4573-8DB2-EB195F94AE5A}" dt="2026-01-09T18:32:31.664" v="26955" actId="108"/>
        <pc:sldMkLst>
          <pc:docMk/>
          <pc:sldMk cId="0" sldId="268"/>
        </pc:sldMkLst>
        <pc:spChg chg="mod">
          <ac:chgData name="Si Jing Goh" userId="fe228f63-d733-4912-9848-3eb5c05e5c90" providerId="ADAL" clId="{D3CB8232-7DC5-4573-8DB2-EB195F94AE5A}" dt="2026-01-08T17:15:48.394" v="11506" actId="13926"/>
          <ac:spMkLst>
            <pc:docMk/>
            <pc:sldMk cId="0" sldId="268"/>
            <ac:spMk id="12" creationId="{00000000-0000-0000-0000-000000000000}"/>
          </ac:spMkLst>
        </pc:spChg>
        <pc:spChg chg="add del mod">
          <ac:chgData name="Si Jing Goh" userId="fe228f63-d733-4912-9848-3eb5c05e5c90" providerId="ADAL" clId="{D3CB8232-7DC5-4573-8DB2-EB195F94AE5A}" dt="2026-01-09T16:51:27.329" v="25784" actId="478"/>
          <ac:spMkLst>
            <pc:docMk/>
            <pc:sldMk cId="0" sldId="268"/>
            <ac:spMk id="13" creationId="{89ABD7AC-7366-569C-AF97-AC1FA93A86B2}"/>
          </ac:spMkLst>
        </pc:spChg>
        <pc:graphicFrameChg chg="mod modGraphic">
          <ac:chgData name="Si Jing Goh" userId="fe228f63-d733-4912-9848-3eb5c05e5c90" providerId="ADAL" clId="{D3CB8232-7DC5-4573-8DB2-EB195F94AE5A}" dt="2026-01-09T18:32:31.664" v="26955" actId="108"/>
          <ac:graphicFrameMkLst>
            <pc:docMk/>
            <pc:sldMk cId="0" sldId="268"/>
            <ac:graphicFrameMk id="14" creationId="{00000000-0000-0000-0000-000000000000}"/>
          </ac:graphicFrameMkLst>
        </pc:graphicFrameChg>
        <pc:graphicFrameChg chg="mod modGraphic">
          <ac:chgData name="Si Jing Goh" userId="fe228f63-d733-4912-9848-3eb5c05e5c90" providerId="ADAL" clId="{D3CB8232-7DC5-4573-8DB2-EB195F94AE5A}" dt="2026-01-09T16:52:04.283" v="25803" actId="14100"/>
          <ac:graphicFrameMkLst>
            <pc:docMk/>
            <pc:sldMk cId="0" sldId="268"/>
            <ac:graphicFrameMk id="27" creationId="{00000000-0000-0000-0000-000000000000}"/>
          </ac:graphicFrameMkLst>
        </pc:graphicFrameChg>
        <pc:picChg chg="add mod">
          <ac:chgData name="Si Jing Goh" userId="fe228f63-d733-4912-9848-3eb5c05e5c90" providerId="ADAL" clId="{D3CB8232-7DC5-4573-8DB2-EB195F94AE5A}" dt="2026-01-08T17:13:39.654" v="11310" actId="1076"/>
          <ac:picMkLst>
            <pc:docMk/>
            <pc:sldMk cId="0" sldId="268"/>
            <ac:picMk id="11" creationId="{F56FFD60-19E8-FFB7-2DC5-E8DFCA3A0AF6}"/>
          </ac:picMkLst>
        </pc:picChg>
      </pc:sldChg>
      <pc:sldChg chg="addSp delSp modSp add mod modTransition">
        <pc:chgData name="Si Jing Goh" userId="fe228f63-d733-4912-9848-3eb5c05e5c90" providerId="ADAL" clId="{D3CB8232-7DC5-4573-8DB2-EB195F94AE5A}" dt="2026-01-09T10:48:40.094" v="23485"/>
        <pc:sldMkLst>
          <pc:docMk/>
          <pc:sldMk cId="0" sldId="269"/>
        </pc:sldMkLst>
      </pc:sldChg>
      <pc:sldChg chg="addSp delSp modSp add mod modTransition">
        <pc:chgData name="Si Jing Goh" userId="fe228f63-d733-4912-9848-3eb5c05e5c90" providerId="ADAL" clId="{D3CB8232-7DC5-4573-8DB2-EB195F94AE5A}" dt="2026-01-09T18:32:30.679" v="26954" actId="108"/>
        <pc:sldMkLst>
          <pc:docMk/>
          <pc:sldMk cId="0" sldId="270"/>
        </pc:sldMkLst>
        <pc:spChg chg="mod">
          <ac:chgData name="Si Jing Goh" userId="fe228f63-d733-4912-9848-3eb5c05e5c90" providerId="ADAL" clId="{D3CB8232-7DC5-4573-8DB2-EB195F94AE5A}" dt="2026-01-08T17:20:13.253" v="11774" actId="20577"/>
          <ac:spMkLst>
            <pc:docMk/>
            <pc:sldMk cId="0" sldId="270"/>
            <ac:spMk id="7" creationId="{00000000-0000-0000-0000-000000000000}"/>
          </ac:spMkLst>
        </pc:spChg>
        <pc:spChg chg="mod">
          <ac:chgData name="Si Jing Goh" userId="fe228f63-d733-4912-9848-3eb5c05e5c90" providerId="ADAL" clId="{D3CB8232-7DC5-4573-8DB2-EB195F94AE5A}" dt="2026-01-08T17:20:16.378" v="11776" actId="13926"/>
          <ac:spMkLst>
            <pc:docMk/>
            <pc:sldMk cId="0" sldId="270"/>
            <ac:spMk id="11" creationId="{00000000-0000-0000-0000-000000000000}"/>
          </ac:spMkLst>
        </pc:spChg>
        <pc:spChg chg="add del mod">
          <ac:chgData name="Si Jing Goh" userId="fe228f63-d733-4912-9848-3eb5c05e5c90" providerId="ADAL" clId="{D3CB8232-7DC5-4573-8DB2-EB195F94AE5A}" dt="2026-01-09T16:52:47.417" v="25808" actId="478"/>
          <ac:spMkLst>
            <pc:docMk/>
            <pc:sldMk cId="0" sldId="270"/>
            <ac:spMk id="18" creationId="{00BB1CA9-9AE0-8C7E-CBCE-20F3B3536C8A}"/>
          </ac:spMkLst>
        </pc:spChg>
        <pc:graphicFrameChg chg="mod modGraphic">
          <ac:chgData name="Si Jing Goh" userId="fe228f63-d733-4912-9848-3eb5c05e5c90" providerId="ADAL" clId="{D3CB8232-7DC5-4573-8DB2-EB195F94AE5A}" dt="2026-01-09T18:32:30.679" v="26954" actId="108"/>
          <ac:graphicFrameMkLst>
            <pc:docMk/>
            <pc:sldMk cId="0" sldId="270"/>
            <ac:graphicFrameMk id="16" creationId="{00000000-0000-0000-0000-000000000000}"/>
          </ac:graphicFrameMkLst>
        </pc:graphicFrameChg>
        <pc:graphicFrameChg chg="modGraphic">
          <ac:chgData name="Si Jing Goh" userId="fe228f63-d733-4912-9848-3eb5c05e5c90" providerId="ADAL" clId="{D3CB8232-7DC5-4573-8DB2-EB195F94AE5A}" dt="2026-01-08T17:17:53.325" v="11576" actId="14100"/>
          <ac:graphicFrameMkLst>
            <pc:docMk/>
            <pc:sldMk cId="0" sldId="270"/>
            <ac:graphicFrameMk id="31" creationId="{00000000-0000-0000-0000-000000000000}"/>
          </ac:graphicFrameMkLst>
        </pc:graphicFrameChg>
        <pc:picChg chg="add mod">
          <ac:chgData name="Si Jing Goh" userId="fe228f63-d733-4912-9848-3eb5c05e5c90" providerId="ADAL" clId="{D3CB8232-7DC5-4573-8DB2-EB195F94AE5A}" dt="2026-01-08T17:19:33.821" v="11733" actId="1035"/>
          <ac:picMkLst>
            <pc:docMk/>
            <pc:sldMk cId="0" sldId="270"/>
            <ac:picMk id="14" creationId="{04A88275-52F6-5A41-8C3E-AA7C38943E95}"/>
          </ac:picMkLst>
        </pc:picChg>
      </pc:sldChg>
      <pc:sldChg chg="addSp delSp modSp add mod modTransition">
        <pc:chgData name="Si Jing Goh" userId="fe228f63-d733-4912-9848-3eb5c05e5c90" providerId="ADAL" clId="{D3CB8232-7DC5-4573-8DB2-EB195F94AE5A}" dt="2026-01-10T05:09:18.224" v="27027" actId="478"/>
        <pc:sldMkLst>
          <pc:docMk/>
          <pc:sldMk cId="0" sldId="271"/>
        </pc:sldMkLst>
        <pc:spChg chg="del mod">
          <ac:chgData name="Si Jing Goh" userId="fe228f63-d733-4912-9848-3eb5c05e5c90" providerId="ADAL" clId="{D3CB8232-7DC5-4573-8DB2-EB195F94AE5A}" dt="2026-01-10T05:09:18.224" v="27027" actId="478"/>
          <ac:spMkLst>
            <pc:docMk/>
            <pc:sldMk cId="0" sldId="271"/>
            <ac:spMk id="10" creationId="{4E7C6727-D810-7072-51A3-1349E1E7B542}"/>
          </ac:spMkLst>
        </pc:spChg>
        <pc:spChg chg="add del mod">
          <ac:chgData name="Si Jing Goh" userId="fe228f63-d733-4912-9848-3eb5c05e5c90" providerId="ADAL" clId="{D3CB8232-7DC5-4573-8DB2-EB195F94AE5A}" dt="2026-01-09T17:00:44.893" v="25989" actId="478"/>
          <ac:spMkLst>
            <pc:docMk/>
            <pc:sldMk cId="0" sldId="271"/>
            <ac:spMk id="10" creationId="{7255A1DF-A622-06A7-D746-34EDDD21C4EA}"/>
          </ac:spMkLst>
        </pc:spChg>
        <pc:spChg chg="mod">
          <ac:chgData name="Si Jing Goh" userId="fe228f63-d733-4912-9848-3eb5c05e5c90" providerId="ADAL" clId="{D3CB8232-7DC5-4573-8DB2-EB195F94AE5A}" dt="2026-01-10T05:09:17.276" v="27026"/>
          <ac:spMkLst>
            <pc:docMk/>
            <pc:sldMk cId="0" sldId="271"/>
            <ac:spMk id="12" creationId="{00000000-0000-0000-0000-000000000000}"/>
          </ac:spMkLst>
        </pc:spChg>
        <pc:spChg chg="add mod">
          <ac:chgData name="Si Jing Goh" userId="fe228f63-d733-4912-9848-3eb5c05e5c90" providerId="ADAL" clId="{D3CB8232-7DC5-4573-8DB2-EB195F94AE5A}" dt="2026-01-09T17:00:42.791" v="25988" actId="1036"/>
          <ac:spMkLst>
            <pc:docMk/>
            <pc:sldMk cId="0" sldId="271"/>
            <ac:spMk id="14" creationId="{7EC06BFA-05D4-A199-1F9C-5F801D213297}"/>
          </ac:spMkLst>
        </pc:spChg>
        <pc:grpChg chg="mod">
          <ac:chgData name="Si Jing Goh" userId="fe228f63-d733-4912-9848-3eb5c05e5c90" providerId="ADAL" clId="{D3CB8232-7DC5-4573-8DB2-EB195F94AE5A}" dt="2026-01-09T16:59:26.876" v="25974" actId="1076"/>
          <ac:grpSpMkLst>
            <pc:docMk/>
            <pc:sldMk cId="0" sldId="271"/>
            <ac:grpSpMk id="13" creationId="{D4E37CAE-DE3A-842E-5C76-7837F4C5060E}"/>
          </ac:grpSpMkLst>
        </pc:grpChg>
        <pc:graphicFrameChg chg="mod">
          <ac:chgData name="Si Jing Goh" userId="fe228f63-d733-4912-9848-3eb5c05e5c90" providerId="ADAL" clId="{D3CB8232-7DC5-4573-8DB2-EB195F94AE5A}" dt="2026-01-09T17:00:35.575" v="25985"/>
          <ac:graphicFrameMkLst>
            <pc:docMk/>
            <pc:sldMk cId="0" sldId="271"/>
            <ac:graphicFrameMk id="11" creationId="{D0948A01-2732-2916-14D3-FDB1A6D776C4}"/>
          </ac:graphicFrameMkLst>
        </pc:graphicFrameChg>
        <pc:graphicFrameChg chg="mod modGraphic">
          <ac:chgData name="Si Jing Goh" userId="fe228f63-d733-4912-9848-3eb5c05e5c90" providerId="ADAL" clId="{D3CB8232-7DC5-4573-8DB2-EB195F94AE5A}" dt="2026-01-09T16:59:01.646" v="25963" actId="14100"/>
          <ac:graphicFrameMkLst>
            <pc:docMk/>
            <pc:sldMk cId="0" sldId="271"/>
            <ac:graphicFrameMk id="17" creationId="{00000000-0000-0000-0000-000000000000}"/>
          </ac:graphicFrameMkLst>
        </pc:graphicFrameChg>
        <pc:graphicFrameChg chg="mod modGraphic">
          <ac:chgData name="Si Jing Goh" userId="fe228f63-d733-4912-9848-3eb5c05e5c90" providerId="ADAL" clId="{D3CB8232-7DC5-4573-8DB2-EB195F94AE5A}" dt="2026-01-09T16:59:22.570" v="25973" actId="20577"/>
          <ac:graphicFrameMkLst>
            <pc:docMk/>
            <pc:sldMk cId="0" sldId="271"/>
            <ac:graphicFrameMk id="33" creationId="{00000000-0000-0000-0000-000000000000}"/>
          </ac:graphicFrameMkLst>
        </pc:graphicFrameChg>
        <pc:picChg chg="mod">
          <ac:chgData name="Si Jing Goh" userId="fe228f63-d733-4912-9848-3eb5c05e5c90" providerId="ADAL" clId="{D3CB8232-7DC5-4573-8DB2-EB195F94AE5A}" dt="2026-01-08T17:23:54.566" v="11836" actId="1076"/>
          <ac:picMkLst>
            <pc:docMk/>
            <pc:sldMk cId="0" sldId="271"/>
            <ac:picMk id="5" creationId="{00000000-0000-0000-0000-000000000000}"/>
          </ac:picMkLst>
        </pc:picChg>
      </pc:sldChg>
      <pc:sldChg chg="addSp delSp modSp add mod modTransition">
        <pc:chgData name="Si Jing Goh" userId="fe228f63-d733-4912-9848-3eb5c05e5c90" providerId="ADAL" clId="{D3CB8232-7DC5-4573-8DB2-EB195F94AE5A}" dt="2026-01-09T08:44:37.850" v="18633"/>
        <pc:sldMkLst>
          <pc:docMk/>
          <pc:sldMk cId="0" sldId="272"/>
        </pc:sldMkLst>
      </pc:sldChg>
      <pc:sldChg chg="addSp delSp modSp add mod modTransition">
        <pc:chgData name="Si Jing Goh" userId="fe228f63-d733-4912-9848-3eb5c05e5c90" providerId="ADAL" clId="{D3CB8232-7DC5-4573-8DB2-EB195F94AE5A}" dt="2026-01-09T17:05:56.260" v="26099" actId="478"/>
        <pc:sldMkLst>
          <pc:docMk/>
          <pc:sldMk cId="0" sldId="273"/>
        </pc:sldMkLst>
        <pc:spChg chg="mod">
          <ac:chgData name="Si Jing Goh" userId="fe228f63-d733-4912-9848-3eb5c05e5c90" providerId="ADAL" clId="{D3CB8232-7DC5-4573-8DB2-EB195F94AE5A}" dt="2026-01-09T03:14:56.800" v="12201" actId="13926"/>
          <ac:spMkLst>
            <pc:docMk/>
            <pc:sldMk cId="0" sldId="273"/>
            <ac:spMk id="12" creationId="{00000000-0000-0000-0000-000000000000}"/>
          </ac:spMkLst>
        </pc:spChg>
        <pc:spChg chg="add del mod">
          <ac:chgData name="Si Jing Goh" userId="fe228f63-d733-4912-9848-3eb5c05e5c90" providerId="ADAL" clId="{D3CB8232-7DC5-4573-8DB2-EB195F94AE5A}" dt="2026-01-09T17:05:56.260" v="26099" actId="478"/>
          <ac:spMkLst>
            <pc:docMk/>
            <pc:sldMk cId="0" sldId="273"/>
            <ac:spMk id="13" creationId="{61742D5E-B2D8-A18B-EE16-6CFE57158734}"/>
          </ac:spMkLst>
        </pc:spChg>
        <pc:spChg chg="add mod">
          <ac:chgData name="Si Jing Goh" userId="fe228f63-d733-4912-9848-3eb5c05e5c90" providerId="ADAL" clId="{D3CB8232-7DC5-4573-8DB2-EB195F94AE5A}" dt="2026-01-09T03:17:03.837" v="12427"/>
          <ac:spMkLst>
            <pc:docMk/>
            <pc:sldMk cId="0" sldId="273"/>
            <ac:spMk id="14" creationId="{2C935E15-2610-F368-E87F-9C5A6AFCA85D}"/>
          </ac:spMkLst>
        </pc:spChg>
        <pc:graphicFrameChg chg="mod modGraphic">
          <ac:chgData name="Si Jing Goh" userId="fe228f63-d733-4912-9848-3eb5c05e5c90" providerId="ADAL" clId="{D3CB8232-7DC5-4573-8DB2-EB195F94AE5A}" dt="2026-01-09T17:04:49.315" v="26083" actId="14100"/>
          <ac:graphicFrameMkLst>
            <pc:docMk/>
            <pc:sldMk cId="0" sldId="273"/>
            <ac:graphicFrameMk id="19" creationId="{00000000-0000-0000-0000-000000000000}"/>
          </ac:graphicFrameMkLst>
        </pc:graphicFrameChg>
        <pc:graphicFrameChg chg="mod modGraphic">
          <ac:chgData name="Si Jing Goh" userId="fe228f63-d733-4912-9848-3eb5c05e5c90" providerId="ADAL" clId="{D3CB8232-7DC5-4573-8DB2-EB195F94AE5A}" dt="2026-01-09T17:05:46.835" v="26098"/>
          <ac:graphicFrameMkLst>
            <pc:docMk/>
            <pc:sldMk cId="0" sldId="273"/>
            <ac:graphicFrameMk id="37" creationId="{00000000-0000-0000-0000-000000000000}"/>
          </ac:graphicFrameMkLst>
        </pc:graphicFrameChg>
        <pc:picChg chg="del">
          <ac:chgData name="Si Jing Goh" userId="fe228f63-d733-4912-9848-3eb5c05e5c90" providerId="ADAL" clId="{D3CB8232-7DC5-4573-8DB2-EB195F94AE5A}" dt="2026-01-09T03:09:49.165" v="11999" actId="478"/>
          <ac:picMkLst>
            <pc:docMk/>
            <pc:sldMk cId="0" sldId="273"/>
            <ac:picMk id="5" creationId="{00000000-0000-0000-0000-000000000000}"/>
          </ac:picMkLst>
        </pc:picChg>
        <pc:picChg chg="add mod">
          <ac:chgData name="Si Jing Goh" userId="fe228f63-d733-4912-9848-3eb5c05e5c90" providerId="ADAL" clId="{D3CB8232-7DC5-4573-8DB2-EB195F94AE5A}" dt="2026-01-09T03:09:51.091" v="12001" actId="1076"/>
          <ac:picMkLst>
            <pc:docMk/>
            <pc:sldMk cId="0" sldId="273"/>
            <ac:picMk id="11" creationId="{C22322D1-1697-2D70-EE76-C3D53CE8ABD6}"/>
          </ac:picMkLst>
        </pc:picChg>
      </pc:sldChg>
      <pc:sldChg chg="addSp delSp modSp add mod modTransition">
        <pc:chgData name="Si Jing Goh" userId="fe228f63-d733-4912-9848-3eb5c05e5c90" providerId="ADAL" clId="{D3CB8232-7DC5-4573-8DB2-EB195F94AE5A}" dt="2026-01-09T17:06:53.515" v="26121" actId="478"/>
        <pc:sldMkLst>
          <pc:docMk/>
          <pc:sldMk cId="0" sldId="274"/>
        </pc:sldMkLst>
        <pc:spChg chg="mod">
          <ac:chgData name="Si Jing Goh" userId="fe228f63-d733-4912-9848-3eb5c05e5c90" providerId="ADAL" clId="{D3CB8232-7DC5-4573-8DB2-EB195F94AE5A}" dt="2026-01-09T03:17:56.508" v="12464" actId="1035"/>
          <ac:spMkLst>
            <pc:docMk/>
            <pc:sldMk cId="0" sldId="274"/>
            <ac:spMk id="12" creationId="{00000000-0000-0000-0000-000000000000}"/>
          </ac:spMkLst>
        </pc:spChg>
        <pc:spChg chg="add mod">
          <ac:chgData name="Si Jing Goh" userId="fe228f63-d733-4912-9848-3eb5c05e5c90" providerId="ADAL" clId="{D3CB8232-7DC5-4573-8DB2-EB195F94AE5A}" dt="2026-01-09T03:17:09.715" v="12428"/>
          <ac:spMkLst>
            <pc:docMk/>
            <pc:sldMk cId="0" sldId="274"/>
            <ac:spMk id="13" creationId="{885AC7E9-B793-A2E6-D76F-449BB395AA2E}"/>
          </ac:spMkLst>
        </pc:spChg>
        <pc:spChg chg="add del mod">
          <ac:chgData name="Si Jing Goh" userId="fe228f63-d733-4912-9848-3eb5c05e5c90" providerId="ADAL" clId="{D3CB8232-7DC5-4573-8DB2-EB195F94AE5A}" dt="2026-01-09T17:06:53.515" v="26121" actId="478"/>
          <ac:spMkLst>
            <pc:docMk/>
            <pc:sldMk cId="0" sldId="274"/>
            <ac:spMk id="14" creationId="{A5C63E41-0830-1883-D380-2F04C98F6442}"/>
          </ac:spMkLst>
        </pc:spChg>
        <pc:spChg chg="add del mod">
          <ac:chgData name="Si Jing Goh" userId="fe228f63-d733-4912-9848-3eb5c05e5c90" providerId="ADAL" clId="{D3CB8232-7DC5-4573-8DB2-EB195F94AE5A}" dt="2026-01-09T03:18:01.167" v="12471" actId="478"/>
          <ac:spMkLst>
            <pc:docMk/>
            <pc:sldMk cId="0" sldId="274"/>
            <ac:spMk id="15" creationId="{BAF88DFA-617C-F6A5-E41B-5B4352B82D58}"/>
          </ac:spMkLst>
        </pc:spChg>
        <pc:graphicFrameChg chg="add del mod modGraphic">
          <ac:chgData name="Si Jing Goh" userId="fe228f63-d733-4912-9848-3eb5c05e5c90" providerId="ADAL" clId="{D3CB8232-7DC5-4573-8DB2-EB195F94AE5A}" dt="2026-01-09T03:19:48.052" v="12477" actId="478"/>
          <ac:graphicFrameMkLst>
            <pc:docMk/>
            <pc:sldMk cId="0" sldId="274"/>
            <ac:graphicFrameMk id="16" creationId="{B68185F4-6F8E-D615-3862-57D1E4D1F6B7}"/>
          </ac:graphicFrameMkLst>
        </pc:graphicFrameChg>
        <pc:graphicFrameChg chg="mod modGraphic">
          <ac:chgData name="Si Jing Goh" userId="fe228f63-d733-4912-9848-3eb5c05e5c90" providerId="ADAL" clId="{D3CB8232-7DC5-4573-8DB2-EB195F94AE5A}" dt="2026-01-09T17:06:45.278" v="26119" actId="20577"/>
          <ac:graphicFrameMkLst>
            <pc:docMk/>
            <pc:sldMk cId="0" sldId="274"/>
            <ac:graphicFrameMk id="20" creationId="{00000000-0000-0000-0000-000000000000}"/>
          </ac:graphicFrameMkLst>
        </pc:graphicFrameChg>
        <pc:graphicFrameChg chg="mod modGraphic">
          <ac:chgData name="Si Jing Goh" userId="fe228f63-d733-4912-9848-3eb5c05e5c90" providerId="ADAL" clId="{D3CB8232-7DC5-4573-8DB2-EB195F94AE5A}" dt="2026-01-09T17:06:51.845" v="26120"/>
          <ac:graphicFrameMkLst>
            <pc:docMk/>
            <pc:sldMk cId="0" sldId="274"/>
            <ac:graphicFrameMk id="39" creationId="{00000000-0000-0000-0000-000000000000}"/>
          </ac:graphicFrameMkLst>
        </pc:graphicFrameChg>
        <pc:picChg chg="add mod">
          <ac:chgData name="Si Jing Goh" userId="fe228f63-d733-4912-9848-3eb5c05e5c90" providerId="ADAL" clId="{D3CB8232-7DC5-4573-8DB2-EB195F94AE5A}" dt="2026-01-09T03:15:20.351" v="12215" actId="1076"/>
          <ac:picMkLst>
            <pc:docMk/>
            <pc:sldMk cId="0" sldId="274"/>
            <ac:picMk id="11" creationId="{245444F0-056B-9C5B-B487-D3F99E62662B}"/>
          </ac:picMkLst>
        </pc:picChg>
      </pc:sldChg>
      <pc:sldChg chg="addSp delSp modSp add mod modTransition">
        <pc:chgData name="Si Jing Goh" userId="fe228f63-d733-4912-9848-3eb5c05e5c90" providerId="ADAL" clId="{D3CB8232-7DC5-4573-8DB2-EB195F94AE5A}" dt="2026-01-09T17:07:56.376" v="26147" actId="1076"/>
        <pc:sldMkLst>
          <pc:docMk/>
          <pc:sldMk cId="0" sldId="275"/>
        </pc:sldMkLst>
        <pc:spChg chg="add del mod">
          <ac:chgData name="Si Jing Goh" userId="fe228f63-d733-4912-9848-3eb5c05e5c90" providerId="ADAL" clId="{D3CB8232-7DC5-4573-8DB2-EB195F94AE5A}" dt="2026-01-09T17:07:46.961" v="26140" actId="478"/>
          <ac:spMkLst>
            <pc:docMk/>
            <pc:sldMk cId="0" sldId="275"/>
            <ac:spMk id="10" creationId="{F2066B31-5D8A-1522-FCA8-389F9B1C3D00}"/>
          </ac:spMkLst>
        </pc:spChg>
        <pc:spChg chg="add mod">
          <ac:chgData name="Si Jing Goh" userId="fe228f63-d733-4912-9848-3eb5c05e5c90" providerId="ADAL" clId="{D3CB8232-7DC5-4573-8DB2-EB195F94AE5A}" dt="2026-01-09T03:42:40.305" v="12843" actId="1076"/>
          <ac:spMkLst>
            <pc:docMk/>
            <pc:sldMk cId="0" sldId="275"/>
            <ac:spMk id="11" creationId="{5B60D74C-A3EE-A7C1-9018-29EACE155F94}"/>
          </ac:spMkLst>
        </pc:spChg>
        <pc:spChg chg="mod">
          <ac:chgData name="Si Jing Goh" userId="fe228f63-d733-4912-9848-3eb5c05e5c90" providerId="ADAL" clId="{D3CB8232-7DC5-4573-8DB2-EB195F94AE5A}" dt="2026-01-09T03:21:47.653" v="12516" actId="1035"/>
          <ac:spMkLst>
            <pc:docMk/>
            <pc:sldMk cId="0" sldId="275"/>
            <ac:spMk id="12" creationId="{00000000-0000-0000-0000-000000000000}"/>
          </ac:spMkLst>
        </pc:spChg>
        <pc:graphicFrameChg chg="mod modGraphic">
          <ac:chgData name="Si Jing Goh" userId="fe228f63-d733-4912-9848-3eb5c05e5c90" providerId="ADAL" clId="{D3CB8232-7DC5-4573-8DB2-EB195F94AE5A}" dt="2026-01-09T17:07:43.201" v="26139" actId="14100"/>
          <ac:graphicFrameMkLst>
            <pc:docMk/>
            <pc:sldMk cId="0" sldId="275"/>
            <ac:graphicFrameMk id="21" creationId="{00000000-0000-0000-0000-000000000000}"/>
          </ac:graphicFrameMkLst>
        </pc:graphicFrameChg>
        <pc:graphicFrameChg chg="mod modGraphic">
          <ac:chgData name="Si Jing Goh" userId="fe228f63-d733-4912-9848-3eb5c05e5c90" providerId="ADAL" clId="{D3CB8232-7DC5-4573-8DB2-EB195F94AE5A}" dt="2026-01-09T03:42:15.001" v="12840"/>
          <ac:graphicFrameMkLst>
            <pc:docMk/>
            <pc:sldMk cId="0" sldId="275"/>
            <ac:graphicFrameMk id="41" creationId="{00000000-0000-0000-0000-000000000000}"/>
          </ac:graphicFrameMkLst>
        </pc:graphicFrameChg>
        <pc:picChg chg="mod modCrop">
          <ac:chgData name="Si Jing Goh" userId="fe228f63-d733-4912-9848-3eb5c05e5c90" providerId="ADAL" clId="{D3CB8232-7DC5-4573-8DB2-EB195F94AE5A}" dt="2026-01-09T17:07:56.376" v="26147" actId="1076"/>
          <ac:picMkLst>
            <pc:docMk/>
            <pc:sldMk cId="0" sldId="275"/>
            <ac:picMk id="5" creationId="{00000000-0000-0000-0000-000000000000}"/>
          </ac:picMkLst>
        </pc:picChg>
      </pc:sldChg>
      <pc:sldChg chg="addSp delSp modSp add mod modTransition">
        <pc:chgData name="Si Jing Goh" userId="fe228f63-d733-4912-9848-3eb5c05e5c90" providerId="ADAL" clId="{D3CB8232-7DC5-4573-8DB2-EB195F94AE5A}" dt="2026-01-09T17:08:58.274" v="26174" actId="478"/>
        <pc:sldMkLst>
          <pc:docMk/>
          <pc:sldMk cId="0" sldId="276"/>
        </pc:sldMkLst>
        <pc:spChg chg="mod">
          <ac:chgData name="Si Jing Goh" userId="fe228f63-d733-4912-9848-3eb5c05e5c90" providerId="ADAL" clId="{D3CB8232-7DC5-4573-8DB2-EB195F94AE5A}" dt="2026-01-09T03:50:26.662" v="13336"/>
          <ac:spMkLst>
            <pc:docMk/>
            <pc:sldMk cId="0" sldId="276"/>
            <ac:spMk id="8" creationId="{00000000-0000-0000-0000-000000000000}"/>
          </ac:spMkLst>
        </pc:spChg>
        <pc:spChg chg="del">
          <ac:chgData name="Si Jing Goh" userId="fe228f63-d733-4912-9848-3eb5c05e5c90" providerId="ADAL" clId="{D3CB8232-7DC5-4573-8DB2-EB195F94AE5A}" dt="2026-01-09T03:42:54.855" v="12844" actId="478"/>
          <ac:spMkLst>
            <pc:docMk/>
            <pc:sldMk cId="0" sldId="276"/>
            <ac:spMk id="12" creationId="{00000000-0000-0000-0000-000000000000}"/>
          </ac:spMkLst>
        </pc:spChg>
        <pc:spChg chg="mod">
          <ac:chgData name="Si Jing Goh" userId="fe228f63-d733-4912-9848-3eb5c05e5c90" providerId="ADAL" clId="{D3CB8232-7DC5-4573-8DB2-EB195F94AE5A}" dt="2026-01-09T03:46:41.950" v="13160" actId="1035"/>
          <ac:spMkLst>
            <pc:docMk/>
            <pc:sldMk cId="0" sldId="276"/>
            <ac:spMk id="13" creationId="{00000000-0000-0000-0000-000000000000}"/>
          </ac:spMkLst>
        </pc:spChg>
        <pc:spChg chg="add mod">
          <ac:chgData name="Si Jing Goh" userId="fe228f63-d733-4912-9848-3eb5c05e5c90" providerId="ADAL" clId="{D3CB8232-7DC5-4573-8DB2-EB195F94AE5A}" dt="2026-01-09T03:50:03.934" v="13325" actId="20577"/>
          <ac:spMkLst>
            <pc:docMk/>
            <pc:sldMk cId="0" sldId="276"/>
            <ac:spMk id="15" creationId="{F7AB3B8C-AFF6-A700-2EEB-7CE424B2954E}"/>
          </ac:spMkLst>
        </pc:spChg>
        <pc:spChg chg="add del mod">
          <ac:chgData name="Si Jing Goh" userId="fe228f63-d733-4912-9848-3eb5c05e5c90" providerId="ADAL" clId="{D3CB8232-7DC5-4573-8DB2-EB195F94AE5A}" dt="2026-01-09T17:08:58.274" v="26174" actId="478"/>
          <ac:spMkLst>
            <pc:docMk/>
            <pc:sldMk cId="0" sldId="276"/>
            <ac:spMk id="18" creationId="{C8206783-1D1B-F0BF-FFC3-5EC47C1922C8}"/>
          </ac:spMkLst>
        </pc:spChg>
        <pc:graphicFrameChg chg="add mod">
          <ac:chgData name="Si Jing Goh" userId="fe228f63-d733-4912-9848-3eb5c05e5c90" providerId="ADAL" clId="{D3CB8232-7DC5-4573-8DB2-EB195F94AE5A}" dt="2026-01-09T17:08:18.869" v="26151"/>
          <ac:graphicFrameMkLst>
            <pc:docMk/>
            <pc:sldMk cId="0" sldId="276"/>
            <ac:graphicFrameMk id="10" creationId="{1E23EA16-4B36-E790-E7C6-A30913DBB819}"/>
          </ac:graphicFrameMkLst>
        </pc:graphicFrameChg>
        <pc:graphicFrameChg chg="add mod">
          <ac:chgData name="Si Jing Goh" userId="fe228f63-d733-4912-9848-3eb5c05e5c90" providerId="ADAL" clId="{D3CB8232-7DC5-4573-8DB2-EB195F94AE5A}" dt="2026-01-09T03:49:37.707" v="13241"/>
          <ac:graphicFrameMkLst>
            <pc:docMk/>
            <pc:sldMk cId="0" sldId="276"/>
            <ac:graphicFrameMk id="10" creationId="{3099AC02-FB16-A8B3-9F2A-EAEA2D7DF8D3}"/>
          </ac:graphicFrameMkLst>
        </pc:graphicFrameChg>
        <pc:graphicFrameChg chg="add del mod modGraphic">
          <ac:chgData name="Si Jing Goh" userId="fe228f63-d733-4912-9848-3eb5c05e5c90" providerId="ADAL" clId="{D3CB8232-7DC5-4573-8DB2-EB195F94AE5A}" dt="2026-01-09T17:08:20.567" v="26152" actId="478"/>
          <ac:graphicFrameMkLst>
            <pc:docMk/>
            <pc:sldMk cId="0" sldId="276"/>
            <ac:graphicFrameMk id="14" creationId="{89872BB6-D230-3E0C-1FFA-45AEE9A3D816}"/>
          </ac:graphicFrameMkLst>
        </pc:graphicFrameChg>
        <pc:graphicFrameChg chg="mod modGraphic">
          <ac:chgData name="Si Jing Goh" userId="fe228f63-d733-4912-9848-3eb5c05e5c90" providerId="ADAL" clId="{D3CB8232-7DC5-4573-8DB2-EB195F94AE5A}" dt="2026-01-09T17:08:52.286" v="26173" actId="5793"/>
          <ac:graphicFrameMkLst>
            <pc:docMk/>
            <pc:sldMk cId="0" sldId="276"/>
            <ac:graphicFrameMk id="22" creationId="{00000000-0000-0000-0000-000000000000}"/>
          </ac:graphicFrameMkLst>
        </pc:graphicFrameChg>
        <pc:picChg chg="del">
          <ac:chgData name="Si Jing Goh" userId="fe228f63-d733-4912-9848-3eb5c05e5c90" providerId="ADAL" clId="{D3CB8232-7DC5-4573-8DB2-EB195F94AE5A}" dt="2026-01-09T03:42:54.855" v="12844" actId="478"/>
          <ac:picMkLst>
            <pc:docMk/>
            <pc:sldMk cId="0" sldId="276"/>
            <ac:picMk id="11" creationId="{00000000-0000-0000-0000-000000000000}"/>
          </ac:picMkLst>
        </pc:picChg>
        <pc:picChg chg="add mod">
          <ac:chgData name="Si Jing Goh" userId="fe228f63-d733-4912-9848-3eb5c05e5c90" providerId="ADAL" clId="{D3CB8232-7DC5-4573-8DB2-EB195F94AE5A}" dt="2026-01-09T03:50:16.905" v="13334" actId="1036"/>
          <ac:picMkLst>
            <pc:docMk/>
            <pc:sldMk cId="0" sldId="276"/>
            <ac:picMk id="17" creationId="{2B2C555E-7F64-5769-0FE1-3194591454F4}"/>
          </ac:picMkLst>
        </pc:picChg>
      </pc:sldChg>
      <pc:sldChg chg="addSp delSp modSp add mod modTransition">
        <pc:chgData name="Si Jing Goh" userId="fe228f63-d733-4912-9848-3eb5c05e5c90" providerId="ADAL" clId="{D3CB8232-7DC5-4573-8DB2-EB195F94AE5A}" dt="2026-01-10T05:52:57.981" v="27059" actId="20577"/>
        <pc:sldMkLst>
          <pc:docMk/>
          <pc:sldMk cId="0" sldId="277"/>
        </pc:sldMkLst>
        <pc:spChg chg="add del mod">
          <ac:chgData name="Si Jing Goh" userId="fe228f63-d733-4912-9848-3eb5c05e5c90" providerId="ADAL" clId="{D3CB8232-7DC5-4573-8DB2-EB195F94AE5A}" dt="2026-01-09T17:11:23.584" v="26328" actId="478"/>
          <ac:spMkLst>
            <pc:docMk/>
            <pc:sldMk cId="0" sldId="277"/>
            <ac:spMk id="10" creationId="{E9971CDA-D8DF-1046-A38A-4018A5343F26}"/>
          </ac:spMkLst>
        </pc:spChg>
        <pc:spChg chg="add mod">
          <ac:chgData name="Si Jing Goh" userId="fe228f63-d733-4912-9848-3eb5c05e5c90" providerId="ADAL" clId="{D3CB8232-7DC5-4573-8DB2-EB195F94AE5A}" dt="2026-01-09T04:32:49.682" v="13430"/>
          <ac:spMkLst>
            <pc:docMk/>
            <pc:sldMk cId="0" sldId="277"/>
            <ac:spMk id="11" creationId="{57AD0076-390B-9CD1-F3DC-C7049C9F2370}"/>
          </ac:spMkLst>
        </pc:spChg>
        <pc:spChg chg="mod">
          <ac:chgData name="Si Jing Goh" userId="fe228f63-d733-4912-9848-3eb5c05e5c90" providerId="ADAL" clId="{D3CB8232-7DC5-4573-8DB2-EB195F94AE5A}" dt="2026-01-09T04:32:55.384" v="13432" actId="13926"/>
          <ac:spMkLst>
            <pc:docMk/>
            <pc:sldMk cId="0" sldId="277"/>
            <ac:spMk id="12" creationId="{00000000-0000-0000-0000-000000000000}"/>
          </ac:spMkLst>
        </pc:spChg>
        <pc:graphicFrameChg chg="mod modGraphic">
          <ac:chgData name="Si Jing Goh" userId="fe228f63-d733-4912-9848-3eb5c05e5c90" providerId="ADAL" clId="{D3CB8232-7DC5-4573-8DB2-EB195F94AE5A}" dt="2026-01-10T05:52:57.981" v="27059" actId="20577"/>
          <ac:graphicFrameMkLst>
            <pc:docMk/>
            <pc:sldMk cId="0" sldId="277"/>
            <ac:graphicFrameMk id="23" creationId="{00000000-0000-0000-0000-000000000000}"/>
          </ac:graphicFrameMkLst>
        </pc:graphicFrameChg>
        <pc:graphicFrameChg chg="mod modGraphic">
          <ac:chgData name="Si Jing Goh" userId="fe228f63-d733-4912-9848-3eb5c05e5c90" providerId="ADAL" clId="{D3CB8232-7DC5-4573-8DB2-EB195F94AE5A}" dt="2026-01-09T17:11:24.712" v="26329"/>
          <ac:graphicFrameMkLst>
            <pc:docMk/>
            <pc:sldMk cId="0" sldId="277"/>
            <ac:graphicFrameMk id="45" creationId="{00000000-0000-0000-0000-000000000000}"/>
          </ac:graphicFrameMkLst>
        </pc:graphicFrameChg>
        <pc:picChg chg="mod">
          <ac:chgData name="Si Jing Goh" userId="fe228f63-d733-4912-9848-3eb5c05e5c90" providerId="ADAL" clId="{D3CB8232-7DC5-4573-8DB2-EB195F94AE5A}" dt="2026-01-09T03:48:46.110" v="13178" actId="1076"/>
          <ac:picMkLst>
            <pc:docMk/>
            <pc:sldMk cId="0" sldId="277"/>
            <ac:picMk id="5" creationId="{00000000-0000-0000-0000-000000000000}"/>
          </ac:picMkLst>
        </pc:picChg>
      </pc:sldChg>
      <pc:sldChg chg="addSp delSp modSp add mod ord modTransition">
        <pc:chgData name="Si Jing Goh" userId="fe228f63-d733-4912-9848-3eb5c05e5c90" providerId="ADAL" clId="{D3CB8232-7DC5-4573-8DB2-EB195F94AE5A}" dt="2026-01-09T11:21:00.718" v="25332" actId="14100"/>
        <pc:sldMkLst>
          <pc:docMk/>
          <pc:sldMk cId="0" sldId="278"/>
        </pc:sldMkLst>
        <pc:spChg chg="add mod">
          <ac:chgData name="Si Jing Goh" userId="fe228f63-d733-4912-9848-3eb5c05e5c90" providerId="ADAL" clId="{D3CB8232-7DC5-4573-8DB2-EB195F94AE5A}" dt="2026-01-09T11:21:00.718" v="25332" actId="14100"/>
          <ac:spMkLst>
            <pc:docMk/>
            <pc:sldMk cId="0" sldId="278"/>
            <ac:spMk id="6" creationId="{4C8C219C-36D8-1228-3965-EA6E61C9279A}"/>
          </ac:spMkLst>
        </pc:spChg>
      </pc:sldChg>
      <pc:sldChg chg="addSp delSp modSp add mod modTransition">
        <pc:chgData name="Si Jing Goh" userId="fe228f63-d733-4912-9848-3eb5c05e5c90" providerId="ADAL" clId="{D3CB8232-7DC5-4573-8DB2-EB195F94AE5A}" dt="2026-01-09T17:12:37.368" v="26370" actId="478"/>
        <pc:sldMkLst>
          <pc:docMk/>
          <pc:sldMk cId="0" sldId="279"/>
        </pc:sldMkLst>
        <pc:spChg chg="mod">
          <ac:chgData name="Si Jing Goh" userId="fe228f63-d733-4912-9848-3eb5c05e5c90" providerId="ADAL" clId="{D3CB8232-7DC5-4573-8DB2-EB195F94AE5A}" dt="2026-01-09T04:35:54.131" v="13611" actId="20577"/>
          <ac:spMkLst>
            <pc:docMk/>
            <pc:sldMk cId="0" sldId="279"/>
            <ac:spMk id="2" creationId="{00000000-0000-0000-0000-000000000000}"/>
          </ac:spMkLst>
        </pc:spChg>
        <pc:spChg chg="mod">
          <ac:chgData name="Si Jing Goh" userId="fe228f63-d733-4912-9848-3eb5c05e5c90" providerId="ADAL" clId="{D3CB8232-7DC5-4573-8DB2-EB195F94AE5A}" dt="2026-01-09T04:37:49.424" v="13689" actId="20577"/>
          <ac:spMkLst>
            <pc:docMk/>
            <pc:sldMk cId="0" sldId="279"/>
            <ac:spMk id="8" creationId="{00000000-0000-0000-0000-000000000000}"/>
          </ac:spMkLst>
        </pc:spChg>
        <pc:spChg chg="del">
          <ac:chgData name="Si Jing Goh" userId="fe228f63-d733-4912-9848-3eb5c05e5c90" providerId="ADAL" clId="{D3CB8232-7DC5-4573-8DB2-EB195F94AE5A}" dt="2026-01-09T04:36:55.663" v="13617" actId="478"/>
          <ac:spMkLst>
            <pc:docMk/>
            <pc:sldMk cId="0" sldId="279"/>
            <ac:spMk id="11" creationId="{00000000-0000-0000-0000-000000000000}"/>
          </ac:spMkLst>
        </pc:spChg>
        <pc:spChg chg="del">
          <ac:chgData name="Si Jing Goh" userId="fe228f63-d733-4912-9848-3eb5c05e5c90" providerId="ADAL" clId="{D3CB8232-7DC5-4573-8DB2-EB195F94AE5A}" dt="2026-01-09T04:36:55.663" v="13617" actId="478"/>
          <ac:spMkLst>
            <pc:docMk/>
            <pc:sldMk cId="0" sldId="279"/>
            <ac:spMk id="12" creationId="{00000000-0000-0000-0000-000000000000}"/>
          </ac:spMkLst>
        </pc:spChg>
        <pc:spChg chg="del">
          <ac:chgData name="Si Jing Goh" userId="fe228f63-d733-4912-9848-3eb5c05e5c90" providerId="ADAL" clId="{D3CB8232-7DC5-4573-8DB2-EB195F94AE5A}" dt="2026-01-09T04:36:55.663" v="13617" actId="478"/>
          <ac:spMkLst>
            <pc:docMk/>
            <pc:sldMk cId="0" sldId="279"/>
            <ac:spMk id="13" creationId="{00000000-0000-0000-0000-000000000000}"/>
          </ac:spMkLst>
        </pc:spChg>
        <pc:spChg chg="del">
          <ac:chgData name="Si Jing Goh" userId="fe228f63-d733-4912-9848-3eb5c05e5c90" providerId="ADAL" clId="{D3CB8232-7DC5-4573-8DB2-EB195F94AE5A}" dt="2026-01-09T04:36:55.663" v="13617" actId="478"/>
          <ac:spMkLst>
            <pc:docMk/>
            <pc:sldMk cId="0" sldId="279"/>
            <ac:spMk id="14" creationId="{00000000-0000-0000-0000-000000000000}"/>
          </ac:spMkLst>
        </pc:spChg>
        <pc:spChg chg="mod">
          <ac:chgData name="Si Jing Goh" userId="fe228f63-d733-4912-9848-3eb5c05e5c90" providerId="ADAL" clId="{D3CB8232-7DC5-4573-8DB2-EB195F94AE5A}" dt="2026-01-09T04:36:12.815" v="13616" actId="13926"/>
          <ac:spMkLst>
            <pc:docMk/>
            <pc:sldMk cId="0" sldId="279"/>
            <ac:spMk id="15" creationId="{00000000-0000-0000-0000-000000000000}"/>
          </ac:spMkLst>
        </pc:spChg>
        <pc:spChg chg="add del mod">
          <ac:chgData name="Si Jing Goh" userId="fe228f63-d733-4912-9848-3eb5c05e5c90" providerId="ADAL" clId="{D3CB8232-7DC5-4573-8DB2-EB195F94AE5A}" dt="2026-01-09T17:12:37.368" v="26370" actId="478"/>
          <ac:spMkLst>
            <pc:docMk/>
            <pc:sldMk cId="0" sldId="279"/>
            <ac:spMk id="16" creationId="{793C0447-559E-602F-1F7E-14A20F5A398B}"/>
          </ac:spMkLst>
        </pc:spChg>
        <pc:spChg chg="add mod">
          <ac:chgData name="Si Jing Goh" userId="fe228f63-d733-4912-9848-3eb5c05e5c90" providerId="ADAL" clId="{D3CB8232-7DC5-4573-8DB2-EB195F94AE5A}" dt="2026-01-09T04:38:27.643" v="13731" actId="20577"/>
          <ac:spMkLst>
            <pc:docMk/>
            <pc:sldMk cId="0" sldId="279"/>
            <ac:spMk id="17" creationId="{B1D8D177-616D-9A95-7E6D-40AD39811FA0}"/>
          </ac:spMkLst>
        </pc:spChg>
        <pc:graphicFrameChg chg="add del mod modGraphic">
          <ac:chgData name="Si Jing Goh" userId="fe228f63-d733-4912-9848-3eb5c05e5c90" providerId="ADAL" clId="{D3CB8232-7DC5-4573-8DB2-EB195F94AE5A}" dt="2026-01-09T17:12:21.494" v="26366" actId="478"/>
          <ac:graphicFrameMkLst>
            <pc:docMk/>
            <pc:sldMk cId="0" sldId="279"/>
            <ac:graphicFrameMk id="10" creationId="{6B529BF4-E1E0-C163-D83F-B1B41B9603C2}"/>
          </ac:graphicFrameMkLst>
        </pc:graphicFrameChg>
        <pc:graphicFrameChg chg="add mod modGraphic">
          <ac:chgData name="Si Jing Goh" userId="fe228f63-d733-4912-9848-3eb5c05e5c90" providerId="ADAL" clId="{D3CB8232-7DC5-4573-8DB2-EB195F94AE5A}" dt="2026-01-09T17:12:26.180" v="26369" actId="14100"/>
          <ac:graphicFrameMkLst>
            <pc:docMk/>
            <pc:sldMk cId="0" sldId="279"/>
            <ac:graphicFrameMk id="11" creationId="{A34B1AED-72F4-4FA4-C566-5DC73DE5694C}"/>
          </ac:graphicFrameMkLst>
        </pc:graphicFrameChg>
        <pc:graphicFrameChg chg="mod modGraphic">
          <ac:chgData name="Si Jing Goh" userId="fe228f63-d733-4912-9848-3eb5c05e5c90" providerId="ADAL" clId="{D3CB8232-7DC5-4573-8DB2-EB195F94AE5A}" dt="2026-01-09T04:37:25.749" v="13678" actId="5793"/>
          <ac:graphicFrameMkLst>
            <pc:docMk/>
            <pc:sldMk cId="0" sldId="279"/>
            <ac:graphicFrameMk id="25" creationId="{00000000-0000-0000-0000-000000000000}"/>
          </ac:graphicFrameMkLst>
        </pc:graphicFrameChg>
        <pc:picChg chg="mod modCrop">
          <ac:chgData name="Si Jing Goh" userId="fe228f63-d733-4912-9848-3eb5c05e5c90" providerId="ADAL" clId="{D3CB8232-7DC5-4573-8DB2-EB195F94AE5A}" dt="2026-01-09T04:38:09.122" v="13701" actId="1076"/>
          <ac:picMkLst>
            <pc:docMk/>
            <pc:sldMk cId="0" sldId="279"/>
            <ac:picMk id="5" creationId="{00000000-0000-0000-0000-000000000000}"/>
          </ac:picMkLst>
        </pc:picChg>
      </pc:sldChg>
      <pc:sldChg chg="addSp delSp modSp add mod modTransition">
        <pc:chgData name="Si Jing Goh" userId="fe228f63-d733-4912-9848-3eb5c05e5c90" providerId="ADAL" clId="{D3CB8232-7DC5-4573-8DB2-EB195F94AE5A}" dt="2026-01-09T17:46:04.246" v="26837" actId="20577"/>
        <pc:sldMkLst>
          <pc:docMk/>
          <pc:sldMk cId="0" sldId="280"/>
        </pc:sldMkLst>
        <pc:spChg chg="mod">
          <ac:chgData name="Si Jing Goh" userId="fe228f63-d733-4912-9848-3eb5c05e5c90" providerId="ADAL" clId="{D3CB8232-7DC5-4573-8DB2-EB195F94AE5A}" dt="2026-01-09T17:46:04.246" v="26837" actId="20577"/>
          <ac:spMkLst>
            <pc:docMk/>
            <pc:sldMk cId="0" sldId="280"/>
            <ac:spMk id="2" creationId="{00000000-0000-0000-0000-000000000000}"/>
          </ac:spMkLst>
        </pc:spChg>
        <pc:spChg chg="add mod">
          <ac:chgData name="Si Jing Goh" userId="fe228f63-d733-4912-9848-3eb5c05e5c90" providerId="ADAL" clId="{D3CB8232-7DC5-4573-8DB2-EB195F94AE5A}" dt="2026-01-09T04:45:10.054" v="14220" actId="1076"/>
          <ac:spMkLst>
            <pc:docMk/>
            <pc:sldMk cId="0" sldId="280"/>
            <ac:spMk id="10" creationId="{F6C2A7B0-F0E1-1328-7963-15C1D76FCEDF}"/>
          </ac:spMkLst>
        </pc:spChg>
        <pc:spChg chg="add del mod">
          <ac:chgData name="Si Jing Goh" userId="fe228f63-d733-4912-9848-3eb5c05e5c90" providerId="ADAL" clId="{D3CB8232-7DC5-4573-8DB2-EB195F94AE5A}" dt="2026-01-09T17:14:01.434" v="26392" actId="478"/>
          <ac:spMkLst>
            <pc:docMk/>
            <pc:sldMk cId="0" sldId="280"/>
            <ac:spMk id="11" creationId="{16CB1A74-3F91-DF0A-B81B-DD65C12B3878}"/>
          </ac:spMkLst>
        </pc:spChg>
        <pc:spChg chg="mod">
          <ac:chgData name="Si Jing Goh" userId="fe228f63-d733-4912-9848-3eb5c05e5c90" providerId="ADAL" clId="{D3CB8232-7DC5-4573-8DB2-EB195F94AE5A}" dt="2026-01-09T17:14:05.481" v="26396" actId="1036"/>
          <ac:spMkLst>
            <pc:docMk/>
            <pc:sldMk cId="0" sldId="280"/>
            <ac:spMk id="12" creationId="{00000000-0000-0000-0000-000000000000}"/>
          </ac:spMkLst>
        </pc:spChg>
        <pc:graphicFrameChg chg="mod modGraphic">
          <ac:chgData name="Si Jing Goh" userId="fe228f63-d733-4912-9848-3eb5c05e5c90" providerId="ADAL" clId="{D3CB8232-7DC5-4573-8DB2-EB195F94AE5A}" dt="2026-01-09T17:14:04.075" v="26393" actId="14100"/>
          <ac:graphicFrameMkLst>
            <pc:docMk/>
            <pc:sldMk cId="0" sldId="280"/>
            <ac:graphicFrameMk id="26" creationId="{00000000-0000-0000-0000-000000000000}"/>
          </ac:graphicFrameMkLst>
        </pc:graphicFrameChg>
        <pc:graphicFrameChg chg="mod modGraphic">
          <ac:chgData name="Si Jing Goh" userId="fe228f63-d733-4912-9848-3eb5c05e5c90" providerId="ADAL" clId="{D3CB8232-7DC5-4573-8DB2-EB195F94AE5A}" dt="2026-01-09T17:13:59.692" v="26391"/>
          <ac:graphicFrameMkLst>
            <pc:docMk/>
            <pc:sldMk cId="0" sldId="280"/>
            <ac:graphicFrameMk id="51" creationId="{00000000-0000-0000-0000-000000000000}"/>
          </ac:graphicFrameMkLst>
        </pc:graphicFrameChg>
        <pc:picChg chg="mod">
          <ac:chgData name="Si Jing Goh" userId="fe228f63-d733-4912-9848-3eb5c05e5c90" providerId="ADAL" clId="{D3CB8232-7DC5-4573-8DB2-EB195F94AE5A}" dt="2026-01-09T04:42:00.704" v="14041" actId="1076"/>
          <ac:picMkLst>
            <pc:docMk/>
            <pc:sldMk cId="0" sldId="280"/>
            <ac:picMk id="5" creationId="{00000000-0000-0000-0000-000000000000}"/>
          </ac:picMkLst>
        </pc:picChg>
      </pc:sldChg>
      <pc:sldChg chg="addSp delSp modSp add mod modTransition">
        <pc:chgData name="Si Jing Goh" userId="fe228f63-d733-4912-9848-3eb5c05e5c90" providerId="ADAL" clId="{D3CB8232-7DC5-4573-8DB2-EB195F94AE5A}" dt="2026-01-09T17:46:08.344" v="26839" actId="20577"/>
        <pc:sldMkLst>
          <pc:docMk/>
          <pc:sldMk cId="0" sldId="281"/>
        </pc:sldMkLst>
        <pc:spChg chg="mod">
          <ac:chgData name="Si Jing Goh" userId="fe228f63-d733-4912-9848-3eb5c05e5c90" providerId="ADAL" clId="{D3CB8232-7DC5-4573-8DB2-EB195F94AE5A}" dt="2026-01-09T17:46:08.344" v="26839" actId="20577"/>
          <ac:spMkLst>
            <pc:docMk/>
            <pc:sldMk cId="0" sldId="281"/>
            <ac:spMk id="2" creationId="{00000000-0000-0000-0000-000000000000}"/>
          </ac:spMkLst>
        </pc:spChg>
        <pc:spChg chg="mod">
          <ac:chgData name="Si Jing Goh" userId="fe228f63-d733-4912-9848-3eb5c05e5c90" providerId="ADAL" clId="{D3CB8232-7DC5-4573-8DB2-EB195F94AE5A}" dt="2026-01-09T04:53:48.830" v="14647" actId="1035"/>
          <ac:spMkLst>
            <pc:docMk/>
            <pc:sldMk cId="0" sldId="281"/>
            <ac:spMk id="12" creationId="{00000000-0000-0000-0000-000000000000}"/>
          </ac:spMkLst>
        </pc:spChg>
        <pc:spChg chg="add del mod">
          <ac:chgData name="Si Jing Goh" userId="fe228f63-d733-4912-9848-3eb5c05e5c90" providerId="ADAL" clId="{D3CB8232-7DC5-4573-8DB2-EB195F94AE5A}" dt="2026-01-09T17:15:22.122" v="26404" actId="478"/>
          <ac:spMkLst>
            <pc:docMk/>
            <pc:sldMk cId="0" sldId="281"/>
            <ac:spMk id="13" creationId="{B6F0C36B-889D-4D83-9A78-98999C2B33C9}"/>
          </ac:spMkLst>
        </pc:spChg>
        <pc:graphicFrameChg chg="mod modGraphic">
          <ac:chgData name="Si Jing Goh" userId="fe228f63-d733-4912-9848-3eb5c05e5c90" providerId="ADAL" clId="{D3CB8232-7DC5-4573-8DB2-EB195F94AE5A}" dt="2026-01-09T17:14:17.275" v="26400" actId="14100"/>
          <ac:graphicFrameMkLst>
            <pc:docMk/>
            <pc:sldMk cId="0" sldId="281"/>
            <ac:graphicFrameMk id="27" creationId="{00000000-0000-0000-0000-000000000000}"/>
          </ac:graphicFrameMkLst>
        </pc:graphicFrameChg>
        <pc:graphicFrameChg chg="mod modGraphic">
          <ac:chgData name="Si Jing Goh" userId="fe228f63-d733-4912-9848-3eb5c05e5c90" providerId="ADAL" clId="{D3CB8232-7DC5-4573-8DB2-EB195F94AE5A}" dt="2026-01-09T17:15:21.020" v="26403"/>
          <ac:graphicFrameMkLst>
            <pc:docMk/>
            <pc:sldMk cId="0" sldId="281"/>
            <ac:graphicFrameMk id="53" creationId="{00000000-0000-0000-0000-000000000000}"/>
          </ac:graphicFrameMkLst>
        </pc:graphicFrameChg>
        <pc:picChg chg="del">
          <ac:chgData name="Si Jing Goh" userId="fe228f63-d733-4912-9848-3eb5c05e5c90" providerId="ADAL" clId="{D3CB8232-7DC5-4573-8DB2-EB195F94AE5A}" dt="2026-01-09T04:46:00.607" v="14222" actId="478"/>
          <ac:picMkLst>
            <pc:docMk/>
            <pc:sldMk cId="0" sldId="281"/>
            <ac:picMk id="5" creationId="{00000000-0000-0000-0000-000000000000}"/>
          </ac:picMkLst>
        </pc:picChg>
        <pc:picChg chg="add mod">
          <ac:chgData name="Si Jing Goh" userId="fe228f63-d733-4912-9848-3eb5c05e5c90" providerId="ADAL" clId="{D3CB8232-7DC5-4573-8DB2-EB195F94AE5A}" dt="2026-01-09T04:46:15.858" v="14256" actId="1038"/>
          <ac:picMkLst>
            <pc:docMk/>
            <pc:sldMk cId="0" sldId="281"/>
            <ac:picMk id="11" creationId="{60831761-32D3-C77F-1B8E-EFF33DE757B5}"/>
          </ac:picMkLst>
        </pc:picChg>
      </pc:sldChg>
      <pc:sldChg chg="addSp delSp modSp add mod modTransition">
        <pc:chgData name="Si Jing Goh" userId="fe228f63-d733-4912-9848-3eb5c05e5c90" providerId="ADAL" clId="{D3CB8232-7DC5-4573-8DB2-EB195F94AE5A}" dt="2026-01-09T17:46:19.218" v="26849" actId="20577"/>
        <pc:sldMkLst>
          <pc:docMk/>
          <pc:sldMk cId="0" sldId="282"/>
        </pc:sldMkLst>
        <pc:spChg chg="mod">
          <ac:chgData name="Si Jing Goh" userId="fe228f63-d733-4912-9848-3eb5c05e5c90" providerId="ADAL" clId="{D3CB8232-7DC5-4573-8DB2-EB195F94AE5A}" dt="2026-01-09T17:46:19.218" v="26849" actId="20577"/>
          <ac:spMkLst>
            <pc:docMk/>
            <pc:sldMk cId="0" sldId="282"/>
            <ac:spMk id="2" creationId="{00000000-0000-0000-0000-000000000000}"/>
          </ac:spMkLst>
        </pc:spChg>
        <pc:spChg chg="mod">
          <ac:chgData name="Si Jing Goh" userId="fe228f63-d733-4912-9848-3eb5c05e5c90" providerId="ADAL" clId="{D3CB8232-7DC5-4573-8DB2-EB195F94AE5A}" dt="2026-01-09T04:56:15.319" v="14714" actId="13926"/>
          <ac:spMkLst>
            <pc:docMk/>
            <pc:sldMk cId="0" sldId="282"/>
            <ac:spMk id="12" creationId="{00000000-0000-0000-0000-000000000000}"/>
          </ac:spMkLst>
        </pc:spChg>
        <pc:spChg chg="add del mod">
          <ac:chgData name="Si Jing Goh" userId="fe228f63-d733-4912-9848-3eb5c05e5c90" providerId="ADAL" clId="{D3CB8232-7DC5-4573-8DB2-EB195F94AE5A}" dt="2026-01-09T17:18:31.114" v="26483" actId="478"/>
          <ac:spMkLst>
            <pc:docMk/>
            <pc:sldMk cId="0" sldId="282"/>
            <ac:spMk id="14" creationId="{D3CB2214-069E-D64E-2E7C-A91A83A228D4}"/>
          </ac:spMkLst>
        </pc:spChg>
        <pc:spChg chg="add mod">
          <ac:chgData name="Si Jing Goh" userId="fe228f63-d733-4912-9848-3eb5c05e5c90" providerId="ADAL" clId="{D3CB8232-7DC5-4573-8DB2-EB195F94AE5A}" dt="2026-01-09T04:59:28.704" v="15022" actId="1076"/>
          <ac:spMkLst>
            <pc:docMk/>
            <pc:sldMk cId="0" sldId="282"/>
            <ac:spMk id="15" creationId="{4FABFE6F-6E0C-F44F-63E8-B5BD09EA9CFC}"/>
          </ac:spMkLst>
        </pc:spChg>
        <pc:spChg chg="add mod">
          <ac:chgData name="Si Jing Goh" userId="fe228f63-d733-4912-9848-3eb5c05e5c90" providerId="ADAL" clId="{D3CB8232-7DC5-4573-8DB2-EB195F94AE5A}" dt="2026-01-09T04:59:33.487" v="15030" actId="1076"/>
          <ac:spMkLst>
            <pc:docMk/>
            <pc:sldMk cId="0" sldId="282"/>
            <ac:spMk id="16" creationId="{734C9CB2-6681-031C-B190-D698621C581E}"/>
          </ac:spMkLst>
        </pc:spChg>
        <pc:spChg chg="add mod">
          <ac:chgData name="Si Jing Goh" userId="fe228f63-d733-4912-9848-3eb5c05e5c90" providerId="ADAL" clId="{D3CB8232-7DC5-4573-8DB2-EB195F94AE5A}" dt="2026-01-09T05:00:06.913" v="15045" actId="571"/>
          <ac:spMkLst>
            <pc:docMk/>
            <pc:sldMk cId="0" sldId="282"/>
            <ac:spMk id="17" creationId="{762FEE5C-F31D-C9CC-37EB-854958F00A71}"/>
          </ac:spMkLst>
        </pc:spChg>
        <pc:graphicFrameChg chg="add mod">
          <ac:chgData name="Si Jing Goh" userId="fe228f63-d733-4912-9848-3eb5c05e5c90" providerId="ADAL" clId="{D3CB8232-7DC5-4573-8DB2-EB195F94AE5A}" dt="2026-01-09T17:18:02.053" v="26468"/>
          <ac:graphicFrameMkLst>
            <pc:docMk/>
            <pc:sldMk cId="0" sldId="282"/>
            <ac:graphicFrameMk id="13" creationId="{596B4ED9-59DC-07EC-5BE3-FA2F29D4F753}"/>
          </ac:graphicFrameMkLst>
        </pc:graphicFrameChg>
        <pc:graphicFrameChg chg="mod modGraphic">
          <ac:chgData name="Si Jing Goh" userId="fe228f63-d733-4912-9848-3eb5c05e5c90" providerId="ADAL" clId="{D3CB8232-7DC5-4573-8DB2-EB195F94AE5A}" dt="2026-01-09T17:18:40.957" v="26484"/>
          <ac:graphicFrameMkLst>
            <pc:docMk/>
            <pc:sldMk cId="0" sldId="282"/>
            <ac:graphicFrameMk id="28" creationId="{00000000-0000-0000-0000-000000000000}"/>
          </ac:graphicFrameMkLst>
        </pc:graphicFrameChg>
        <pc:graphicFrameChg chg="mod modGraphic">
          <ac:chgData name="Si Jing Goh" userId="fe228f63-d733-4912-9848-3eb5c05e5c90" providerId="ADAL" clId="{D3CB8232-7DC5-4573-8DB2-EB195F94AE5A}" dt="2026-01-09T05:00:03.205" v="15043"/>
          <ac:graphicFrameMkLst>
            <pc:docMk/>
            <pc:sldMk cId="0" sldId="282"/>
            <ac:graphicFrameMk id="55" creationId="{00000000-0000-0000-0000-000000000000}"/>
          </ac:graphicFrameMkLst>
        </pc:graphicFrameChg>
        <pc:picChg chg="del">
          <ac:chgData name="Si Jing Goh" userId="fe228f63-d733-4912-9848-3eb5c05e5c90" providerId="ADAL" clId="{D3CB8232-7DC5-4573-8DB2-EB195F94AE5A}" dt="2026-01-09T04:55:37.263" v="14649" actId="478"/>
          <ac:picMkLst>
            <pc:docMk/>
            <pc:sldMk cId="0" sldId="282"/>
            <ac:picMk id="5" creationId="{00000000-0000-0000-0000-000000000000}"/>
          </ac:picMkLst>
        </pc:picChg>
        <pc:picChg chg="add mod">
          <ac:chgData name="Si Jing Goh" userId="fe228f63-d733-4912-9848-3eb5c05e5c90" providerId="ADAL" clId="{D3CB8232-7DC5-4573-8DB2-EB195F94AE5A}" dt="2026-01-09T04:55:51.534" v="14685" actId="1037"/>
          <ac:picMkLst>
            <pc:docMk/>
            <pc:sldMk cId="0" sldId="282"/>
            <ac:picMk id="11" creationId="{5A0EB6A0-0FF0-3F84-051E-2F23806D9FBE}"/>
          </ac:picMkLst>
        </pc:picChg>
      </pc:sldChg>
      <pc:sldChg chg="addSp delSp modSp add mod modTransition">
        <pc:chgData name="Si Jing Goh" userId="fe228f63-d733-4912-9848-3eb5c05e5c90" providerId="ADAL" clId="{D3CB8232-7DC5-4573-8DB2-EB195F94AE5A}" dt="2026-01-09T17:46:23.104" v="26851" actId="20577"/>
        <pc:sldMkLst>
          <pc:docMk/>
          <pc:sldMk cId="0" sldId="283"/>
        </pc:sldMkLst>
        <pc:spChg chg="mod">
          <ac:chgData name="Si Jing Goh" userId="fe228f63-d733-4912-9848-3eb5c05e5c90" providerId="ADAL" clId="{D3CB8232-7DC5-4573-8DB2-EB195F94AE5A}" dt="2026-01-09T17:46:23.104" v="26851" actId="20577"/>
          <ac:spMkLst>
            <pc:docMk/>
            <pc:sldMk cId="0" sldId="283"/>
            <ac:spMk id="2" creationId="{00000000-0000-0000-0000-000000000000}"/>
          </ac:spMkLst>
        </pc:spChg>
        <pc:spChg chg="mod">
          <ac:chgData name="Si Jing Goh" userId="fe228f63-d733-4912-9848-3eb5c05e5c90" providerId="ADAL" clId="{D3CB8232-7DC5-4573-8DB2-EB195F94AE5A}" dt="2026-01-09T11:15:04.452" v="24173" actId="1036"/>
          <ac:spMkLst>
            <pc:docMk/>
            <pc:sldMk cId="0" sldId="283"/>
            <ac:spMk id="12" creationId="{00000000-0000-0000-0000-000000000000}"/>
          </ac:spMkLst>
        </pc:spChg>
        <pc:spChg chg="add mod">
          <ac:chgData name="Si Jing Goh" userId="fe228f63-d733-4912-9848-3eb5c05e5c90" providerId="ADAL" clId="{D3CB8232-7DC5-4573-8DB2-EB195F94AE5A}" dt="2026-01-09T11:13:31.745" v="24097" actId="1076"/>
          <ac:spMkLst>
            <pc:docMk/>
            <pc:sldMk cId="0" sldId="283"/>
            <ac:spMk id="14" creationId="{B6F250ED-BD34-9130-DDAE-D31B6EE5EA97}"/>
          </ac:spMkLst>
        </pc:spChg>
        <pc:spChg chg="add del mod">
          <ac:chgData name="Si Jing Goh" userId="fe228f63-d733-4912-9848-3eb5c05e5c90" providerId="ADAL" clId="{D3CB8232-7DC5-4573-8DB2-EB195F94AE5A}" dt="2026-01-09T11:15:06.152" v="24174" actId="478"/>
          <ac:spMkLst>
            <pc:docMk/>
            <pc:sldMk cId="0" sldId="283"/>
            <ac:spMk id="15" creationId="{A033F7FF-314A-667C-721C-593200C2F54A}"/>
          </ac:spMkLst>
        </pc:spChg>
        <pc:spChg chg="add del mod">
          <ac:chgData name="Si Jing Goh" userId="fe228f63-d733-4912-9848-3eb5c05e5c90" providerId="ADAL" clId="{D3CB8232-7DC5-4573-8DB2-EB195F94AE5A}" dt="2026-01-09T11:13:24.650" v="24092" actId="478"/>
          <ac:spMkLst>
            <pc:docMk/>
            <pc:sldMk cId="0" sldId="283"/>
            <ac:spMk id="16" creationId="{106F169C-BDE1-084C-1784-15F28F9F4E2B}"/>
          </ac:spMkLst>
        </pc:spChg>
        <pc:graphicFrameChg chg="add mod">
          <ac:chgData name="Si Jing Goh" userId="fe228f63-d733-4912-9848-3eb5c05e5c90" providerId="ADAL" clId="{D3CB8232-7DC5-4573-8DB2-EB195F94AE5A}" dt="2026-01-09T11:13:31.745" v="24097" actId="1076"/>
          <ac:graphicFrameMkLst>
            <pc:docMk/>
            <pc:sldMk cId="0" sldId="283"/>
            <ac:graphicFrameMk id="13" creationId="{B0A29731-3234-F550-900E-12E6A3C619E2}"/>
          </ac:graphicFrameMkLst>
        </pc:graphicFrameChg>
        <pc:graphicFrameChg chg="mod modGraphic">
          <ac:chgData name="Si Jing Goh" userId="fe228f63-d733-4912-9848-3eb5c05e5c90" providerId="ADAL" clId="{D3CB8232-7DC5-4573-8DB2-EB195F94AE5A}" dt="2026-01-09T17:18:43.068" v="26485" actId="108"/>
          <ac:graphicFrameMkLst>
            <pc:docMk/>
            <pc:sldMk cId="0" sldId="283"/>
            <ac:graphicFrameMk id="29" creationId="{00000000-0000-0000-0000-000000000000}"/>
          </ac:graphicFrameMkLst>
        </pc:graphicFrameChg>
        <pc:graphicFrameChg chg="mod modGraphic">
          <ac:chgData name="Si Jing Goh" userId="fe228f63-d733-4912-9848-3eb5c05e5c90" providerId="ADAL" clId="{D3CB8232-7DC5-4573-8DB2-EB195F94AE5A}" dt="2026-01-09T17:19:45.962" v="26496"/>
          <ac:graphicFrameMkLst>
            <pc:docMk/>
            <pc:sldMk cId="0" sldId="283"/>
            <ac:graphicFrameMk id="57" creationId="{00000000-0000-0000-0000-000000000000}"/>
          </ac:graphicFrameMkLst>
        </pc:graphicFrameChg>
        <pc:picChg chg="del">
          <ac:chgData name="Si Jing Goh" userId="fe228f63-d733-4912-9848-3eb5c05e5c90" providerId="ADAL" clId="{D3CB8232-7DC5-4573-8DB2-EB195F94AE5A}" dt="2026-01-09T05:01:37.596" v="15093" actId="478"/>
          <ac:picMkLst>
            <pc:docMk/>
            <pc:sldMk cId="0" sldId="283"/>
            <ac:picMk id="5" creationId="{00000000-0000-0000-0000-000000000000}"/>
          </ac:picMkLst>
        </pc:picChg>
        <pc:picChg chg="add mod">
          <ac:chgData name="Si Jing Goh" userId="fe228f63-d733-4912-9848-3eb5c05e5c90" providerId="ADAL" clId="{D3CB8232-7DC5-4573-8DB2-EB195F94AE5A}" dt="2026-01-09T05:01:48.910" v="15115" actId="1035"/>
          <ac:picMkLst>
            <pc:docMk/>
            <pc:sldMk cId="0" sldId="283"/>
            <ac:picMk id="11" creationId="{4E6FEE78-67EA-650C-F332-88D95572D10C}"/>
          </ac:picMkLst>
        </pc:picChg>
      </pc:sldChg>
      <pc:sldChg chg="del mod modTransition modShow">
        <pc:chgData name="Si Jing Goh" userId="fe228f63-d733-4912-9848-3eb5c05e5c90" providerId="ADAL" clId="{D3CB8232-7DC5-4573-8DB2-EB195F94AE5A}" dt="2026-01-09T16:35:59.785" v="25589" actId="47"/>
        <pc:sldMkLst>
          <pc:docMk/>
          <pc:sldMk cId="3991479642" sldId="2147480685"/>
        </pc:sldMkLst>
      </pc:sldChg>
      <pc:sldChg chg="del mod modTransition modShow">
        <pc:chgData name="Si Jing Goh" userId="fe228f63-d733-4912-9848-3eb5c05e5c90" providerId="ADAL" clId="{D3CB8232-7DC5-4573-8DB2-EB195F94AE5A}" dt="2026-01-09T16:35:59.785" v="25589" actId="47"/>
        <pc:sldMkLst>
          <pc:docMk/>
          <pc:sldMk cId="2868481601" sldId="2147480691"/>
        </pc:sldMkLst>
      </pc:sldChg>
      <pc:sldChg chg="addSp delSp modSp add del mod ord modTransition modShow">
        <pc:chgData name="Si Jing Goh" userId="fe228f63-d733-4912-9848-3eb5c05e5c90" providerId="ADAL" clId="{D3CB8232-7DC5-4573-8DB2-EB195F94AE5A}" dt="2026-01-09T16:35:59.785" v="25589" actId="47"/>
        <pc:sldMkLst>
          <pc:docMk/>
          <pc:sldMk cId="2703426717" sldId="2147480697"/>
        </pc:sldMkLst>
      </pc:sldChg>
      <pc:sldChg chg="del mod modTransition modShow">
        <pc:chgData name="Si Jing Goh" userId="fe228f63-d733-4912-9848-3eb5c05e5c90" providerId="ADAL" clId="{D3CB8232-7DC5-4573-8DB2-EB195F94AE5A}" dt="2026-01-09T16:35:59.785" v="25589" actId="47"/>
        <pc:sldMkLst>
          <pc:docMk/>
          <pc:sldMk cId="1498005739" sldId="2147480698"/>
        </pc:sldMkLst>
      </pc:sldChg>
      <pc:sldChg chg="del mod modTransition modShow">
        <pc:chgData name="Si Jing Goh" userId="fe228f63-d733-4912-9848-3eb5c05e5c90" providerId="ADAL" clId="{D3CB8232-7DC5-4573-8DB2-EB195F94AE5A}" dt="2026-01-09T16:35:59.785" v="25589" actId="47"/>
        <pc:sldMkLst>
          <pc:docMk/>
          <pc:sldMk cId="3674324289" sldId="2147480699"/>
        </pc:sldMkLst>
      </pc:sldChg>
      <pc:sldChg chg="del mod modTransition modShow">
        <pc:chgData name="Si Jing Goh" userId="fe228f63-d733-4912-9848-3eb5c05e5c90" providerId="ADAL" clId="{D3CB8232-7DC5-4573-8DB2-EB195F94AE5A}" dt="2026-01-09T16:35:59.785" v="25589" actId="47"/>
        <pc:sldMkLst>
          <pc:docMk/>
          <pc:sldMk cId="3476513065" sldId="2147480700"/>
        </pc:sldMkLst>
      </pc:sldChg>
      <pc:sldChg chg="del mod modTransition modShow">
        <pc:chgData name="Si Jing Goh" userId="fe228f63-d733-4912-9848-3eb5c05e5c90" providerId="ADAL" clId="{D3CB8232-7DC5-4573-8DB2-EB195F94AE5A}" dt="2026-01-09T16:35:59.785" v="25589" actId="47"/>
        <pc:sldMkLst>
          <pc:docMk/>
          <pc:sldMk cId="4017021255" sldId="2147480701"/>
        </pc:sldMkLst>
      </pc:sldChg>
      <pc:sldChg chg="del mod modTransition modShow">
        <pc:chgData name="Si Jing Goh" userId="fe228f63-d733-4912-9848-3eb5c05e5c90" providerId="ADAL" clId="{D3CB8232-7DC5-4573-8DB2-EB195F94AE5A}" dt="2026-01-09T16:35:59.785" v="25589" actId="47"/>
        <pc:sldMkLst>
          <pc:docMk/>
          <pc:sldMk cId="0" sldId="2147480702"/>
        </pc:sldMkLst>
      </pc:sldChg>
      <pc:sldChg chg="addSp delSp modSp add mod ord modTransition">
        <pc:chgData name="Si Jing Goh" userId="fe228f63-d733-4912-9848-3eb5c05e5c90" providerId="ADAL" clId="{D3CB8232-7DC5-4573-8DB2-EB195F94AE5A}" dt="2026-01-10T04:53:52.604" v="27008" actId="207"/>
        <pc:sldMkLst>
          <pc:docMk/>
          <pc:sldMk cId="3564725210" sldId="2147480709"/>
        </pc:sldMkLst>
        <pc:spChg chg="mod">
          <ac:chgData name="Si Jing Goh" userId="fe228f63-d733-4912-9848-3eb5c05e5c90" providerId="ADAL" clId="{D3CB8232-7DC5-4573-8DB2-EB195F94AE5A}" dt="2025-12-26T07:36:01.689" v="5210" actId="20577"/>
          <ac:spMkLst>
            <pc:docMk/>
            <pc:sldMk cId="3564725210" sldId="2147480709"/>
            <ac:spMk id="5" creationId="{7EEAC9F9-0FD0-BCC2-AF5C-E6DA67B39CE6}"/>
          </ac:spMkLst>
        </pc:spChg>
        <pc:spChg chg="del mod">
          <ac:chgData name="Si Jing Goh" userId="fe228f63-d733-4912-9848-3eb5c05e5c90" providerId="ADAL" clId="{D3CB8232-7DC5-4573-8DB2-EB195F94AE5A}" dt="2026-01-10T04:52:54.066" v="27002" actId="478"/>
          <ac:spMkLst>
            <pc:docMk/>
            <pc:sldMk cId="3564725210" sldId="2147480709"/>
            <ac:spMk id="7" creationId="{569BDE24-C4C4-4029-623F-A2AFC9B03DB6}"/>
          </ac:spMkLst>
        </pc:spChg>
        <pc:graphicFrameChg chg="mod modGraphic">
          <ac:chgData name="Si Jing Goh" userId="fe228f63-d733-4912-9848-3eb5c05e5c90" providerId="ADAL" clId="{D3CB8232-7DC5-4573-8DB2-EB195F94AE5A}" dt="2026-01-10T04:53:52.604" v="27008" actId="207"/>
          <ac:graphicFrameMkLst>
            <pc:docMk/>
            <pc:sldMk cId="3564725210" sldId="2147480709"/>
            <ac:graphicFrameMk id="8" creationId="{DB15C663-847F-2DB8-AF20-10E7B6EC3BD3}"/>
          </ac:graphicFrameMkLst>
        </pc:graphicFrameChg>
      </pc:sldChg>
      <pc:sldChg chg="addSp delSp modSp add mod modTransition">
        <pc:chgData name="Si Jing Goh" userId="fe228f63-d733-4912-9848-3eb5c05e5c90" providerId="ADAL" clId="{D3CB8232-7DC5-4573-8DB2-EB195F94AE5A}" dt="2026-01-10T04:53:56.959" v="27009" actId="207"/>
        <pc:sldMkLst>
          <pc:docMk/>
          <pc:sldMk cId="3809545707" sldId="2147480710"/>
        </pc:sldMkLst>
        <pc:spChg chg="mod">
          <ac:chgData name="Si Jing Goh" userId="fe228f63-d733-4912-9848-3eb5c05e5c90" providerId="ADAL" clId="{D3CB8232-7DC5-4573-8DB2-EB195F94AE5A}" dt="2025-12-26T07:36:04.369" v="5212" actId="20577"/>
          <ac:spMkLst>
            <pc:docMk/>
            <pc:sldMk cId="3809545707" sldId="2147480710"/>
            <ac:spMk id="5" creationId="{E3C5D89E-188D-7B36-47D0-C711C52D6246}"/>
          </ac:spMkLst>
        </pc:spChg>
        <pc:spChg chg="del mod">
          <ac:chgData name="Si Jing Goh" userId="fe228f63-d733-4912-9848-3eb5c05e5c90" providerId="ADAL" clId="{D3CB8232-7DC5-4573-8DB2-EB195F94AE5A}" dt="2026-01-10T04:53:47.491" v="27007" actId="478"/>
          <ac:spMkLst>
            <pc:docMk/>
            <pc:sldMk cId="3809545707" sldId="2147480710"/>
            <ac:spMk id="7" creationId="{081DAFAF-801A-ACEB-4098-DBBA7800559E}"/>
          </ac:spMkLst>
        </pc:spChg>
        <pc:graphicFrameChg chg="mod modGraphic">
          <ac:chgData name="Si Jing Goh" userId="fe228f63-d733-4912-9848-3eb5c05e5c90" providerId="ADAL" clId="{D3CB8232-7DC5-4573-8DB2-EB195F94AE5A}" dt="2026-01-10T04:53:56.959" v="27009" actId="207"/>
          <ac:graphicFrameMkLst>
            <pc:docMk/>
            <pc:sldMk cId="3809545707" sldId="2147480710"/>
            <ac:graphicFrameMk id="8" creationId="{533C2AE7-3B1E-FAC1-0DE3-82D855348CA9}"/>
          </ac:graphicFrameMkLst>
        </pc:graphicFrameChg>
      </pc:sldChg>
      <pc:sldChg chg="addSp delSp modSp add mod modTransition">
        <pc:chgData name="Si Jing Goh" userId="fe228f63-d733-4912-9848-3eb5c05e5c90" providerId="ADAL" clId="{D3CB8232-7DC5-4573-8DB2-EB195F94AE5A}" dt="2026-01-09T17:45:14.132" v="26789" actId="20577"/>
        <pc:sldMkLst>
          <pc:docMk/>
          <pc:sldMk cId="2436066934" sldId="2147480711"/>
        </pc:sldMkLst>
        <pc:spChg chg="mod">
          <ac:chgData name="Si Jing Goh" userId="fe228f63-d733-4912-9848-3eb5c05e5c90" providerId="ADAL" clId="{D3CB8232-7DC5-4573-8DB2-EB195F94AE5A}" dt="2025-12-26T07:35:58.842" v="5208" actId="20577"/>
          <ac:spMkLst>
            <pc:docMk/>
            <pc:sldMk cId="2436066934" sldId="2147480711"/>
            <ac:spMk id="5" creationId="{3321CA26-5828-C614-46F8-4701C16D7C22}"/>
          </ac:spMkLst>
        </pc:spChg>
        <pc:spChg chg="del">
          <ac:chgData name="Si Jing Goh" userId="fe228f63-d733-4912-9848-3eb5c05e5c90" providerId="ADAL" clId="{D3CB8232-7DC5-4573-8DB2-EB195F94AE5A}" dt="2026-01-09T17:35:51.271" v="26744" actId="478"/>
          <ac:spMkLst>
            <pc:docMk/>
            <pc:sldMk cId="2436066934" sldId="2147480711"/>
            <ac:spMk id="7" creationId="{7D156070-A039-760B-ECC4-68925DA1F805}"/>
          </ac:spMkLst>
        </pc:spChg>
        <pc:graphicFrameChg chg="mod modGraphic">
          <ac:chgData name="Si Jing Goh" userId="fe228f63-d733-4912-9848-3eb5c05e5c90" providerId="ADAL" clId="{D3CB8232-7DC5-4573-8DB2-EB195F94AE5A}" dt="2026-01-09T17:45:14.132" v="26789" actId="20577"/>
          <ac:graphicFrameMkLst>
            <pc:docMk/>
            <pc:sldMk cId="2436066934" sldId="2147480711"/>
            <ac:graphicFrameMk id="8" creationId="{1B8D047B-7AFA-5ECB-941F-D5628F7BF9F0}"/>
          </ac:graphicFrameMkLst>
        </pc:graphicFrameChg>
      </pc:sldChg>
      <pc:sldChg chg="del mod modTransition modShow">
        <pc:chgData name="Si Jing Goh" userId="fe228f63-d733-4912-9848-3eb5c05e5c90" providerId="ADAL" clId="{D3CB8232-7DC5-4573-8DB2-EB195F94AE5A}" dt="2026-01-09T16:35:59.785" v="25589" actId="47"/>
        <pc:sldMkLst>
          <pc:docMk/>
          <pc:sldMk cId="428287081" sldId="2147480713"/>
        </pc:sldMkLst>
      </pc:sldChg>
      <pc:sldChg chg="del mod modTransition modShow">
        <pc:chgData name="Si Jing Goh" userId="fe228f63-d733-4912-9848-3eb5c05e5c90" providerId="ADAL" clId="{D3CB8232-7DC5-4573-8DB2-EB195F94AE5A}" dt="2026-01-09T16:35:59.785" v="25589" actId="47"/>
        <pc:sldMkLst>
          <pc:docMk/>
          <pc:sldMk cId="230150305" sldId="2147480714"/>
        </pc:sldMkLst>
      </pc:sldChg>
      <pc:sldChg chg="del mod modTransition modShow">
        <pc:chgData name="Si Jing Goh" userId="fe228f63-d733-4912-9848-3eb5c05e5c90" providerId="ADAL" clId="{D3CB8232-7DC5-4573-8DB2-EB195F94AE5A}" dt="2026-01-09T16:35:59.785" v="25589" actId="47"/>
        <pc:sldMkLst>
          <pc:docMk/>
          <pc:sldMk cId="544611855" sldId="2147480715"/>
        </pc:sldMkLst>
      </pc:sldChg>
      <pc:sldChg chg="del mod modTransition modShow">
        <pc:chgData name="Si Jing Goh" userId="fe228f63-d733-4912-9848-3eb5c05e5c90" providerId="ADAL" clId="{D3CB8232-7DC5-4573-8DB2-EB195F94AE5A}" dt="2026-01-09T16:35:59.785" v="25589" actId="47"/>
        <pc:sldMkLst>
          <pc:docMk/>
          <pc:sldMk cId="243115924" sldId="2147480716"/>
        </pc:sldMkLst>
      </pc:sldChg>
      <pc:sldChg chg="del mod modTransition modShow">
        <pc:chgData name="Si Jing Goh" userId="fe228f63-d733-4912-9848-3eb5c05e5c90" providerId="ADAL" clId="{D3CB8232-7DC5-4573-8DB2-EB195F94AE5A}" dt="2026-01-09T16:35:59.785" v="25589" actId="47"/>
        <pc:sldMkLst>
          <pc:docMk/>
          <pc:sldMk cId="3271260083" sldId="2147480717"/>
        </pc:sldMkLst>
      </pc:sldChg>
      <pc:sldChg chg="modSp del mod modTransition modShow">
        <pc:chgData name="Si Jing Goh" userId="fe228f63-d733-4912-9848-3eb5c05e5c90" providerId="ADAL" clId="{D3CB8232-7DC5-4573-8DB2-EB195F94AE5A}" dt="2026-01-09T16:35:59.785" v="25589" actId="47"/>
        <pc:sldMkLst>
          <pc:docMk/>
          <pc:sldMk cId="2722448670" sldId="2147480718"/>
        </pc:sldMkLst>
      </pc:sldChg>
      <pc:sldChg chg="del mod modTransition modShow">
        <pc:chgData name="Si Jing Goh" userId="fe228f63-d733-4912-9848-3eb5c05e5c90" providerId="ADAL" clId="{D3CB8232-7DC5-4573-8DB2-EB195F94AE5A}" dt="2026-01-09T16:35:59.785" v="25589" actId="47"/>
        <pc:sldMkLst>
          <pc:docMk/>
          <pc:sldMk cId="1588327188" sldId="2147480719"/>
        </pc:sldMkLst>
      </pc:sldChg>
      <pc:sldChg chg="del mod modTransition modShow">
        <pc:chgData name="Si Jing Goh" userId="fe228f63-d733-4912-9848-3eb5c05e5c90" providerId="ADAL" clId="{D3CB8232-7DC5-4573-8DB2-EB195F94AE5A}" dt="2026-01-09T16:35:59.785" v="25589" actId="47"/>
        <pc:sldMkLst>
          <pc:docMk/>
          <pc:sldMk cId="1498816890" sldId="2147480720"/>
        </pc:sldMkLst>
      </pc:sldChg>
      <pc:sldChg chg="modSp del mod modTransition modShow">
        <pc:chgData name="Si Jing Goh" userId="fe228f63-d733-4912-9848-3eb5c05e5c90" providerId="ADAL" clId="{D3CB8232-7DC5-4573-8DB2-EB195F94AE5A}" dt="2026-01-09T16:35:59.785" v="25589" actId="47"/>
        <pc:sldMkLst>
          <pc:docMk/>
          <pc:sldMk cId="1552001414" sldId="2147480721"/>
        </pc:sldMkLst>
      </pc:sldChg>
      <pc:sldChg chg="del mod modTransition modShow">
        <pc:chgData name="Si Jing Goh" userId="fe228f63-d733-4912-9848-3eb5c05e5c90" providerId="ADAL" clId="{D3CB8232-7DC5-4573-8DB2-EB195F94AE5A}" dt="2026-01-09T16:35:59.785" v="25589" actId="47"/>
        <pc:sldMkLst>
          <pc:docMk/>
          <pc:sldMk cId="0" sldId="2147480722"/>
        </pc:sldMkLst>
      </pc:sldChg>
      <pc:sldChg chg="del mod modTransition modShow">
        <pc:chgData name="Si Jing Goh" userId="fe228f63-d733-4912-9848-3eb5c05e5c90" providerId="ADAL" clId="{D3CB8232-7DC5-4573-8DB2-EB195F94AE5A}" dt="2026-01-09T16:35:59.785" v="25589" actId="47"/>
        <pc:sldMkLst>
          <pc:docMk/>
          <pc:sldMk cId="0" sldId="2147480723"/>
        </pc:sldMkLst>
      </pc:sldChg>
      <pc:sldChg chg="del mod modTransition modShow">
        <pc:chgData name="Si Jing Goh" userId="fe228f63-d733-4912-9848-3eb5c05e5c90" providerId="ADAL" clId="{D3CB8232-7DC5-4573-8DB2-EB195F94AE5A}" dt="2026-01-09T16:35:59.785" v="25589" actId="47"/>
        <pc:sldMkLst>
          <pc:docMk/>
          <pc:sldMk cId="0" sldId="2147480724"/>
        </pc:sldMkLst>
      </pc:sldChg>
      <pc:sldChg chg="del mod modTransition modShow">
        <pc:chgData name="Si Jing Goh" userId="fe228f63-d733-4912-9848-3eb5c05e5c90" providerId="ADAL" clId="{D3CB8232-7DC5-4573-8DB2-EB195F94AE5A}" dt="2026-01-09T16:35:59.785" v="25589" actId="47"/>
        <pc:sldMkLst>
          <pc:docMk/>
          <pc:sldMk cId="0" sldId="2147480725"/>
        </pc:sldMkLst>
      </pc:sldChg>
      <pc:sldChg chg="addSp delSp modSp add mod modTransition">
        <pc:chgData name="Si Jing Goh" userId="fe228f63-d733-4912-9848-3eb5c05e5c90" providerId="ADAL" clId="{D3CB8232-7DC5-4573-8DB2-EB195F94AE5A}" dt="2026-01-09T16:43:33.232" v="25649" actId="14100"/>
        <pc:sldMkLst>
          <pc:docMk/>
          <pc:sldMk cId="0" sldId="2147480726"/>
        </pc:sldMkLst>
        <pc:spChg chg="add del mod">
          <ac:chgData name="Si Jing Goh" userId="fe228f63-d733-4912-9848-3eb5c05e5c90" providerId="ADAL" clId="{D3CB8232-7DC5-4573-8DB2-EB195F94AE5A}" dt="2026-01-09T16:37:09.152" v="25605" actId="478"/>
          <ac:spMkLst>
            <pc:docMk/>
            <pc:sldMk cId="0" sldId="2147480726"/>
            <ac:spMk id="11" creationId="{AEE07F43-707B-6403-ADA5-6A20A4A39B9E}"/>
          </ac:spMkLst>
        </pc:spChg>
        <pc:spChg chg="mod">
          <ac:chgData name="Si Jing Goh" userId="fe228f63-d733-4912-9848-3eb5c05e5c90" providerId="ADAL" clId="{D3CB8232-7DC5-4573-8DB2-EB195F94AE5A}" dt="2026-01-08T16:27:41.538" v="8236" actId="13926"/>
          <ac:spMkLst>
            <pc:docMk/>
            <pc:sldMk cId="0" sldId="2147480726"/>
            <ac:spMk id="12" creationId="{00000000-0000-0000-0000-000000000000}"/>
          </ac:spMkLst>
        </pc:spChg>
        <pc:graphicFrameChg chg="mod modGraphic">
          <ac:chgData name="Si Jing Goh" userId="fe228f63-d733-4912-9848-3eb5c05e5c90" providerId="ADAL" clId="{D3CB8232-7DC5-4573-8DB2-EB195F94AE5A}" dt="2026-01-09T11:31:09.116" v="25585" actId="14100"/>
          <ac:graphicFrameMkLst>
            <pc:docMk/>
            <pc:sldMk cId="0" sldId="2147480726"/>
            <ac:graphicFrameMk id="10" creationId="{00000000-0000-0000-0000-000000000000}"/>
          </ac:graphicFrameMkLst>
        </pc:graphicFrameChg>
        <pc:graphicFrameChg chg="mod modGraphic">
          <ac:chgData name="Si Jing Goh" userId="fe228f63-d733-4912-9848-3eb5c05e5c90" providerId="ADAL" clId="{D3CB8232-7DC5-4573-8DB2-EB195F94AE5A}" dt="2026-01-09T16:43:33.232" v="25649" actId="14100"/>
          <ac:graphicFrameMkLst>
            <pc:docMk/>
            <pc:sldMk cId="0" sldId="2147480726"/>
            <ac:graphicFrameMk id="15" creationId="{00000000-0000-0000-0000-000000000000}"/>
          </ac:graphicFrameMkLst>
        </pc:graphicFrameChg>
      </pc:sldChg>
      <pc:sldChg chg="addSp delSp modSp add mod modTransition">
        <pc:chgData name="Si Jing Goh" userId="fe228f63-d733-4912-9848-3eb5c05e5c90" providerId="ADAL" clId="{D3CB8232-7DC5-4573-8DB2-EB195F94AE5A}" dt="2026-01-09T17:12:05.737" v="26361" actId="478"/>
        <pc:sldMkLst>
          <pc:docMk/>
          <pc:sldMk cId="0" sldId="2147480727"/>
        </pc:sldMkLst>
        <pc:spChg chg="add del mod">
          <ac:chgData name="Si Jing Goh" userId="fe228f63-d733-4912-9848-3eb5c05e5c90" providerId="ADAL" clId="{D3CB8232-7DC5-4573-8DB2-EB195F94AE5A}" dt="2026-01-09T17:12:05.737" v="26361" actId="478"/>
          <ac:spMkLst>
            <pc:docMk/>
            <pc:sldMk cId="0" sldId="2147480727"/>
            <ac:spMk id="10" creationId="{F9D63EB1-CA4B-2D99-CC5B-3136773A9721}"/>
          </ac:spMkLst>
        </pc:spChg>
        <pc:spChg chg="mod">
          <ac:chgData name="Si Jing Goh" userId="fe228f63-d733-4912-9848-3eb5c05e5c90" providerId="ADAL" clId="{D3CB8232-7DC5-4573-8DB2-EB195F94AE5A}" dt="2026-01-09T17:11:58.397" v="26357" actId="14100"/>
          <ac:spMkLst>
            <pc:docMk/>
            <pc:sldMk cId="0" sldId="2147480727"/>
            <ac:spMk id="12" creationId="{00000000-0000-0000-0000-000000000000}"/>
          </ac:spMkLst>
        </pc:spChg>
        <pc:graphicFrameChg chg="mod modGraphic">
          <ac:chgData name="Si Jing Goh" userId="fe228f63-d733-4912-9848-3eb5c05e5c90" providerId="ADAL" clId="{D3CB8232-7DC5-4573-8DB2-EB195F94AE5A}" dt="2026-01-09T17:12:02.290" v="26359"/>
          <ac:graphicFrameMkLst>
            <pc:docMk/>
            <pc:sldMk cId="0" sldId="2147480727"/>
            <ac:graphicFrameMk id="24" creationId="{00000000-0000-0000-0000-000000000000}"/>
          </ac:graphicFrameMkLst>
        </pc:graphicFrameChg>
        <pc:graphicFrameChg chg="mod modGraphic">
          <ac:chgData name="Si Jing Goh" userId="fe228f63-d733-4912-9848-3eb5c05e5c90" providerId="ADAL" clId="{D3CB8232-7DC5-4573-8DB2-EB195F94AE5A}" dt="2026-01-09T17:12:03.543" v="26360"/>
          <ac:graphicFrameMkLst>
            <pc:docMk/>
            <pc:sldMk cId="0" sldId="2147480727"/>
            <ac:graphicFrameMk id="47" creationId="{00000000-0000-0000-0000-000000000000}"/>
          </ac:graphicFrameMkLst>
        </pc:graphicFrameChg>
        <pc:picChg chg="mod modCrop">
          <ac:chgData name="Si Jing Goh" userId="fe228f63-d733-4912-9848-3eb5c05e5c90" providerId="ADAL" clId="{D3CB8232-7DC5-4573-8DB2-EB195F94AE5A}" dt="2026-01-09T04:34:27.828" v="13507" actId="1037"/>
          <ac:picMkLst>
            <pc:docMk/>
            <pc:sldMk cId="0" sldId="2147480727"/>
            <ac:picMk id="5" creationId="{00000000-0000-0000-0000-000000000000}"/>
          </ac:picMkLst>
        </pc:picChg>
      </pc:sldChg>
      <pc:sldChg chg="addSp modSp add mod modTransition">
        <pc:chgData name="Si Jing Goh" userId="fe228f63-d733-4912-9848-3eb5c05e5c90" providerId="ADAL" clId="{D3CB8232-7DC5-4573-8DB2-EB195F94AE5A}" dt="2026-01-09T10:48:40.094" v="23485"/>
        <pc:sldMkLst>
          <pc:docMk/>
          <pc:sldMk cId="0" sldId="2147480728"/>
        </pc:sldMkLst>
        <pc:spChg chg="add mod">
          <ac:chgData name="Si Jing Goh" userId="fe228f63-d733-4912-9848-3eb5c05e5c90" providerId="ADAL" clId="{D3CB8232-7DC5-4573-8DB2-EB195F94AE5A}" dt="2026-01-09T05:00:59.182" v="15092" actId="20577"/>
          <ac:spMkLst>
            <pc:docMk/>
            <pc:sldMk cId="0" sldId="2147480728"/>
            <ac:spMk id="5" creationId="{00C6AADF-93E2-69E2-31B5-A667F177E591}"/>
          </ac:spMkLst>
        </pc:spChg>
      </pc:sldChg>
      <pc:sldChg chg="addSp delSp modSp add mod modTransition">
        <pc:chgData name="Si Jing Goh" userId="fe228f63-d733-4912-9848-3eb5c05e5c90" providerId="ADAL" clId="{D3CB8232-7DC5-4573-8DB2-EB195F94AE5A}" dt="2026-01-09T17:46:27.193" v="26855" actId="20577"/>
        <pc:sldMkLst>
          <pc:docMk/>
          <pc:sldMk cId="0" sldId="2147480729"/>
        </pc:sldMkLst>
        <pc:spChg chg="mod">
          <ac:chgData name="Si Jing Goh" userId="fe228f63-d733-4912-9848-3eb5c05e5c90" providerId="ADAL" clId="{D3CB8232-7DC5-4573-8DB2-EB195F94AE5A}" dt="2026-01-09T17:46:27.193" v="26855" actId="20577"/>
          <ac:spMkLst>
            <pc:docMk/>
            <pc:sldMk cId="0" sldId="2147480729"/>
            <ac:spMk id="2" creationId="{00000000-0000-0000-0000-000000000000}"/>
          </ac:spMkLst>
        </pc:spChg>
        <pc:spChg chg="mod">
          <ac:chgData name="Si Jing Goh" userId="fe228f63-d733-4912-9848-3eb5c05e5c90" providerId="ADAL" clId="{D3CB8232-7DC5-4573-8DB2-EB195F94AE5A}" dt="2026-01-09T05:13:52.065" v="15438" actId="13926"/>
          <ac:spMkLst>
            <pc:docMk/>
            <pc:sldMk cId="0" sldId="2147480729"/>
            <ac:spMk id="12" creationId="{00000000-0000-0000-0000-000000000000}"/>
          </ac:spMkLst>
        </pc:spChg>
        <pc:spChg chg="add mod">
          <ac:chgData name="Si Jing Goh" userId="fe228f63-d733-4912-9848-3eb5c05e5c90" providerId="ADAL" clId="{D3CB8232-7DC5-4573-8DB2-EB195F94AE5A}" dt="2026-01-09T05:14:02.010" v="15441"/>
          <ac:spMkLst>
            <pc:docMk/>
            <pc:sldMk cId="0" sldId="2147480729"/>
            <ac:spMk id="14" creationId="{DBFDEC78-8AA8-2848-B0C7-D6C7D4C0E7AE}"/>
          </ac:spMkLst>
        </pc:spChg>
        <pc:spChg chg="add del mod">
          <ac:chgData name="Si Jing Goh" userId="fe228f63-d733-4912-9848-3eb5c05e5c90" providerId="ADAL" clId="{D3CB8232-7DC5-4573-8DB2-EB195F94AE5A}" dt="2026-01-09T17:21:40.734" v="26586" actId="478"/>
          <ac:spMkLst>
            <pc:docMk/>
            <pc:sldMk cId="0" sldId="2147480729"/>
            <ac:spMk id="15" creationId="{37BBED5C-3837-BA5E-6F37-ECA80910BC69}"/>
          </ac:spMkLst>
        </pc:spChg>
        <pc:spChg chg="add mod">
          <ac:chgData name="Si Jing Goh" userId="fe228f63-d733-4912-9848-3eb5c05e5c90" providerId="ADAL" clId="{D3CB8232-7DC5-4573-8DB2-EB195F94AE5A}" dt="2026-01-09T07:19:03.967" v="15815"/>
          <ac:spMkLst>
            <pc:docMk/>
            <pc:sldMk cId="0" sldId="2147480729"/>
            <ac:spMk id="16" creationId="{6538D6B7-26F8-82E8-44FA-6113A2B4B535}"/>
          </ac:spMkLst>
        </pc:spChg>
        <pc:graphicFrameChg chg="mod modGraphic">
          <ac:chgData name="Si Jing Goh" userId="fe228f63-d733-4912-9848-3eb5c05e5c90" providerId="ADAL" clId="{D3CB8232-7DC5-4573-8DB2-EB195F94AE5A}" dt="2026-01-09T17:21:35.745" v="26584" actId="14100"/>
          <ac:graphicFrameMkLst>
            <pc:docMk/>
            <pc:sldMk cId="0" sldId="2147480729"/>
            <ac:graphicFrameMk id="10" creationId="{00000000-0000-0000-0000-000000000000}"/>
          </ac:graphicFrameMkLst>
        </pc:graphicFrameChg>
        <pc:graphicFrameChg chg="mod modGraphic">
          <ac:chgData name="Si Jing Goh" userId="fe228f63-d733-4912-9848-3eb5c05e5c90" providerId="ADAL" clId="{D3CB8232-7DC5-4573-8DB2-EB195F94AE5A}" dt="2026-01-09T17:21:39.339" v="26585"/>
          <ac:graphicFrameMkLst>
            <pc:docMk/>
            <pc:sldMk cId="0" sldId="2147480729"/>
            <ac:graphicFrameMk id="11" creationId="{00000000-0000-0000-0000-000000000000}"/>
          </ac:graphicFrameMkLst>
        </pc:graphicFrameChg>
        <pc:graphicFrameChg chg="add mod">
          <ac:chgData name="Si Jing Goh" userId="fe228f63-d733-4912-9848-3eb5c05e5c90" providerId="ADAL" clId="{D3CB8232-7DC5-4573-8DB2-EB195F94AE5A}" dt="2026-01-09T05:14:02.010" v="15441"/>
          <ac:graphicFrameMkLst>
            <pc:docMk/>
            <pc:sldMk cId="0" sldId="2147480729"/>
            <ac:graphicFrameMk id="13" creationId="{445A8A46-74F8-0398-5B73-01D98EBEEDA4}"/>
          </ac:graphicFrameMkLst>
        </pc:graphicFrameChg>
      </pc:sldChg>
      <pc:sldChg chg="addSp delSp modSp add mod modTransition">
        <pc:chgData name="Si Jing Goh" userId="fe228f63-d733-4912-9848-3eb5c05e5c90" providerId="ADAL" clId="{D3CB8232-7DC5-4573-8DB2-EB195F94AE5A}" dt="2026-01-09T17:46:29.068" v="26857" actId="20577"/>
        <pc:sldMkLst>
          <pc:docMk/>
          <pc:sldMk cId="0" sldId="2147480730"/>
        </pc:sldMkLst>
        <pc:spChg chg="mod">
          <ac:chgData name="Si Jing Goh" userId="fe228f63-d733-4912-9848-3eb5c05e5c90" providerId="ADAL" clId="{D3CB8232-7DC5-4573-8DB2-EB195F94AE5A}" dt="2026-01-09T17:46:29.068" v="26857" actId="20577"/>
          <ac:spMkLst>
            <pc:docMk/>
            <pc:sldMk cId="0" sldId="2147480730"/>
            <ac:spMk id="2" creationId="{00000000-0000-0000-0000-000000000000}"/>
          </ac:spMkLst>
        </pc:spChg>
        <pc:spChg chg="mod">
          <ac:chgData name="Si Jing Goh" userId="fe228f63-d733-4912-9848-3eb5c05e5c90" providerId="ADAL" clId="{D3CB8232-7DC5-4573-8DB2-EB195F94AE5A}" dt="2026-01-09T07:43:02.317" v="16099" actId="13926"/>
          <ac:spMkLst>
            <pc:docMk/>
            <pc:sldMk cId="0" sldId="2147480730"/>
            <ac:spMk id="12" creationId="{00000000-0000-0000-0000-000000000000}"/>
          </ac:spMkLst>
        </pc:spChg>
        <pc:spChg chg="add mod">
          <ac:chgData name="Si Jing Goh" userId="fe228f63-d733-4912-9848-3eb5c05e5c90" providerId="ADAL" clId="{D3CB8232-7DC5-4573-8DB2-EB195F94AE5A}" dt="2026-01-09T07:48:19.504" v="16466" actId="1076"/>
          <ac:spMkLst>
            <pc:docMk/>
            <pc:sldMk cId="0" sldId="2147480730"/>
            <ac:spMk id="13" creationId="{29F204A5-1324-F983-79D2-23012E8344F4}"/>
          </ac:spMkLst>
        </pc:spChg>
        <pc:spChg chg="mod">
          <ac:chgData name="Si Jing Goh" userId="fe228f63-d733-4912-9848-3eb5c05e5c90" providerId="ADAL" clId="{D3CB8232-7DC5-4573-8DB2-EB195F94AE5A}" dt="2026-01-09T07:48:54.491" v="16478"/>
          <ac:spMkLst>
            <pc:docMk/>
            <pc:sldMk cId="0" sldId="2147480730"/>
            <ac:spMk id="15" creationId="{A453F04A-B497-1F65-FD3E-D9A5D8DC62BF}"/>
          </ac:spMkLst>
        </pc:spChg>
        <pc:spChg chg="add mod">
          <ac:chgData name="Si Jing Goh" userId="fe228f63-d733-4912-9848-3eb5c05e5c90" providerId="ADAL" clId="{D3CB8232-7DC5-4573-8DB2-EB195F94AE5A}" dt="2026-01-09T07:48:54.491" v="16478"/>
          <ac:spMkLst>
            <pc:docMk/>
            <pc:sldMk cId="0" sldId="2147480730"/>
            <ac:spMk id="18" creationId="{1387DF22-FE66-B43B-B219-E590F875F4F7}"/>
          </ac:spMkLst>
        </pc:spChg>
        <pc:spChg chg="add del mod">
          <ac:chgData name="Si Jing Goh" userId="fe228f63-d733-4912-9848-3eb5c05e5c90" providerId="ADAL" clId="{D3CB8232-7DC5-4573-8DB2-EB195F94AE5A}" dt="2026-01-09T17:22:47.996" v="26596" actId="478"/>
          <ac:spMkLst>
            <pc:docMk/>
            <pc:sldMk cId="0" sldId="2147480730"/>
            <ac:spMk id="19" creationId="{96F385FA-A979-8E35-5789-ADC0C61DC6EB}"/>
          </ac:spMkLst>
        </pc:spChg>
        <pc:spChg chg="add mod">
          <ac:chgData name="Si Jing Goh" userId="fe228f63-d733-4912-9848-3eb5c05e5c90" providerId="ADAL" clId="{D3CB8232-7DC5-4573-8DB2-EB195F94AE5A}" dt="2026-01-09T07:49:11.834" v="16488" actId="20577"/>
          <ac:spMkLst>
            <pc:docMk/>
            <pc:sldMk cId="0" sldId="2147480730"/>
            <ac:spMk id="20" creationId="{9E78EF3A-1868-C3AC-6F17-86134BFDDCD5}"/>
          </ac:spMkLst>
        </pc:spChg>
        <pc:grpChg chg="add mod">
          <ac:chgData name="Si Jing Goh" userId="fe228f63-d733-4912-9848-3eb5c05e5c90" providerId="ADAL" clId="{D3CB8232-7DC5-4573-8DB2-EB195F94AE5A}" dt="2026-01-09T07:48:54.491" v="16478"/>
          <ac:grpSpMkLst>
            <pc:docMk/>
            <pc:sldMk cId="0" sldId="2147480730"/>
            <ac:grpSpMk id="14" creationId="{0ED33D1B-7865-8D05-2109-0D3CC2DE4331}"/>
          </ac:grpSpMkLst>
        </pc:grpChg>
        <pc:graphicFrameChg chg="mod modGraphic">
          <ac:chgData name="Si Jing Goh" userId="fe228f63-d733-4912-9848-3eb5c05e5c90" providerId="ADAL" clId="{D3CB8232-7DC5-4573-8DB2-EB195F94AE5A}" dt="2026-01-09T17:21:50.440" v="26587" actId="113"/>
          <ac:graphicFrameMkLst>
            <pc:docMk/>
            <pc:sldMk cId="0" sldId="2147480730"/>
            <ac:graphicFrameMk id="10" creationId="{00000000-0000-0000-0000-000000000000}"/>
          </ac:graphicFrameMkLst>
        </pc:graphicFrameChg>
        <pc:graphicFrameChg chg="del mod modGraphic">
          <ac:chgData name="Si Jing Goh" userId="fe228f63-d733-4912-9848-3eb5c05e5c90" providerId="ADAL" clId="{D3CB8232-7DC5-4573-8DB2-EB195F94AE5A}" dt="2026-01-09T17:22:38.399" v="26595" actId="478"/>
          <ac:graphicFrameMkLst>
            <pc:docMk/>
            <pc:sldMk cId="0" sldId="2147480730"/>
            <ac:graphicFrameMk id="11" creationId="{00000000-0000-0000-0000-000000000000}"/>
          </ac:graphicFrameMkLst>
        </pc:graphicFrameChg>
        <pc:graphicFrameChg chg="add mod modGraphic">
          <ac:chgData name="Si Jing Goh" userId="fe228f63-d733-4912-9848-3eb5c05e5c90" providerId="ADAL" clId="{D3CB8232-7DC5-4573-8DB2-EB195F94AE5A}" dt="2026-01-09T17:22:37.178" v="26594" actId="14100"/>
          <ac:graphicFrameMkLst>
            <pc:docMk/>
            <pc:sldMk cId="0" sldId="2147480730"/>
            <ac:graphicFrameMk id="13" creationId="{8D5DE8A4-C19C-1EA6-39A1-94A428F307E2}"/>
          </ac:graphicFrameMkLst>
        </pc:graphicFrameChg>
        <pc:graphicFrameChg chg="add mod">
          <ac:chgData name="Si Jing Goh" userId="fe228f63-d733-4912-9848-3eb5c05e5c90" providerId="ADAL" clId="{D3CB8232-7DC5-4573-8DB2-EB195F94AE5A}" dt="2026-01-09T07:48:54.491" v="16478"/>
          <ac:graphicFrameMkLst>
            <pc:docMk/>
            <pc:sldMk cId="0" sldId="2147480730"/>
            <ac:graphicFrameMk id="17" creationId="{80160571-6988-39D3-1C4D-3AC3D8E93376}"/>
          </ac:graphicFrameMkLst>
        </pc:graphicFrameChg>
        <pc:cxnChg chg="mod">
          <ac:chgData name="Si Jing Goh" userId="fe228f63-d733-4912-9848-3eb5c05e5c90" providerId="ADAL" clId="{D3CB8232-7DC5-4573-8DB2-EB195F94AE5A}" dt="2026-01-09T07:48:54.491" v="16478"/>
          <ac:cxnSpMkLst>
            <pc:docMk/>
            <pc:sldMk cId="0" sldId="2147480730"/>
            <ac:cxnSpMk id="16" creationId="{FC3BEB09-12C6-BE21-759A-282B3B0A2A1D}"/>
          </ac:cxnSpMkLst>
        </pc:cxnChg>
      </pc:sldChg>
      <pc:sldChg chg="addSp delSp modSp add mod modTransition">
        <pc:chgData name="Si Jing Goh" userId="fe228f63-d733-4912-9848-3eb5c05e5c90" providerId="ADAL" clId="{D3CB8232-7DC5-4573-8DB2-EB195F94AE5A}" dt="2026-01-09T17:46:32.007" v="26859" actId="20577"/>
        <pc:sldMkLst>
          <pc:docMk/>
          <pc:sldMk cId="0" sldId="2147480731"/>
        </pc:sldMkLst>
        <pc:spChg chg="mod">
          <ac:chgData name="Si Jing Goh" userId="fe228f63-d733-4912-9848-3eb5c05e5c90" providerId="ADAL" clId="{D3CB8232-7DC5-4573-8DB2-EB195F94AE5A}" dt="2026-01-09T17:46:32.007" v="26859" actId="20577"/>
          <ac:spMkLst>
            <pc:docMk/>
            <pc:sldMk cId="0" sldId="2147480731"/>
            <ac:spMk id="2" creationId="{00000000-0000-0000-0000-000000000000}"/>
          </ac:spMkLst>
        </pc:spChg>
        <pc:spChg chg="mod">
          <ac:chgData name="Si Jing Goh" userId="fe228f63-d733-4912-9848-3eb5c05e5c90" providerId="ADAL" clId="{D3CB8232-7DC5-4573-8DB2-EB195F94AE5A}" dt="2026-01-09T17:23:23.175" v="26612" actId="14100"/>
          <ac:spMkLst>
            <pc:docMk/>
            <pc:sldMk cId="0" sldId="2147480731"/>
            <ac:spMk id="12" creationId="{00000000-0000-0000-0000-000000000000}"/>
          </ac:spMkLst>
        </pc:spChg>
        <pc:spChg chg="mod">
          <ac:chgData name="Si Jing Goh" userId="fe228f63-d733-4912-9848-3eb5c05e5c90" providerId="ADAL" clId="{D3CB8232-7DC5-4573-8DB2-EB195F94AE5A}" dt="2026-01-09T07:53:33.361" v="16767"/>
          <ac:spMkLst>
            <pc:docMk/>
            <pc:sldMk cId="0" sldId="2147480731"/>
            <ac:spMk id="14" creationId="{FD3F0E8F-01D8-34AE-D6C6-730D5FD4BE9C}"/>
          </ac:spMkLst>
        </pc:spChg>
        <pc:spChg chg="add mod">
          <ac:chgData name="Si Jing Goh" userId="fe228f63-d733-4912-9848-3eb5c05e5c90" providerId="ADAL" clId="{D3CB8232-7DC5-4573-8DB2-EB195F94AE5A}" dt="2026-01-09T07:55:29.338" v="16771" actId="1076"/>
          <ac:spMkLst>
            <pc:docMk/>
            <pc:sldMk cId="0" sldId="2147480731"/>
            <ac:spMk id="17" creationId="{B740386E-1776-E0C4-BBA4-D079FC0E3F4C}"/>
          </ac:spMkLst>
        </pc:spChg>
        <pc:spChg chg="add mod">
          <ac:chgData name="Si Jing Goh" userId="fe228f63-d733-4912-9848-3eb5c05e5c90" providerId="ADAL" clId="{D3CB8232-7DC5-4573-8DB2-EB195F94AE5A}" dt="2026-01-09T07:53:33.361" v="16767"/>
          <ac:spMkLst>
            <pc:docMk/>
            <pc:sldMk cId="0" sldId="2147480731"/>
            <ac:spMk id="18" creationId="{4087EDCB-9E93-9AB1-D479-FE941135BEB3}"/>
          </ac:spMkLst>
        </pc:spChg>
        <pc:spChg chg="add mod">
          <ac:chgData name="Si Jing Goh" userId="fe228f63-d733-4912-9848-3eb5c05e5c90" providerId="ADAL" clId="{D3CB8232-7DC5-4573-8DB2-EB195F94AE5A}" dt="2026-01-09T07:55:49.876" v="16808" actId="14100"/>
          <ac:spMkLst>
            <pc:docMk/>
            <pc:sldMk cId="0" sldId="2147480731"/>
            <ac:spMk id="19" creationId="{D78816C4-A5E2-7ACA-DC54-7B81610C77A2}"/>
          </ac:spMkLst>
        </pc:spChg>
        <pc:spChg chg="add del mod">
          <ac:chgData name="Si Jing Goh" userId="fe228f63-d733-4912-9848-3eb5c05e5c90" providerId="ADAL" clId="{D3CB8232-7DC5-4573-8DB2-EB195F94AE5A}" dt="2026-01-09T17:23:10.513" v="26606" actId="478"/>
          <ac:spMkLst>
            <pc:docMk/>
            <pc:sldMk cId="0" sldId="2147480731"/>
            <ac:spMk id="20" creationId="{CA0630D2-5643-2B1F-1EC4-E3D0C679C4AD}"/>
          </ac:spMkLst>
        </pc:spChg>
        <pc:grpChg chg="add mod">
          <ac:chgData name="Si Jing Goh" userId="fe228f63-d733-4912-9848-3eb5c05e5c90" providerId="ADAL" clId="{D3CB8232-7DC5-4573-8DB2-EB195F94AE5A}" dt="2026-01-09T07:55:29.338" v="16771" actId="1076"/>
          <ac:grpSpMkLst>
            <pc:docMk/>
            <pc:sldMk cId="0" sldId="2147480731"/>
            <ac:grpSpMk id="13" creationId="{50F97F99-CE12-B554-7CBC-8A9282A094C5}"/>
          </ac:grpSpMkLst>
        </pc:grpChg>
        <pc:graphicFrameChg chg="mod modGraphic">
          <ac:chgData name="Si Jing Goh" userId="fe228f63-d733-4912-9848-3eb5c05e5c90" providerId="ADAL" clId="{D3CB8232-7DC5-4573-8DB2-EB195F94AE5A}" dt="2026-01-09T17:23:57.063" v="26623" actId="14100"/>
          <ac:graphicFrameMkLst>
            <pc:docMk/>
            <pc:sldMk cId="0" sldId="2147480731"/>
            <ac:graphicFrameMk id="10" creationId="{00000000-0000-0000-0000-000000000000}"/>
          </ac:graphicFrameMkLst>
        </pc:graphicFrameChg>
        <pc:graphicFrameChg chg="del mod modGraphic">
          <ac:chgData name="Si Jing Goh" userId="fe228f63-d733-4912-9848-3eb5c05e5c90" providerId="ADAL" clId="{D3CB8232-7DC5-4573-8DB2-EB195F94AE5A}" dt="2026-01-09T17:23:00.056" v="26601" actId="478"/>
          <ac:graphicFrameMkLst>
            <pc:docMk/>
            <pc:sldMk cId="0" sldId="2147480731"/>
            <ac:graphicFrameMk id="11" creationId="{00000000-0000-0000-0000-000000000000}"/>
          </ac:graphicFrameMkLst>
        </pc:graphicFrameChg>
        <pc:graphicFrameChg chg="add mod">
          <ac:chgData name="Si Jing Goh" userId="fe228f63-d733-4912-9848-3eb5c05e5c90" providerId="ADAL" clId="{D3CB8232-7DC5-4573-8DB2-EB195F94AE5A}" dt="2026-01-09T17:23:59.100" v="26624"/>
          <ac:graphicFrameMkLst>
            <pc:docMk/>
            <pc:sldMk cId="0" sldId="2147480731"/>
            <ac:graphicFrameMk id="13" creationId="{E4F22A4C-9B98-2C18-81EF-AB55D6B76F04}"/>
          </ac:graphicFrameMkLst>
        </pc:graphicFrameChg>
        <pc:graphicFrameChg chg="add mod">
          <ac:chgData name="Si Jing Goh" userId="fe228f63-d733-4912-9848-3eb5c05e5c90" providerId="ADAL" clId="{D3CB8232-7DC5-4573-8DB2-EB195F94AE5A}" dt="2026-01-09T07:55:37.561" v="16774" actId="14100"/>
          <ac:graphicFrameMkLst>
            <pc:docMk/>
            <pc:sldMk cId="0" sldId="2147480731"/>
            <ac:graphicFrameMk id="16" creationId="{B9814B34-CE43-752B-AC98-168C293CF889}"/>
          </ac:graphicFrameMkLst>
        </pc:graphicFrameChg>
        <pc:picChg chg="mod">
          <ac:chgData name="Si Jing Goh" userId="fe228f63-d733-4912-9848-3eb5c05e5c90" providerId="ADAL" clId="{D3CB8232-7DC5-4573-8DB2-EB195F94AE5A}" dt="2026-01-09T07:50:17.349" v="16603" actId="1076"/>
          <ac:picMkLst>
            <pc:docMk/>
            <pc:sldMk cId="0" sldId="2147480731"/>
            <ac:picMk id="5" creationId="{00000000-0000-0000-0000-000000000000}"/>
          </ac:picMkLst>
        </pc:picChg>
        <pc:cxnChg chg="mod">
          <ac:chgData name="Si Jing Goh" userId="fe228f63-d733-4912-9848-3eb5c05e5c90" providerId="ADAL" clId="{D3CB8232-7DC5-4573-8DB2-EB195F94AE5A}" dt="2026-01-09T07:53:33.361" v="16767"/>
          <ac:cxnSpMkLst>
            <pc:docMk/>
            <pc:sldMk cId="0" sldId="2147480731"/>
            <ac:cxnSpMk id="15" creationId="{3901311A-EC4C-75AC-958F-DD59F647BAA5}"/>
          </ac:cxnSpMkLst>
        </pc:cxnChg>
      </pc:sldChg>
      <pc:sldChg chg="addSp delSp modSp add mod modTransition">
        <pc:chgData name="Si Jing Goh" userId="fe228f63-d733-4912-9848-3eb5c05e5c90" providerId="ADAL" clId="{D3CB8232-7DC5-4573-8DB2-EB195F94AE5A}" dt="2026-01-09T11:06:50.428" v="23927" actId="478"/>
        <pc:sldMkLst>
          <pc:docMk/>
          <pc:sldMk cId="0" sldId="2147480732"/>
        </pc:sldMkLst>
        <pc:spChg chg="mod">
          <ac:chgData name="Si Jing Goh" userId="fe228f63-d733-4912-9848-3eb5c05e5c90" providerId="ADAL" clId="{D3CB8232-7DC5-4573-8DB2-EB195F94AE5A}" dt="2026-01-09T11:04:34.349" v="23870" actId="1035"/>
          <ac:spMkLst>
            <pc:docMk/>
            <pc:sldMk cId="0" sldId="2147480732"/>
            <ac:spMk id="12" creationId="{00000000-0000-0000-0000-000000000000}"/>
          </ac:spMkLst>
        </pc:spChg>
        <pc:spChg chg="add mod">
          <ac:chgData name="Si Jing Goh" userId="fe228f63-d733-4912-9848-3eb5c05e5c90" providerId="ADAL" clId="{D3CB8232-7DC5-4573-8DB2-EB195F94AE5A}" dt="2026-01-09T08:00:02.840" v="17148" actId="1076"/>
          <ac:spMkLst>
            <pc:docMk/>
            <pc:sldMk cId="0" sldId="2147480732"/>
            <ac:spMk id="14" creationId="{05DA6C03-1B34-6273-F3CB-34C3776C1AB3}"/>
          </ac:spMkLst>
        </pc:spChg>
        <pc:spChg chg="add del mod">
          <ac:chgData name="Si Jing Goh" userId="fe228f63-d733-4912-9848-3eb5c05e5c90" providerId="ADAL" clId="{D3CB8232-7DC5-4573-8DB2-EB195F94AE5A}" dt="2026-01-09T11:06:50.428" v="23927" actId="478"/>
          <ac:spMkLst>
            <pc:docMk/>
            <pc:sldMk cId="0" sldId="2147480732"/>
            <ac:spMk id="17" creationId="{AD9AE5EF-02F8-E4FE-56E5-04C80F0D405E}"/>
          </ac:spMkLst>
        </pc:spChg>
        <pc:spChg chg="add mod">
          <ac:chgData name="Si Jing Goh" userId="fe228f63-d733-4912-9848-3eb5c05e5c90" providerId="ADAL" clId="{D3CB8232-7DC5-4573-8DB2-EB195F94AE5A}" dt="2026-01-09T11:06:46.867" v="23926" actId="403"/>
          <ac:spMkLst>
            <pc:docMk/>
            <pc:sldMk cId="0" sldId="2147480732"/>
            <ac:spMk id="18" creationId="{FCDC6A23-3FE9-D3D3-3246-049B4CFEBE09}"/>
          </ac:spMkLst>
        </pc:spChg>
        <pc:graphicFrameChg chg="mod modGraphic">
          <ac:chgData name="Si Jing Goh" userId="fe228f63-d733-4912-9848-3eb5c05e5c90" providerId="ADAL" clId="{D3CB8232-7DC5-4573-8DB2-EB195F94AE5A}" dt="2026-01-09T08:38:37.608" v="18443" actId="313"/>
          <ac:graphicFrameMkLst>
            <pc:docMk/>
            <pc:sldMk cId="0" sldId="2147480732"/>
            <ac:graphicFrameMk id="10" creationId="{00000000-0000-0000-0000-000000000000}"/>
          </ac:graphicFrameMkLst>
        </pc:graphicFrameChg>
        <pc:graphicFrameChg chg="mod modGraphic">
          <ac:chgData name="Si Jing Goh" userId="fe228f63-d733-4912-9848-3eb5c05e5c90" providerId="ADAL" clId="{D3CB8232-7DC5-4573-8DB2-EB195F94AE5A}" dt="2026-01-09T07:59:43.735" v="17124"/>
          <ac:graphicFrameMkLst>
            <pc:docMk/>
            <pc:sldMk cId="0" sldId="2147480732"/>
            <ac:graphicFrameMk id="11" creationId="{00000000-0000-0000-0000-000000000000}"/>
          </ac:graphicFrameMkLst>
        </pc:graphicFrameChg>
        <pc:graphicFrameChg chg="add mod">
          <ac:chgData name="Si Jing Goh" userId="fe228f63-d733-4912-9848-3eb5c05e5c90" providerId="ADAL" clId="{D3CB8232-7DC5-4573-8DB2-EB195F94AE5A}" dt="2026-01-09T08:00:02.840" v="17148" actId="1076"/>
          <ac:graphicFrameMkLst>
            <pc:docMk/>
            <pc:sldMk cId="0" sldId="2147480732"/>
            <ac:graphicFrameMk id="13" creationId="{01E13CD1-61A0-4468-41FB-F2B90A3B7392}"/>
          </ac:graphicFrameMkLst>
        </pc:graphicFrameChg>
        <pc:picChg chg="del">
          <ac:chgData name="Si Jing Goh" userId="fe228f63-d733-4912-9848-3eb5c05e5c90" providerId="ADAL" clId="{D3CB8232-7DC5-4573-8DB2-EB195F94AE5A}" dt="2026-01-09T07:59:23.479" v="17114" actId="478"/>
          <ac:picMkLst>
            <pc:docMk/>
            <pc:sldMk cId="0" sldId="2147480732"/>
            <ac:picMk id="5" creationId="{00000000-0000-0000-0000-000000000000}"/>
          </ac:picMkLst>
        </pc:picChg>
        <pc:picChg chg="add mod">
          <ac:chgData name="Si Jing Goh" userId="fe228f63-d733-4912-9848-3eb5c05e5c90" providerId="ADAL" clId="{D3CB8232-7DC5-4573-8DB2-EB195F94AE5A}" dt="2026-01-09T08:00:15.887" v="17162" actId="1038"/>
          <ac:picMkLst>
            <pc:docMk/>
            <pc:sldMk cId="0" sldId="2147480732"/>
            <ac:picMk id="16" creationId="{92F4B21E-D5E7-86D8-154D-44EE7F1F7230}"/>
          </ac:picMkLst>
        </pc:picChg>
      </pc:sldChg>
      <pc:sldChg chg="addSp delSp modSp add mod modTransition">
        <pc:chgData name="Si Jing Goh" userId="fe228f63-d733-4912-9848-3eb5c05e5c90" providerId="ADAL" clId="{D3CB8232-7DC5-4573-8DB2-EB195F94AE5A}" dt="2026-01-09T17:46:38.110" v="26863" actId="20577"/>
        <pc:sldMkLst>
          <pc:docMk/>
          <pc:sldMk cId="0" sldId="2147480733"/>
        </pc:sldMkLst>
        <pc:spChg chg="mod">
          <ac:chgData name="Si Jing Goh" userId="fe228f63-d733-4912-9848-3eb5c05e5c90" providerId="ADAL" clId="{D3CB8232-7DC5-4573-8DB2-EB195F94AE5A}" dt="2026-01-09T17:46:38.110" v="26863" actId="20577"/>
          <ac:spMkLst>
            <pc:docMk/>
            <pc:sldMk cId="0" sldId="2147480733"/>
            <ac:spMk id="2" creationId="{00000000-0000-0000-0000-000000000000}"/>
          </ac:spMkLst>
        </pc:spChg>
        <pc:spChg chg="del mod">
          <ac:chgData name="Si Jing Goh" userId="fe228f63-d733-4912-9848-3eb5c05e5c90" providerId="ADAL" clId="{D3CB8232-7DC5-4573-8DB2-EB195F94AE5A}" dt="2026-01-09T11:04:15.160" v="23848" actId="478"/>
          <ac:spMkLst>
            <pc:docMk/>
            <pc:sldMk cId="0" sldId="2147480733"/>
            <ac:spMk id="12" creationId="{00000000-0000-0000-0000-000000000000}"/>
          </ac:spMkLst>
        </pc:spChg>
        <pc:spChg chg="add del mod">
          <ac:chgData name="Si Jing Goh" userId="fe228f63-d733-4912-9848-3eb5c05e5c90" providerId="ADAL" clId="{D3CB8232-7DC5-4573-8DB2-EB195F94AE5A}" dt="2026-01-09T11:04:22.031" v="23852" actId="478"/>
          <ac:spMkLst>
            <pc:docMk/>
            <pc:sldMk cId="0" sldId="2147480733"/>
            <ac:spMk id="15" creationId="{6D4163C5-A776-FDAD-AEE7-86DFC3C27CD4}"/>
          </ac:spMkLst>
        </pc:spChg>
        <pc:spChg chg="add del mod">
          <ac:chgData name="Si Jing Goh" userId="fe228f63-d733-4912-9848-3eb5c05e5c90" providerId="ADAL" clId="{D3CB8232-7DC5-4573-8DB2-EB195F94AE5A}" dt="2026-01-09T11:04:23.647" v="23853" actId="478"/>
          <ac:spMkLst>
            <pc:docMk/>
            <pc:sldMk cId="0" sldId="2147480733"/>
            <ac:spMk id="16" creationId="{4B4A9FD7-E405-40DB-58C1-27979991717A}"/>
          </ac:spMkLst>
        </pc:spChg>
        <pc:spChg chg="add mod">
          <ac:chgData name="Si Jing Goh" userId="fe228f63-d733-4912-9848-3eb5c05e5c90" providerId="ADAL" clId="{D3CB8232-7DC5-4573-8DB2-EB195F94AE5A}" dt="2026-01-09T11:04:15.372" v="23849"/>
          <ac:spMkLst>
            <pc:docMk/>
            <pc:sldMk cId="0" sldId="2147480733"/>
            <ac:spMk id="17" creationId="{A92E756F-7235-FC72-5775-A7FA17AFB50B}"/>
          </ac:spMkLst>
        </pc:spChg>
        <pc:graphicFrameChg chg="mod modGraphic">
          <ac:chgData name="Si Jing Goh" userId="fe228f63-d733-4912-9848-3eb5c05e5c90" providerId="ADAL" clId="{D3CB8232-7DC5-4573-8DB2-EB195F94AE5A}" dt="2026-01-09T17:24:28.413" v="26631" actId="14100"/>
          <ac:graphicFrameMkLst>
            <pc:docMk/>
            <pc:sldMk cId="0" sldId="2147480733"/>
            <ac:graphicFrameMk id="10" creationId="{00000000-0000-0000-0000-000000000000}"/>
          </ac:graphicFrameMkLst>
        </pc:graphicFrameChg>
        <pc:graphicFrameChg chg="mod modGraphic">
          <ac:chgData name="Si Jing Goh" userId="fe228f63-d733-4912-9848-3eb5c05e5c90" providerId="ADAL" clId="{D3CB8232-7DC5-4573-8DB2-EB195F94AE5A}" dt="2026-01-09T17:24:34.894" v="26632"/>
          <ac:graphicFrameMkLst>
            <pc:docMk/>
            <pc:sldMk cId="0" sldId="2147480733"/>
            <ac:graphicFrameMk id="13" creationId="{00000000-0000-0000-0000-000000000000}"/>
          </ac:graphicFrameMkLst>
        </pc:graphicFrameChg>
        <pc:picChg chg="del">
          <ac:chgData name="Si Jing Goh" userId="fe228f63-d733-4912-9848-3eb5c05e5c90" providerId="ADAL" clId="{D3CB8232-7DC5-4573-8DB2-EB195F94AE5A}" dt="2026-01-09T08:03:10.323" v="17237" actId="478"/>
          <ac:picMkLst>
            <pc:docMk/>
            <pc:sldMk cId="0" sldId="2147480733"/>
            <ac:picMk id="5" creationId="{00000000-0000-0000-0000-000000000000}"/>
          </ac:picMkLst>
        </pc:picChg>
        <pc:picChg chg="add mod">
          <ac:chgData name="Si Jing Goh" userId="fe228f63-d733-4912-9848-3eb5c05e5c90" providerId="ADAL" clId="{D3CB8232-7DC5-4573-8DB2-EB195F94AE5A}" dt="2026-01-09T08:03:27.754" v="17252" actId="1037"/>
          <ac:picMkLst>
            <pc:docMk/>
            <pc:sldMk cId="0" sldId="2147480733"/>
            <ac:picMk id="14" creationId="{DC5D5F78-84FB-9374-23DC-BD8C44998D2A}"/>
          </ac:picMkLst>
        </pc:picChg>
      </pc:sldChg>
      <pc:sldChg chg="addSp delSp modSp add mod modTransition">
        <pc:chgData name="Si Jing Goh" userId="fe228f63-d733-4912-9848-3eb5c05e5c90" providerId="ADAL" clId="{D3CB8232-7DC5-4573-8DB2-EB195F94AE5A}" dt="2026-01-09T17:46:40.676" v="26867" actId="20577"/>
        <pc:sldMkLst>
          <pc:docMk/>
          <pc:sldMk cId="0" sldId="2147480734"/>
        </pc:sldMkLst>
        <pc:spChg chg="mod">
          <ac:chgData name="Si Jing Goh" userId="fe228f63-d733-4912-9848-3eb5c05e5c90" providerId="ADAL" clId="{D3CB8232-7DC5-4573-8DB2-EB195F94AE5A}" dt="2026-01-09T17:46:40.676" v="26867" actId="20577"/>
          <ac:spMkLst>
            <pc:docMk/>
            <pc:sldMk cId="0" sldId="2147480734"/>
            <ac:spMk id="2" creationId="{00000000-0000-0000-0000-000000000000}"/>
          </ac:spMkLst>
        </pc:spChg>
        <pc:spChg chg="mod">
          <ac:chgData name="Si Jing Goh" userId="fe228f63-d733-4912-9848-3eb5c05e5c90" providerId="ADAL" clId="{D3CB8232-7DC5-4573-8DB2-EB195F94AE5A}" dt="2026-01-09T11:00:58.867" v="23755" actId="1035"/>
          <ac:spMkLst>
            <pc:docMk/>
            <pc:sldMk cId="0" sldId="2147480734"/>
            <ac:spMk id="12" creationId="{00000000-0000-0000-0000-000000000000}"/>
          </ac:spMkLst>
        </pc:spChg>
        <pc:spChg chg="add del mod">
          <ac:chgData name="Si Jing Goh" userId="fe228f63-d733-4912-9848-3eb5c05e5c90" providerId="ADAL" clId="{D3CB8232-7DC5-4573-8DB2-EB195F94AE5A}" dt="2026-01-09T11:01:06.899" v="23759" actId="478"/>
          <ac:spMkLst>
            <pc:docMk/>
            <pc:sldMk cId="0" sldId="2147480734"/>
            <ac:spMk id="14" creationId="{FFED6869-296E-B097-B20A-89EE64276DE4}"/>
          </ac:spMkLst>
        </pc:spChg>
        <pc:graphicFrameChg chg="mod modGraphic">
          <ac:chgData name="Si Jing Goh" userId="fe228f63-d733-4912-9848-3eb5c05e5c90" providerId="ADAL" clId="{D3CB8232-7DC5-4573-8DB2-EB195F94AE5A}" dt="2026-01-09T11:01:05.412" v="23758" actId="14100"/>
          <ac:graphicFrameMkLst>
            <pc:docMk/>
            <pc:sldMk cId="0" sldId="2147480734"/>
            <ac:graphicFrameMk id="10" creationId="{00000000-0000-0000-0000-000000000000}"/>
          </ac:graphicFrameMkLst>
        </pc:graphicFrameChg>
        <pc:graphicFrameChg chg="mod modGraphic">
          <ac:chgData name="Si Jing Goh" userId="fe228f63-d733-4912-9848-3eb5c05e5c90" providerId="ADAL" clId="{D3CB8232-7DC5-4573-8DB2-EB195F94AE5A}" dt="2026-01-09T08:19:39.596" v="18040"/>
          <ac:graphicFrameMkLst>
            <pc:docMk/>
            <pc:sldMk cId="0" sldId="2147480734"/>
            <ac:graphicFrameMk id="15" creationId="{00000000-0000-0000-0000-000000000000}"/>
          </ac:graphicFrameMkLst>
        </pc:graphicFrameChg>
        <pc:picChg chg="del">
          <ac:chgData name="Si Jing Goh" userId="fe228f63-d733-4912-9848-3eb5c05e5c90" providerId="ADAL" clId="{D3CB8232-7DC5-4573-8DB2-EB195F94AE5A}" dt="2026-01-09T08:11:28.628" v="18008" actId="478"/>
          <ac:picMkLst>
            <pc:docMk/>
            <pc:sldMk cId="0" sldId="2147480734"/>
            <ac:picMk id="5" creationId="{00000000-0000-0000-0000-000000000000}"/>
          </ac:picMkLst>
        </pc:picChg>
        <pc:picChg chg="add mod">
          <ac:chgData name="Si Jing Goh" userId="fe228f63-d733-4912-9848-3eb5c05e5c90" providerId="ADAL" clId="{D3CB8232-7DC5-4573-8DB2-EB195F94AE5A}" dt="2026-01-09T08:11:34.464" v="18026" actId="1038"/>
          <ac:picMkLst>
            <pc:docMk/>
            <pc:sldMk cId="0" sldId="2147480734"/>
            <ac:picMk id="13" creationId="{66B91903-3C13-879E-9B38-2687CA1A3295}"/>
          </ac:picMkLst>
        </pc:picChg>
      </pc:sldChg>
      <pc:sldChg chg="addSp delSp modSp add mod modTransition">
        <pc:chgData name="Si Jing Goh" userId="fe228f63-d733-4912-9848-3eb5c05e5c90" providerId="ADAL" clId="{D3CB8232-7DC5-4573-8DB2-EB195F94AE5A}" dt="2026-01-09T17:46:44.124" v="26871" actId="20577"/>
        <pc:sldMkLst>
          <pc:docMk/>
          <pc:sldMk cId="0" sldId="2147480735"/>
        </pc:sldMkLst>
        <pc:spChg chg="mod">
          <ac:chgData name="Si Jing Goh" userId="fe228f63-d733-4912-9848-3eb5c05e5c90" providerId="ADAL" clId="{D3CB8232-7DC5-4573-8DB2-EB195F94AE5A}" dt="2026-01-09T17:46:44.124" v="26871" actId="20577"/>
          <ac:spMkLst>
            <pc:docMk/>
            <pc:sldMk cId="0" sldId="2147480735"/>
            <ac:spMk id="2" creationId="{00000000-0000-0000-0000-000000000000}"/>
          </ac:spMkLst>
        </pc:spChg>
        <pc:spChg chg="add del mod">
          <ac:chgData name="Si Jing Goh" userId="fe228f63-d733-4912-9848-3eb5c05e5c90" providerId="ADAL" clId="{D3CB8232-7DC5-4573-8DB2-EB195F94AE5A}" dt="2026-01-09T11:00:25.904" v="23743" actId="478"/>
          <ac:spMkLst>
            <pc:docMk/>
            <pc:sldMk cId="0" sldId="2147480735"/>
            <ac:spMk id="11" creationId="{864565F1-D5F5-CA54-3175-92A9FCCF593B}"/>
          </ac:spMkLst>
        </pc:spChg>
        <pc:spChg chg="del mod">
          <ac:chgData name="Si Jing Goh" userId="fe228f63-d733-4912-9848-3eb5c05e5c90" providerId="ADAL" clId="{D3CB8232-7DC5-4573-8DB2-EB195F94AE5A}" dt="2026-01-09T11:00:17.755" v="23737" actId="478"/>
          <ac:spMkLst>
            <pc:docMk/>
            <pc:sldMk cId="0" sldId="2147480735"/>
            <ac:spMk id="12" creationId="{00000000-0000-0000-0000-000000000000}"/>
          </ac:spMkLst>
        </pc:spChg>
        <pc:spChg chg="add mod">
          <ac:chgData name="Si Jing Goh" userId="fe228f63-d733-4912-9848-3eb5c05e5c90" providerId="ADAL" clId="{D3CB8232-7DC5-4573-8DB2-EB195F94AE5A}" dt="2026-01-09T11:00:17.921" v="23738"/>
          <ac:spMkLst>
            <pc:docMk/>
            <pc:sldMk cId="0" sldId="2147480735"/>
            <ac:spMk id="13" creationId="{FC482710-E861-CA56-14BA-7EB9B21C632C}"/>
          </ac:spMkLst>
        </pc:spChg>
        <pc:graphicFrameChg chg="mod modGraphic">
          <ac:chgData name="Si Jing Goh" userId="fe228f63-d733-4912-9848-3eb5c05e5c90" providerId="ADAL" clId="{D3CB8232-7DC5-4573-8DB2-EB195F94AE5A}" dt="2026-01-09T11:00:23.662" v="23742" actId="14100"/>
          <ac:graphicFrameMkLst>
            <pc:docMk/>
            <pc:sldMk cId="0" sldId="2147480735"/>
            <ac:graphicFrameMk id="10" creationId="{00000000-0000-0000-0000-000000000000}"/>
          </ac:graphicFrameMkLst>
        </pc:graphicFrameChg>
        <pc:graphicFrameChg chg="mod modGraphic">
          <ac:chgData name="Si Jing Goh" userId="fe228f63-d733-4912-9848-3eb5c05e5c90" providerId="ADAL" clId="{D3CB8232-7DC5-4573-8DB2-EB195F94AE5A}" dt="2026-01-09T08:24:08.612" v="18268" actId="14100"/>
          <ac:graphicFrameMkLst>
            <pc:docMk/>
            <pc:sldMk cId="0" sldId="2147480735"/>
            <ac:graphicFrameMk id="17" creationId="{00000000-0000-0000-0000-000000000000}"/>
          </ac:graphicFrameMkLst>
        </pc:graphicFrameChg>
        <pc:picChg chg="mod">
          <ac:chgData name="Si Jing Goh" userId="fe228f63-d733-4912-9848-3eb5c05e5c90" providerId="ADAL" clId="{D3CB8232-7DC5-4573-8DB2-EB195F94AE5A}" dt="2026-01-09T08:20:56.988" v="18108" actId="1076"/>
          <ac:picMkLst>
            <pc:docMk/>
            <pc:sldMk cId="0" sldId="2147480735"/>
            <ac:picMk id="5" creationId="{00000000-0000-0000-0000-000000000000}"/>
          </ac:picMkLst>
        </pc:picChg>
      </pc:sldChg>
      <pc:sldChg chg="addSp delSp modSp add mod modTransition">
        <pc:chgData name="Si Jing Goh" userId="fe228f63-d733-4912-9848-3eb5c05e5c90" providerId="ADAL" clId="{D3CB8232-7DC5-4573-8DB2-EB195F94AE5A}" dt="2026-01-09T17:46:46.921" v="26873" actId="20577"/>
        <pc:sldMkLst>
          <pc:docMk/>
          <pc:sldMk cId="0" sldId="2147480736"/>
        </pc:sldMkLst>
        <pc:spChg chg="mod">
          <ac:chgData name="Si Jing Goh" userId="fe228f63-d733-4912-9848-3eb5c05e5c90" providerId="ADAL" clId="{D3CB8232-7DC5-4573-8DB2-EB195F94AE5A}" dt="2026-01-09T17:46:46.921" v="26873" actId="20577"/>
          <ac:spMkLst>
            <pc:docMk/>
            <pc:sldMk cId="0" sldId="2147480736"/>
            <ac:spMk id="2" creationId="{00000000-0000-0000-0000-000000000000}"/>
          </ac:spMkLst>
        </pc:spChg>
        <pc:spChg chg="del mod">
          <ac:chgData name="Si Jing Goh" userId="fe228f63-d733-4912-9848-3eb5c05e5c90" providerId="ADAL" clId="{D3CB8232-7DC5-4573-8DB2-EB195F94AE5A}" dt="2026-01-09T10:59:23.986" v="23732" actId="478"/>
          <ac:spMkLst>
            <pc:docMk/>
            <pc:sldMk cId="0" sldId="2147480736"/>
            <ac:spMk id="12" creationId="{00000000-0000-0000-0000-000000000000}"/>
          </ac:spMkLst>
        </pc:spChg>
        <pc:spChg chg="add del mod">
          <ac:chgData name="Si Jing Goh" userId="fe228f63-d733-4912-9848-3eb5c05e5c90" providerId="ADAL" clId="{D3CB8232-7DC5-4573-8DB2-EB195F94AE5A}" dt="2026-01-09T10:59:29.104" v="23735" actId="478"/>
          <ac:spMkLst>
            <pc:docMk/>
            <pc:sldMk cId="0" sldId="2147480736"/>
            <ac:spMk id="13" creationId="{A77CFF2F-D797-8823-341D-494A2B148DD5}"/>
          </ac:spMkLst>
        </pc:spChg>
        <pc:spChg chg="add mod">
          <ac:chgData name="Si Jing Goh" userId="fe228f63-d733-4912-9848-3eb5c05e5c90" providerId="ADAL" clId="{D3CB8232-7DC5-4573-8DB2-EB195F94AE5A}" dt="2026-01-09T10:59:24.140" v="23733"/>
          <ac:spMkLst>
            <pc:docMk/>
            <pc:sldMk cId="0" sldId="2147480736"/>
            <ac:spMk id="14" creationId="{9443B174-359A-F8A1-7647-62B5E56EF716}"/>
          </ac:spMkLst>
        </pc:spChg>
        <pc:graphicFrameChg chg="mod modGraphic">
          <ac:chgData name="Si Jing Goh" userId="fe228f63-d733-4912-9848-3eb5c05e5c90" providerId="ADAL" clId="{D3CB8232-7DC5-4573-8DB2-EB195F94AE5A}" dt="2026-01-09T10:59:26.895" v="23734" actId="14100"/>
          <ac:graphicFrameMkLst>
            <pc:docMk/>
            <pc:sldMk cId="0" sldId="2147480736"/>
            <ac:graphicFrameMk id="10" creationId="{00000000-0000-0000-0000-000000000000}"/>
          </ac:graphicFrameMkLst>
        </pc:graphicFrameChg>
        <pc:graphicFrameChg chg="add mod">
          <ac:chgData name="Si Jing Goh" userId="fe228f63-d733-4912-9848-3eb5c05e5c90" providerId="ADAL" clId="{D3CB8232-7DC5-4573-8DB2-EB195F94AE5A}" dt="2026-01-09T08:26:33.799" v="18317"/>
          <ac:graphicFrameMkLst>
            <pc:docMk/>
            <pc:sldMk cId="0" sldId="2147480736"/>
            <ac:graphicFrameMk id="11" creationId="{A4B4893A-A067-7499-ADEF-EC5B2B160DD2}"/>
          </ac:graphicFrameMkLst>
        </pc:graphicFrameChg>
        <pc:graphicFrameChg chg="mod modGraphic">
          <ac:chgData name="Si Jing Goh" userId="fe228f63-d733-4912-9848-3eb5c05e5c90" providerId="ADAL" clId="{D3CB8232-7DC5-4573-8DB2-EB195F94AE5A}" dt="2026-01-09T08:26:46.118" v="18327" actId="14100"/>
          <ac:graphicFrameMkLst>
            <pc:docMk/>
            <pc:sldMk cId="0" sldId="2147480736"/>
            <ac:graphicFrameMk id="19" creationId="{00000000-0000-0000-0000-000000000000}"/>
          </ac:graphicFrameMkLst>
        </pc:graphicFrameChg>
        <pc:picChg chg="mod">
          <ac:chgData name="Si Jing Goh" userId="fe228f63-d733-4912-9848-3eb5c05e5c90" providerId="ADAL" clId="{D3CB8232-7DC5-4573-8DB2-EB195F94AE5A}" dt="2026-01-09T08:24:21.618" v="18270" actId="14100"/>
          <ac:picMkLst>
            <pc:docMk/>
            <pc:sldMk cId="0" sldId="2147480736"/>
            <ac:picMk id="5" creationId="{00000000-0000-0000-0000-000000000000}"/>
          </ac:picMkLst>
        </pc:picChg>
      </pc:sldChg>
      <pc:sldChg chg="addSp delSp modSp add mod modTransition">
        <pc:chgData name="Si Jing Goh" userId="fe228f63-d733-4912-9848-3eb5c05e5c90" providerId="ADAL" clId="{D3CB8232-7DC5-4573-8DB2-EB195F94AE5A}" dt="2026-01-09T17:46:49.378" v="26875" actId="20577"/>
        <pc:sldMkLst>
          <pc:docMk/>
          <pc:sldMk cId="0" sldId="2147480737"/>
        </pc:sldMkLst>
        <pc:spChg chg="mod">
          <ac:chgData name="Si Jing Goh" userId="fe228f63-d733-4912-9848-3eb5c05e5c90" providerId="ADAL" clId="{D3CB8232-7DC5-4573-8DB2-EB195F94AE5A}" dt="2026-01-09T17:46:49.378" v="26875" actId="20577"/>
          <ac:spMkLst>
            <pc:docMk/>
            <pc:sldMk cId="0" sldId="2147480737"/>
            <ac:spMk id="2" creationId="{00000000-0000-0000-0000-000000000000}"/>
          </ac:spMkLst>
        </pc:spChg>
        <pc:spChg chg="mod">
          <ac:chgData name="Si Jing Goh" userId="fe228f63-d733-4912-9848-3eb5c05e5c90" providerId="ADAL" clId="{D3CB8232-7DC5-4573-8DB2-EB195F94AE5A}" dt="2026-01-09T10:58:42.658" v="23726" actId="14100"/>
          <ac:spMkLst>
            <pc:docMk/>
            <pc:sldMk cId="0" sldId="2147480737"/>
            <ac:spMk id="12" creationId="{00000000-0000-0000-0000-000000000000}"/>
          </ac:spMkLst>
        </pc:spChg>
        <pc:spChg chg="add del mod">
          <ac:chgData name="Si Jing Goh" userId="fe228f63-d733-4912-9848-3eb5c05e5c90" providerId="ADAL" clId="{D3CB8232-7DC5-4573-8DB2-EB195F94AE5A}" dt="2026-01-09T10:58:50.504" v="23728" actId="478"/>
          <ac:spMkLst>
            <pc:docMk/>
            <pc:sldMk cId="0" sldId="2147480737"/>
            <ac:spMk id="14" creationId="{6BD07B84-9F02-59A8-D79F-C6755483F17B}"/>
          </ac:spMkLst>
        </pc:spChg>
        <pc:graphicFrameChg chg="mod modGraphic">
          <ac:chgData name="Si Jing Goh" userId="fe228f63-d733-4912-9848-3eb5c05e5c90" providerId="ADAL" clId="{D3CB8232-7DC5-4573-8DB2-EB195F94AE5A}" dt="2026-01-09T10:58:45.537" v="23727" actId="14100"/>
          <ac:graphicFrameMkLst>
            <pc:docMk/>
            <pc:sldMk cId="0" sldId="2147480737"/>
            <ac:graphicFrameMk id="11" creationId="{00000000-0000-0000-0000-000000000000}"/>
          </ac:graphicFrameMkLst>
        </pc:graphicFrameChg>
        <pc:graphicFrameChg chg="mod modGraphic">
          <ac:chgData name="Si Jing Goh" userId="fe228f63-d733-4912-9848-3eb5c05e5c90" providerId="ADAL" clId="{D3CB8232-7DC5-4573-8DB2-EB195F94AE5A}" dt="2026-01-09T17:26:56.305" v="26634"/>
          <ac:graphicFrameMkLst>
            <pc:docMk/>
            <pc:sldMk cId="0" sldId="2147480737"/>
            <ac:graphicFrameMk id="21" creationId="{00000000-0000-0000-0000-000000000000}"/>
          </ac:graphicFrameMkLst>
        </pc:graphicFrameChg>
        <pc:picChg chg="del">
          <ac:chgData name="Si Jing Goh" userId="fe228f63-d733-4912-9848-3eb5c05e5c90" providerId="ADAL" clId="{D3CB8232-7DC5-4573-8DB2-EB195F94AE5A}" dt="2026-01-09T08:42:38.150" v="18584" actId="478"/>
          <ac:picMkLst>
            <pc:docMk/>
            <pc:sldMk cId="0" sldId="2147480737"/>
            <ac:picMk id="5" creationId="{00000000-0000-0000-0000-000000000000}"/>
          </ac:picMkLst>
        </pc:picChg>
        <pc:picChg chg="add mod">
          <ac:chgData name="Si Jing Goh" userId="fe228f63-d733-4912-9848-3eb5c05e5c90" providerId="ADAL" clId="{D3CB8232-7DC5-4573-8DB2-EB195F94AE5A}" dt="2026-01-09T08:42:42.835" v="18594" actId="1076"/>
          <ac:picMkLst>
            <pc:docMk/>
            <pc:sldMk cId="0" sldId="2147480737"/>
            <ac:picMk id="13" creationId="{BA53DDF4-8984-4AA9-AF08-559A64266CBA}"/>
          </ac:picMkLst>
        </pc:picChg>
      </pc:sldChg>
      <pc:sldChg chg="addSp delSp modSp add mod modTransition">
        <pc:chgData name="Si Jing Goh" userId="fe228f63-d733-4912-9848-3eb5c05e5c90" providerId="ADAL" clId="{D3CB8232-7DC5-4573-8DB2-EB195F94AE5A}" dt="2026-01-09T17:46:51.188" v="26877" actId="20577"/>
        <pc:sldMkLst>
          <pc:docMk/>
          <pc:sldMk cId="0" sldId="2147480738"/>
        </pc:sldMkLst>
        <pc:spChg chg="mod">
          <ac:chgData name="Si Jing Goh" userId="fe228f63-d733-4912-9848-3eb5c05e5c90" providerId="ADAL" clId="{D3CB8232-7DC5-4573-8DB2-EB195F94AE5A}" dt="2026-01-09T17:46:51.188" v="26877" actId="20577"/>
          <ac:spMkLst>
            <pc:docMk/>
            <pc:sldMk cId="0" sldId="2147480738"/>
            <ac:spMk id="2" creationId="{00000000-0000-0000-0000-000000000000}"/>
          </ac:spMkLst>
        </pc:spChg>
        <pc:spChg chg="del mod">
          <ac:chgData name="Si Jing Goh" userId="fe228f63-d733-4912-9848-3eb5c05e5c90" providerId="ADAL" clId="{D3CB8232-7DC5-4573-8DB2-EB195F94AE5A}" dt="2026-01-09T10:57:49.137" v="23714" actId="478"/>
          <ac:spMkLst>
            <pc:docMk/>
            <pc:sldMk cId="0" sldId="2147480738"/>
            <ac:spMk id="10" creationId="{00000000-0000-0000-0000-000000000000}"/>
          </ac:spMkLst>
        </pc:spChg>
        <pc:spChg chg="add del mod">
          <ac:chgData name="Si Jing Goh" userId="fe228f63-d733-4912-9848-3eb5c05e5c90" providerId="ADAL" clId="{D3CB8232-7DC5-4573-8DB2-EB195F94AE5A}" dt="2026-01-09T10:57:54.429" v="23717" actId="478"/>
          <ac:spMkLst>
            <pc:docMk/>
            <pc:sldMk cId="0" sldId="2147480738"/>
            <ac:spMk id="14" creationId="{51580620-5BD2-C025-797D-EA669C339C8C}"/>
          </ac:spMkLst>
        </pc:spChg>
        <pc:spChg chg="add del mod">
          <ac:chgData name="Si Jing Goh" userId="fe228f63-d733-4912-9848-3eb5c05e5c90" providerId="ADAL" clId="{D3CB8232-7DC5-4573-8DB2-EB195F94AE5A}" dt="2026-01-09T09:05:53.136" v="20137" actId="478"/>
          <ac:spMkLst>
            <pc:docMk/>
            <pc:sldMk cId="0" sldId="2147480738"/>
            <ac:spMk id="15" creationId="{43E5F4FD-336A-049E-2D92-F375598BFB41}"/>
          </ac:spMkLst>
        </pc:spChg>
        <pc:spChg chg="add del mod">
          <ac:chgData name="Si Jing Goh" userId="fe228f63-d733-4912-9848-3eb5c05e5c90" providerId="ADAL" clId="{D3CB8232-7DC5-4573-8DB2-EB195F94AE5A}" dt="2026-01-09T09:05:53.136" v="20137" actId="478"/>
          <ac:spMkLst>
            <pc:docMk/>
            <pc:sldMk cId="0" sldId="2147480738"/>
            <ac:spMk id="16" creationId="{401D45D2-46B7-7D03-EDC9-96F6DBD5AC4E}"/>
          </ac:spMkLst>
        </pc:spChg>
        <pc:spChg chg="add mod">
          <ac:chgData name="Si Jing Goh" userId="fe228f63-d733-4912-9848-3eb5c05e5c90" providerId="ADAL" clId="{D3CB8232-7DC5-4573-8DB2-EB195F94AE5A}" dt="2026-01-09T09:09:54.831" v="20280" actId="1076"/>
          <ac:spMkLst>
            <pc:docMk/>
            <pc:sldMk cId="0" sldId="2147480738"/>
            <ac:spMk id="17" creationId="{D4F06028-8457-5A3E-39C9-88AC204E5BF1}"/>
          </ac:spMkLst>
        </pc:spChg>
        <pc:spChg chg="add mod">
          <ac:chgData name="Si Jing Goh" userId="fe228f63-d733-4912-9848-3eb5c05e5c90" providerId="ADAL" clId="{D3CB8232-7DC5-4573-8DB2-EB195F94AE5A}" dt="2026-01-09T09:09:54.831" v="20280" actId="1076"/>
          <ac:spMkLst>
            <pc:docMk/>
            <pc:sldMk cId="0" sldId="2147480738"/>
            <ac:spMk id="18" creationId="{EFAFD1B7-7369-9F39-7FBD-5CCF48A57AD8}"/>
          </ac:spMkLst>
        </pc:spChg>
        <pc:spChg chg="add mod">
          <ac:chgData name="Si Jing Goh" userId="fe228f63-d733-4912-9848-3eb5c05e5c90" providerId="ADAL" clId="{D3CB8232-7DC5-4573-8DB2-EB195F94AE5A}" dt="2026-01-09T10:57:49.342" v="23715"/>
          <ac:spMkLst>
            <pc:docMk/>
            <pc:sldMk cId="0" sldId="2147480738"/>
            <ac:spMk id="20" creationId="{D9505BA4-37D2-CB0C-6880-CEF97BC049EF}"/>
          </ac:spMkLst>
        </pc:spChg>
        <pc:graphicFrameChg chg="mod modGraphic">
          <ac:chgData name="Si Jing Goh" userId="fe228f63-d733-4912-9848-3eb5c05e5c90" providerId="ADAL" clId="{D3CB8232-7DC5-4573-8DB2-EB195F94AE5A}" dt="2026-01-09T17:28:19.199" v="26651" actId="14100"/>
          <ac:graphicFrameMkLst>
            <pc:docMk/>
            <pc:sldMk cId="0" sldId="2147480738"/>
            <ac:graphicFrameMk id="12" creationId="{00000000-0000-0000-0000-000000000000}"/>
          </ac:graphicFrameMkLst>
        </pc:graphicFrameChg>
        <pc:graphicFrameChg chg="add mod modGraphic">
          <ac:chgData name="Si Jing Goh" userId="fe228f63-d733-4912-9848-3eb5c05e5c90" providerId="ADAL" clId="{D3CB8232-7DC5-4573-8DB2-EB195F94AE5A}" dt="2026-01-09T09:10:02.998" v="20289" actId="1035"/>
          <ac:graphicFrameMkLst>
            <pc:docMk/>
            <pc:sldMk cId="0" sldId="2147480738"/>
            <ac:graphicFrameMk id="19" creationId="{D14CAE56-D677-EA71-FD30-47679183CF49}"/>
          </ac:graphicFrameMkLst>
        </pc:graphicFrameChg>
        <pc:graphicFrameChg chg="mod modGraphic">
          <ac:chgData name="Si Jing Goh" userId="fe228f63-d733-4912-9848-3eb5c05e5c90" providerId="ADAL" clId="{D3CB8232-7DC5-4573-8DB2-EB195F94AE5A}" dt="2026-01-09T09:09:50.945" v="20279" actId="14100"/>
          <ac:graphicFrameMkLst>
            <pc:docMk/>
            <pc:sldMk cId="0" sldId="2147480738"/>
            <ac:graphicFrameMk id="23" creationId="{00000000-0000-0000-0000-000000000000}"/>
          </ac:graphicFrameMkLst>
        </pc:graphicFrameChg>
        <pc:picChg chg="del">
          <ac:chgData name="Si Jing Goh" userId="fe228f63-d733-4912-9848-3eb5c05e5c90" providerId="ADAL" clId="{D3CB8232-7DC5-4573-8DB2-EB195F94AE5A}" dt="2026-01-09T08:44:18.925" v="18621" actId="478"/>
          <ac:picMkLst>
            <pc:docMk/>
            <pc:sldMk cId="0" sldId="2147480738"/>
            <ac:picMk id="5" creationId="{00000000-0000-0000-0000-000000000000}"/>
          </ac:picMkLst>
        </pc:picChg>
        <pc:picChg chg="add mod">
          <ac:chgData name="Si Jing Goh" userId="fe228f63-d733-4912-9848-3eb5c05e5c90" providerId="ADAL" clId="{D3CB8232-7DC5-4573-8DB2-EB195F94AE5A}" dt="2026-01-09T08:44:23.220" v="18632" actId="1076"/>
          <ac:picMkLst>
            <pc:docMk/>
            <pc:sldMk cId="0" sldId="2147480738"/>
            <ac:picMk id="13" creationId="{4AB451E8-2B2B-F457-F6DE-1581A01F6E2E}"/>
          </ac:picMkLst>
        </pc:picChg>
      </pc:sldChg>
      <pc:sldChg chg="addSp delSp modSp add mod modTransition">
        <pc:chgData name="Si Jing Goh" userId="fe228f63-d733-4912-9848-3eb5c05e5c90" providerId="ADAL" clId="{D3CB8232-7DC5-4573-8DB2-EB195F94AE5A}" dt="2026-01-09T17:46:54.213" v="26881" actId="20577"/>
        <pc:sldMkLst>
          <pc:docMk/>
          <pc:sldMk cId="0" sldId="2147480739"/>
        </pc:sldMkLst>
        <pc:spChg chg="mod">
          <ac:chgData name="Si Jing Goh" userId="fe228f63-d733-4912-9848-3eb5c05e5c90" providerId="ADAL" clId="{D3CB8232-7DC5-4573-8DB2-EB195F94AE5A}" dt="2026-01-09T17:46:54.213" v="26881" actId="20577"/>
          <ac:spMkLst>
            <pc:docMk/>
            <pc:sldMk cId="0" sldId="2147480739"/>
            <ac:spMk id="2" creationId="{00000000-0000-0000-0000-000000000000}"/>
          </ac:spMkLst>
        </pc:spChg>
        <pc:spChg chg="add del mod">
          <ac:chgData name="Si Jing Goh" userId="fe228f63-d733-4912-9848-3eb5c05e5c90" providerId="ADAL" clId="{D3CB8232-7DC5-4573-8DB2-EB195F94AE5A}" dt="2026-01-09T08:48:05.668" v="19121" actId="21"/>
          <ac:spMkLst>
            <pc:docMk/>
            <pc:sldMk cId="0" sldId="2147480739"/>
            <ac:spMk id="10" creationId="{43E5F4FD-336A-049E-2D92-F375598BFB41}"/>
          </ac:spMkLst>
        </pc:spChg>
        <pc:spChg chg="add del mod">
          <ac:chgData name="Si Jing Goh" userId="fe228f63-d733-4912-9848-3eb5c05e5c90" providerId="ADAL" clId="{D3CB8232-7DC5-4573-8DB2-EB195F94AE5A}" dt="2026-01-09T08:58:08.362" v="19397" actId="478"/>
          <ac:spMkLst>
            <pc:docMk/>
            <pc:sldMk cId="0" sldId="2147480739"/>
            <ac:spMk id="11" creationId="{02A47952-E24B-E876-3858-54C834741B4E}"/>
          </ac:spMkLst>
        </pc:spChg>
        <pc:spChg chg="mod">
          <ac:chgData name="Si Jing Goh" userId="fe228f63-d733-4912-9848-3eb5c05e5c90" providerId="ADAL" clId="{D3CB8232-7DC5-4573-8DB2-EB195F94AE5A}" dt="2026-01-09T10:57:00.363" v="23712" actId="1036"/>
          <ac:spMkLst>
            <pc:docMk/>
            <pc:sldMk cId="0" sldId="2147480739"/>
            <ac:spMk id="12" creationId="{00000000-0000-0000-0000-000000000000}"/>
          </ac:spMkLst>
        </pc:spChg>
        <pc:spChg chg="add del mod">
          <ac:chgData name="Si Jing Goh" userId="fe228f63-d733-4912-9848-3eb5c05e5c90" providerId="ADAL" clId="{D3CB8232-7DC5-4573-8DB2-EB195F94AE5A}" dt="2026-01-09T09:12:31.121" v="20369" actId="478"/>
          <ac:spMkLst>
            <pc:docMk/>
            <pc:sldMk cId="0" sldId="2147480739"/>
            <ac:spMk id="14" creationId="{837E97A7-7ACE-5A63-B515-FE233DF767DD}"/>
          </ac:spMkLst>
        </pc:spChg>
        <pc:spChg chg="add del mod">
          <ac:chgData name="Si Jing Goh" userId="fe228f63-d733-4912-9848-3eb5c05e5c90" providerId="ADAL" clId="{D3CB8232-7DC5-4573-8DB2-EB195F94AE5A}" dt="2026-01-09T10:56:53.794" v="23707" actId="478"/>
          <ac:spMkLst>
            <pc:docMk/>
            <pc:sldMk cId="0" sldId="2147480739"/>
            <ac:spMk id="15" creationId="{70F5E5A0-844A-74C3-3401-01ACDBCD47EE}"/>
          </ac:spMkLst>
        </pc:spChg>
        <pc:graphicFrameChg chg="mod modGraphic">
          <ac:chgData name="Si Jing Goh" userId="fe228f63-d733-4912-9848-3eb5c05e5c90" providerId="ADAL" clId="{D3CB8232-7DC5-4573-8DB2-EB195F94AE5A}" dt="2026-01-09T10:56:51.985" v="23706" actId="20577"/>
          <ac:graphicFrameMkLst>
            <pc:docMk/>
            <pc:sldMk cId="0" sldId="2147480739"/>
            <ac:graphicFrameMk id="13" creationId="{00000000-0000-0000-0000-000000000000}"/>
          </ac:graphicFrameMkLst>
        </pc:graphicFrameChg>
        <pc:graphicFrameChg chg="mod modGraphic">
          <ac:chgData name="Si Jing Goh" userId="fe228f63-d733-4912-9848-3eb5c05e5c90" providerId="ADAL" clId="{D3CB8232-7DC5-4573-8DB2-EB195F94AE5A}" dt="2026-01-09T08:58:15.067" v="19401"/>
          <ac:graphicFrameMkLst>
            <pc:docMk/>
            <pc:sldMk cId="0" sldId="2147480739"/>
            <ac:graphicFrameMk id="25" creationId="{00000000-0000-0000-0000-000000000000}"/>
          </ac:graphicFrameMkLst>
        </pc:graphicFrameChg>
        <pc:picChg chg="mod">
          <ac:chgData name="Si Jing Goh" userId="fe228f63-d733-4912-9848-3eb5c05e5c90" providerId="ADAL" clId="{D3CB8232-7DC5-4573-8DB2-EB195F94AE5A}" dt="2026-01-09T08:52:13.219" v="19166" actId="1076"/>
          <ac:picMkLst>
            <pc:docMk/>
            <pc:sldMk cId="0" sldId="2147480739"/>
            <ac:picMk id="5" creationId="{00000000-0000-0000-0000-000000000000}"/>
          </ac:picMkLst>
        </pc:picChg>
      </pc:sldChg>
      <pc:sldChg chg="addSp delSp modSp add mod modTransition">
        <pc:chgData name="Si Jing Goh" userId="fe228f63-d733-4912-9848-3eb5c05e5c90" providerId="ADAL" clId="{D3CB8232-7DC5-4573-8DB2-EB195F94AE5A}" dt="2026-01-09T17:46:59.815" v="26885" actId="20577"/>
        <pc:sldMkLst>
          <pc:docMk/>
          <pc:sldMk cId="0" sldId="2147480740"/>
        </pc:sldMkLst>
        <pc:spChg chg="mod">
          <ac:chgData name="Si Jing Goh" userId="fe228f63-d733-4912-9848-3eb5c05e5c90" providerId="ADAL" clId="{D3CB8232-7DC5-4573-8DB2-EB195F94AE5A}" dt="2026-01-09T17:46:59.815" v="26885" actId="20577"/>
          <ac:spMkLst>
            <pc:docMk/>
            <pc:sldMk cId="0" sldId="2147480740"/>
            <ac:spMk id="2" creationId="{00000000-0000-0000-0000-000000000000}"/>
          </ac:spMkLst>
        </pc:spChg>
        <pc:spChg chg="add del mod">
          <ac:chgData name="Si Jing Goh" userId="fe228f63-d733-4912-9848-3eb5c05e5c90" providerId="ADAL" clId="{D3CB8232-7DC5-4573-8DB2-EB195F94AE5A}" dt="2026-01-09T09:02:09.282" v="19733" actId="478"/>
          <ac:spMkLst>
            <pc:docMk/>
            <pc:sldMk cId="0" sldId="2147480740"/>
            <ac:spMk id="10" creationId="{6DD09C74-BCC0-3EFE-753F-E27DD37272DC}"/>
          </ac:spMkLst>
        </pc:spChg>
        <pc:spChg chg="add del mod">
          <ac:chgData name="Si Jing Goh" userId="fe228f63-d733-4912-9848-3eb5c05e5c90" providerId="ADAL" clId="{D3CB8232-7DC5-4573-8DB2-EB195F94AE5A}" dt="2026-01-09T10:54:58.158" v="23668" actId="478"/>
          <ac:spMkLst>
            <pc:docMk/>
            <pc:sldMk cId="0" sldId="2147480740"/>
            <ac:spMk id="11" creationId="{0C785E57-EEC6-A0C7-992C-3E8A3E977BD1}"/>
          </ac:spMkLst>
        </pc:spChg>
        <pc:spChg chg="del mod">
          <ac:chgData name="Si Jing Goh" userId="fe228f63-d733-4912-9848-3eb5c05e5c90" providerId="ADAL" clId="{D3CB8232-7DC5-4573-8DB2-EB195F94AE5A}" dt="2026-01-09T10:54:50.490" v="23665" actId="478"/>
          <ac:spMkLst>
            <pc:docMk/>
            <pc:sldMk cId="0" sldId="2147480740"/>
            <ac:spMk id="12" creationId="{00000000-0000-0000-0000-000000000000}"/>
          </ac:spMkLst>
        </pc:spChg>
        <pc:spChg chg="add del mod">
          <ac:chgData name="Si Jing Goh" userId="fe228f63-d733-4912-9848-3eb5c05e5c90" providerId="ADAL" clId="{D3CB8232-7DC5-4573-8DB2-EB195F94AE5A}" dt="2026-01-09T10:54:59.662" v="23669" actId="478"/>
          <ac:spMkLst>
            <pc:docMk/>
            <pc:sldMk cId="0" sldId="2147480740"/>
            <ac:spMk id="13" creationId="{A0059220-0F15-5741-0420-8475EECBC32C}"/>
          </ac:spMkLst>
        </pc:spChg>
        <pc:spChg chg="add mod">
          <ac:chgData name="Si Jing Goh" userId="fe228f63-d733-4912-9848-3eb5c05e5c90" providerId="ADAL" clId="{D3CB8232-7DC5-4573-8DB2-EB195F94AE5A}" dt="2026-01-09T10:54:53.312" v="23666"/>
          <ac:spMkLst>
            <pc:docMk/>
            <pc:sldMk cId="0" sldId="2147480740"/>
            <ac:spMk id="15" creationId="{389E2D88-097C-9BA3-5E23-B1A3F607C538}"/>
          </ac:spMkLst>
        </pc:spChg>
        <pc:graphicFrameChg chg="mod modGraphic">
          <ac:chgData name="Si Jing Goh" userId="fe228f63-d733-4912-9848-3eb5c05e5c90" providerId="ADAL" clId="{D3CB8232-7DC5-4573-8DB2-EB195F94AE5A}" dt="2026-01-09T17:30:07.538" v="26693" actId="20577"/>
          <ac:graphicFrameMkLst>
            <pc:docMk/>
            <pc:sldMk cId="0" sldId="2147480740"/>
            <ac:graphicFrameMk id="14" creationId="{00000000-0000-0000-0000-000000000000}"/>
          </ac:graphicFrameMkLst>
        </pc:graphicFrameChg>
        <pc:graphicFrameChg chg="mod modGraphic">
          <ac:chgData name="Si Jing Goh" userId="fe228f63-d733-4912-9848-3eb5c05e5c90" providerId="ADAL" clId="{D3CB8232-7DC5-4573-8DB2-EB195F94AE5A}" dt="2026-01-09T17:30:09.524" v="26694"/>
          <ac:graphicFrameMkLst>
            <pc:docMk/>
            <pc:sldMk cId="0" sldId="2147480740"/>
            <ac:graphicFrameMk id="27" creationId="{00000000-0000-0000-0000-000000000000}"/>
          </ac:graphicFrameMkLst>
        </pc:graphicFrameChg>
        <pc:picChg chg="mod modCrop">
          <ac:chgData name="Si Jing Goh" userId="fe228f63-d733-4912-9848-3eb5c05e5c90" providerId="ADAL" clId="{D3CB8232-7DC5-4573-8DB2-EB195F94AE5A}" dt="2026-01-09T08:55:01.968" v="19220" actId="1036"/>
          <ac:picMkLst>
            <pc:docMk/>
            <pc:sldMk cId="0" sldId="2147480740"/>
            <ac:picMk id="5" creationId="{00000000-0000-0000-0000-000000000000}"/>
          </ac:picMkLst>
        </pc:picChg>
      </pc:sldChg>
      <pc:sldChg chg="addSp delSp modSp add mod modTransition">
        <pc:chgData name="Si Jing Goh" userId="fe228f63-d733-4912-9848-3eb5c05e5c90" providerId="ADAL" clId="{D3CB8232-7DC5-4573-8DB2-EB195F94AE5A}" dt="2026-01-09T17:47:01.698" v="26887" actId="20577"/>
        <pc:sldMkLst>
          <pc:docMk/>
          <pc:sldMk cId="0" sldId="2147480741"/>
        </pc:sldMkLst>
        <pc:spChg chg="mod">
          <ac:chgData name="Si Jing Goh" userId="fe228f63-d733-4912-9848-3eb5c05e5c90" providerId="ADAL" clId="{D3CB8232-7DC5-4573-8DB2-EB195F94AE5A}" dt="2026-01-09T17:47:01.698" v="26887" actId="20577"/>
          <ac:spMkLst>
            <pc:docMk/>
            <pc:sldMk cId="0" sldId="2147480741"/>
            <ac:spMk id="2" creationId="{00000000-0000-0000-0000-000000000000}"/>
          </ac:spMkLst>
        </pc:spChg>
        <pc:spChg chg="del mod">
          <ac:chgData name="Si Jing Goh" userId="fe228f63-d733-4912-9848-3eb5c05e5c90" providerId="ADAL" clId="{D3CB8232-7DC5-4573-8DB2-EB195F94AE5A}" dt="2026-01-09T10:53:36.516" v="23657" actId="478"/>
          <ac:spMkLst>
            <pc:docMk/>
            <pc:sldMk cId="0" sldId="2147480741"/>
            <ac:spMk id="12" creationId="{00000000-0000-0000-0000-000000000000}"/>
          </ac:spMkLst>
        </pc:spChg>
        <pc:spChg chg="add del mod">
          <ac:chgData name="Si Jing Goh" userId="fe228f63-d733-4912-9848-3eb5c05e5c90" providerId="ADAL" clId="{D3CB8232-7DC5-4573-8DB2-EB195F94AE5A}" dt="2026-01-09T10:54:09.925" v="23661" actId="478"/>
          <ac:spMkLst>
            <pc:docMk/>
            <pc:sldMk cId="0" sldId="2147480741"/>
            <ac:spMk id="13" creationId="{46AA1EEB-648F-5AB2-3808-526CB91CCE7F}"/>
          </ac:spMkLst>
        </pc:spChg>
        <pc:spChg chg="add del mod">
          <ac:chgData name="Si Jing Goh" userId="fe228f63-d733-4912-9848-3eb5c05e5c90" providerId="ADAL" clId="{D3CB8232-7DC5-4573-8DB2-EB195F94AE5A}" dt="2026-01-09T10:54:12.055" v="23662" actId="478"/>
          <ac:spMkLst>
            <pc:docMk/>
            <pc:sldMk cId="0" sldId="2147480741"/>
            <ac:spMk id="14" creationId="{8AFBEB36-0C53-9CD2-20A1-22B38CCCB6E0}"/>
          </ac:spMkLst>
        </pc:spChg>
        <pc:spChg chg="add mod">
          <ac:chgData name="Si Jing Goh" userId="fe228f63-d733-4912-9848-3eb5c05e5c90" providerId="ADAL" clId="{D3CB8232-7DC5-4573-8DB2-EB195F94AE5A}" dt="2026-01-09T10:53:36.681" v="23658"/>
          <ac:spMkLst>
            <pc:docMk/>
            <pc:sldMk cId="0" sldId="2147480741"/>
            <ac:spMk id="16" creationId="{0FD716E1-59AE-0565-1F03-4EEDF5B37C81}"/>
          </ac:spMkLst>
        </pc:spChg>
        <pc:graphicFrameChg chg="mod modGraphic">
          <ac:chgData name="Si Jing Goh" userId="fe228f63-d733-4912-9848-3eb5c05e5c90" providerId="ADAL" clId="{D3CB8232-7DC5-4573-8DB2-EB195F94AE5A}" dt="2026-01-09T11:02:58.868" v="23846" actId="14100"/>
          <ac:graphicFrameMkLst>
            <pc:docMk/>
            <pc:sldMk cId="0" sldId="2147480741"/>
            <ac:graphicFrameMk id="15" creationId="{00000000-0000-0000-0000-000000000000}"/>
          </ac:graphicFrameMkLst>
        </pc:graphicFrameChg>
        <pc:graphicFrameChg chg="mod modGraphic">
          <ac:chgData name="Si Jing Goh" userId="fe228f63-d733-4912-9848-3eb5c05e5c90" providerId="ADAL" clId="{D3CB8232-7DC5-4573-8DB2-EB195F94AE5A}" dt="2026-01-09T09:21:12.866" v="20843" actId="14100"/>
          <ac:graphicFrameMkLst>
            <pc:docMk/>
            <pc:sldMk cId="0" sldId="2147480741"/>
            <ac:graphicFrameMk id="29" creationId="{00000000-0000-0000-0000-000000000000}"/>
          </ac:graphicFrameMkLst>
        </pc:graphicFrameChg>
        <pc:picChg chg="del">
          <ac:chgData name="Si Jing Goh" userId="fe228f63-d733-4912-9848-3eb5c05e5c90" providerId="ADAL" clId="{D3CB8232-7DC5-4573-8DB2-EB195F94AE5A}" dt="2026-01-09T09:13:56.710" v="20377" actId="478"/>
          <ac:picMkLst>
            <pc:docMk/>
            <pc:sldMk cId="0" sldId="2147480741"/>
            <ac:picMk id="5" creationId="{00000000-0000-0000-0000-000000000000}"/>
          </ac:picMkLst>
        </pc:picChg>
        <pc:picChg chg="add mod">
          <ac:chgData name="Si Jing Goh" userId="fe228f63-d733-4912-9848-3eb5c05e5c90" providerId="ADAL" clId="{D3CB8232-7DC5-4573-8DB2-EB195F94AE5A}" dt="2026-01-09T09:14:10.633" v="20400" actId="1037"/>
          <ac:picMkLst>
            <pc:docMk/>
            <pc:sldMk cId="0" sldId="2147480741"/>
            <ac:picMk id="11" creationId="{902E4D5F-F2E5-ADC9-DDCF-EF603E1DAE82}"/>
          </ac:picMkLst>
        </pc:picChg>
      </pc:sldChg>
      <pc:sldChg chg="addSp delSp modSp add mod modTransition">
        <pc:chgData name="Si Jing Goh" userId="fe228f63-d733-4912-9848-3eb5c05e5c90" providerId="ADAL" clId="{D3CB8232-7DC5-4573-8DB2-EB195F94AE5A}" dt="2026-01-09T17:47:06.857" v="26889" actId="20577"/>
        <pc:sldMkLst>
          <pc:docMk/>
          <pc:sldMk cId="0" sldId="2147480742"/>
        </pc:sldMkLst>
        <pc:spChg chg="mod">
          <ac:chgData name="Si Jing Goh" userId="fe228f63-d733-4912-9848-3eb5c05e5c90" providerId="ADAL" clId="{D3CB8232-7DC5-4573-8DB2-EB195F94AE5A}" dt="2026-01-09T17:47:06.857" v="26889" actId="20577"/>
          <ac:spMkLst>
            <pc:docMk/>
            <pc:sldMk cId="0" sldId="2147480742"/>
            <ac:spMk id="2" creationId="{00000000-0000-0000-0000-000000000000}"/>
          </ac:spMkLst>
        </pc:spChg>
        <pc:spChg chg="del mod">
          <ac:chgData name="Si Jing Goh" userId="fe228f63-d733-4912-9848-3eb5c05e5c90" providerId="ADAL" clId="{D3CB8232-7DC5-4573-8DB2-EB195F94AE5A}" dt="2026-01-09T10:53:02.144" v="23651" actId="478"/>
          <ac:spMkLst>
            <pc:docMk/>
            <pc:sldMk cId="0" sldId="2147480742"/>
            <ac:spMk id="12" creationId="{00000000-0000-0000-0000-000000000000}"/>
          </ac:spMkLst>
        </pc:spChg>
        <pc:spChg chg="add del mod">
          <ac:chgData name="Si Jing Goh" userId="fe228f63-d733-4912-9848-3eb5c05e5c90" providerId="ADAL" clId="{D3CB8232-7DC5-4573-8DB2-EB195F94AE5A}" dt="2026-01-09T10:53:06.433" v="23654" actId="478"/>
          <ac:spMkLst>
            <pc:docMk/>
            <pc:sldMk cId="0" sldId="2147480742"/>
            <ac:spMk id="13" creationId="{5F96249E-4165-BDEF-B1F3-43216F99F437}"/>
          </ac:spMkLst>
        </pc:spChg>
        <pc:spChg chg="add mod">
          <ac:chgData name="Si Jing Goh" userId="fe228f63-d733-4912-9848-3eb5c05e5c90" providerId="ADAL" clId="{D3CB8232-7DC5-4573-8DB2-EB195F94AE5A}" dt="2026-01-09T10:53:02.293" v="23652"/>
          <ac:spMkLst>
            <pc:docMk/>
            <pc:sldMk cId="0" sldId="2147480742"/>
            <ac:spMk id="14" creationId="{7F24DCEC-2683-9470-B6FC-5606AC9356C1}"/>
          </ac:spMkLst>
        </pc:spChg>
        <pc:graphicFrameChg chg="mod modGraphic">
          <ac:chgData name="Si Jing Goh" userId="fe228f63-d733-4912-9848-3eb5c05e5c90" providerId="ADAL" clId="{D3CB8232-7DC5-4573-8DB2-EB195F94AE5A}" dt="2026-01-09T11:02:52.994" v="23844"/>
          <ac:graphicFrameMkLst>
            <pc:docMk/>
            <pc:sldMk cId="0" sldId="2147480742"/>
            <ac:graphicFrameMk id="16" creationId="{00000000-0000-0000-0000-000000000000}"/>
          </ac:graphicFrameMkLst>
        </pc:graphicFrameChg>
        <pc:graphicFrameChg chg="mod modGraphic">
          <ac:chgData name="Si Jing Goh" userId="fe228f63-d733-4912-9848-3eb5c05e5c90" providerId="ADAL" clId="{D3CB8232-7DC5-4573-8DB2-EB195F94AE5A}" dt="2026-01-09T09:27:31.354" v="21393" actId="14100"/>
          <ac:graphicFrameMkLst>
            <pc:docMk/>
            <pc:sldMk cId="0" sldId="2147480742"/>
            <ac:graphicFrameMk id="31" creationId="{00000000-0000-0000-0000-000000000000}"/>
          </ac:graphicFrameMkLst>
        </pc:graphicFrameChg>
        <pc:picChg chg="del">
          <ac:chgData name="Si Jing Goh" userId="fe228f63-d733-4912-9848-3eb5c05e5c90" providerId="ADAL" clId="{D3CB8232-7DC5-4573-8DB2-EB195F94AE5A}" dt="2026-01-09T09:26:42.953" v="21355" actId="478"/>
          <ac:picMkLst>
            <pc:docMk/>
            <pc:sldMk cId="0" sldId="2147480742"/>
            <ac:picMk id="5" creationId="{00000000-0000-0000-0000-000000000000}"/>
          </ac:picMkLst>
        </pc:picChg>
        <pc:picChg chg="add mod">
          <ac:chgData name="Si Jing Goh" userId="fe228f63-d733-4912-9848-3eb5c05e5c90" providerId="ADAL" clId="{D3CB8232-7DC5-4573-8DB2-EB195F94AE5A}" dt="2026-01-09T09:27:03.159" v="21382" actId="1038"/>
          <ac:picMkLst>
            <pc:docMk/>
            <pc:sldMk cId="0" sldId="2147480742"/>
            <ac:picMk id="11" creationId="{C479A74F-8930-CB9B-60B9-0E0F9A1D9A6F}"/>
          </ac:picMkLst>
        </pc:picChg>
      </pc:sldChg>
      <pc:sldChg chg="addSp delSp modSp add mod modTransition">
        <pc:chgData name="Si Jing Goh" userId="fe228f63-d733-4912-9848-3eb5c05e5c90" providerId="ADAL" clId="{D3CB8232-7DC5-4573-8DB2-EB195F94AE5A}" dt="2026-01-09T17:47:10.856" v="26895" actId="20577"/>
        <pc:sldMkLst>
          <pc:docMk/>
          <pc:sldMk cId="0" sldId="2147480743"/>
        </pc:sldMkLst>
        <pc:spChg chg="mod">
          <ac:chgData name="Si Jing Goh" userId="fe228f63-d733-4912-9848-3eb5c05e5c90" providerId="ADAL" clId="{D3CB8232-7DC5-4573-8DB2-EB195F94AE5A}" dt="2026-01-09T17:47:10.856" v="26895" actId="20577"/>
          <ac:spMkLst>
            <pc:docMk/>
            <pc:sldMk cId="0" sldId="2147480743"/>
            <ac:spMk id="2" creationId="{00000000-0000-0000-0000-000000000000}"/>
          </ac:spMkLst>
        </pc:spChg>
        <pc:spChg chg="add del mod">
          <ac:chgData name="Si Jing Goh" userId="fe228f63-d733-4912-9848-3eb5c05e5c90" providerId="ADAL" clId="{D3CB8232-7DC5-4573-8DB2-EB195F94AE5A}" dt="2026-01-09T10:52:00.271" v="23648" actId="478"/>
          <ac:spMkLst>
            <pc:docMk/>
            <pc:sldMk cId="0" sldId="2147480743"/>
            <ac:spMk id="11" creationId="{8EF83083-160E-D08B-20CC-998043A36A64}"/>
          </ac:spMkLst>
        </pc:spChg>
        <pc:spChg chg="mod">
          <ac:chgData name="Si Jing Goh" userId="fe228f63-d733-4912-9848-3eb5c05e5c90" providerId="ADAL" clId="{D3CB8232-7DC5-4573-8DB2-EB195F94AE5A}" dt="2026-01-09T10:51:57.145" v="23647" actId="20577"/>
          <ac:spMkLst>
            <pc:docMk/>
            <pc:sldMk cId="0" sldId="2147480743"/>
            <ac:spMk id="12" creationId="{00000000-0000-0000-0000-000000000000}"/>
          </ac:spMkLst>
        </pc:spChg>
        <pc:spChg chg="add del mod">
          <ac:chgData name="Si Jing Goh" userId="fe228f63-d733-4912-9848-3eb5c05e5c90" providerId="ADAL" clId="{D3CB8232-7DC5-4573-8DB2-EB195F94AE5A}" dt="2026-01-09T10:50:47.310" v="23588" actId="478"/>
          <ac:spMkLst>
            <pc:docMk/>
            <pc:sldMk cId="0" sldId="2147480743"/>
            <ac:spMk id="13" creationId="{C8605DB2-AAD3-C1FB-2781-20ABDB2A4098}"/>
          </ac:spMkLst>
        </pc:spChg>
        <pc:spChg chg="mod">
          <ac:chgData name="Si Jing Goh" userId="fe228f63-d733-4912-9848-3eb5c05e5c90" providerId="ADAL" clId="{D3CB8232-7DC5-4573-8DB2-EB195F94AE5A}" dt="2026-01-09T10:49:26.274" v="23508" actId="20577"/>
          <ac:spMkLst>
            <pc:docMk/>
            <pc:sldMk cId="0" sldId="2147480743"/>
            <ac:spMk id="15" creationId="{50B474AF-52C9-2CB5-6942-832B1741814E}"/>
          </ac:spMkLst>
        </pc:spChg>
        <pc:spChg chg="add mod">
          <ac:chgData name="Si Jing Goh" userId="fe228f63-d733-4912-9848-3eb5c05e5c90" providerId="ADAL" clId="{D3CB8232-7DC5-4573-8DB2-EB195F94AE5A}" dt="2026-01-09T10:48:58.989" v="23497" actId="1035"/>
          <ac:spMkLst>
            <pc:docMk/>
            <pc:sldMk cId="0" sldId="2147480743"/>
            <ac:spMk id="19" creationId="{09CBD168-FF15-6F49-7B47-ECE5B7898838}"/>
          </ac:spMkLst>
        </pc:spChg>
        <pc:grpChg chg="add mod">
          <ac:chgData name="Si Jing Goh" userId="fe228f63-d733-4912-9848-3eb5c05e5c90" providerId="ADAL" clId="{D3CB8232-7DC5-4573-8DB2-EB195F94AE5A}" dt="2026-01-09T10:48:51.530" v="23490" actId="1076"/>
          <ac:grpSpMkLst>
            <pc:docMk/>
            <pc:sldMk cId="0" sldId="2147480743"/>
            <ac:grpSpMk id="14" creationId="{69D8260C-5B41-AB08-EFD8-E71344E64C26}"/>
          </ac:grpSpMkLst>
        </pc:grpChg>
        <pc:graphicFrameChg chg="add mod">
          <ac:chgData name="Si Jing Goh" userId="fe228f63-d733-4912-9848-3eb5c05e5c90" providerId="ADAL" clId="{D3CB8232-7DC5-4573-8DB2-EB195F94AE5A}" dt="2026-01-09T09:37:48.905" v="21881"/>
          <ac:graphicFrameMkLst>
            <pc:docMk/>
            <pc:sldMk cId="0" sldId="2147480743"/>
            <ac:graphicFrameMk id="10" creationId="{4EC2592F-EF31-3B98-8E0F-42D52E546978}"/>
          </ac:graphicFrameMkLst>
        </pc:graphicFrameChg>
        <pc:graphicFrameChg chg="mod modGraphic">
          <ac:chgData name="Si Jing Goh" userId="fe228f63-d733-4912-9848-3eb5c05e5c90" providerId="ADAL" clId="{D3CB8232-7DC5-4573-8DB2-EB195F94AE5A}" dt="2026-01-09T10:51:52.825" v="23638" actId="14100"/>
          <ac:graphicFrameMkLst>
            <pc:docMk/>
            <pc:sldMk cId="0" sldId="2147480743"/>
            <ac:graphicFrameMk id="17" creationId="{00000000-0000-0000-0000-000000000000}"/>
          </ac:graphicFrameMkLst>
        </pc:graphicFrameChg>
        <pc:graphicFrameChg chg="add mod">
          <ac:chgData name="Si Jing Goh" userId="fe228f63-d733-4912-9848-3eb5c05e5c90" providerId="ADAL" clId="{D3CB8232-7DC5-4573-8DB2-EB195F94AE5A}" dt="2026-01-09T10:49:31.447" v="23510"/>
          <ac:graphicFrameMkLst>
            <pc:docMk/>
            <pc:sldMk cId="0" sldId="2147480743"/>
            <ac:graphicFrameMk id="18" creationId="{459D7265-1970-3D0F-A0DB-CA17009827A3}"/>
          </ac:graphicFrameMkLst>
        </pc:graphicFrameChg>
        <pc:graphicFrameChg chg="mod modGraphic">
          <ac:chgData name="Si Jing Goh" userId="fe228f63-d733-4912-9848-3eb5c05e5c90" providerId="ADAL" clId="{D3CB8232-7DC5-4573-8DB2-EB195F94AE5A}" dt="2026-01-09T10:48:44.881" v="23489" actId="14100"/>
          <ac:graphicFrameMkLst>
            <pc:docMk/>
            <pc:sldMk cId="0" sldId="2147480743"/>
            <ac:graphicFrameMk id="33" creationId="{00000000-0000-0000-0000-000000000000}"/>
          </ac:graphicFrameMkLst>
        </pc:graphicFrameChg>
        <pc:picChg chg="mod modCrop">
          <ac:chgData name="Si Jing Goh" userId="fe228f63-d733-4912-9848-3eb5c05e5c90" providerId="ADAL" clId="{D3CB8232-7DC5-4573-8DB2-EB195F94AE5A}" dt="2026-01-09T09:34:26.004" v="21672" actId="1037"/>
          <ac:picMkLst>
            <pc:docMk/>
            <pc:sldMk cId="0" sldId="2147480743"/>
            <ac:picMk id="5" creationId="{00000000-0000-0000-0000-000000000000}"/>
          </ac:picMkLst>
        </pc:picChg>
        <pc:cxnChg chg="mod">
          <ac:chgData name="Si Jing Goh" userId="fe228f63-d733-4912-9848-3eb5c05e5c90" providerId="ADAL" clId="{D3CB8232-7DC5-4573-8DB2-EB195F94AE5A}" dt="2026-01-09T10:48:31.101" v="23483"/>
          <ac:cxnSpMkLst>
            <pc:docMk/>
            <pc:sldMk cId="0" sldId="2147480743"/>
            <ac:cxnSpMk id="16" creationId="{CDC2C507-FF6F-0751-EBC7-3A7D8C773A06}"/>
          </ac:cxnSpMkLst>
        </pc:cxnChg>
      </pc:sldChg>
      <pc:sldChg chg="addSp delSp modSp add mod modTransition">
        <pc:chgData name="Si Jing Goh" userId="fe228f63-d733-4912-9848-3eb5c05e5c90" providerId="ADAL" clId="{D3CB8232-7DC5-4573-8DB2-EB195F94AE5A}" dt="2026-01-09T17:47:14.278" v="26899" actId="20577"/>
        <pc:sldMkLst>
          <pc:docMk/>
          <pc:sldMk cId="0" sldId="2147480744"/>
        </pc:sldMkLst>
        <pc:spChg chg="mod">
          <ac:chgData name="Si Jing Goh" userId="fe228f63-d733-4912-9848-3eb5c05e5c90" providerId="ADAL" clId="{D3CB8232-7DC5-4573-8DB2-EB195F94AE5A}" dt="2026-01-09T17:47:14.278" v="26899" actId="20577"/>
          <ac:spMkLst>
            <pc:docMk/>
            <pc:sldMk cId="0" sldId="2147480744"/>
            <ac:spMk id="2" creationId="{00000000-0000-0000-0000-000000000000}"/>
          </ac:spMkLst>
        </pc:spChg>
        <pc:spChg chg="add del mod">
          <ac:chgData name="Si Jing Goh" userId="fe228f63-d733-4912-9848-3eb5c05e5c90" providerId="ADAL" clId="{D3CB8232-7DC5-4573-8DB2-EB195F94AE5A}" dt="2026-01-09T10:26:31.587" v="23458" actId="478"/>
          <ac:spMkLst>
            <pc:docMk/>
            <pc:sldMk cId="0" sldId="2147480744"/>
            <ac:spMk id="10" creationId="{AD41C568-DF84-5CBB-F192-F360764E43C1}"/>
          </ac:spMkLst>
        </pc:spChg>
        <pc:spChg chg="add mod">
          <ac:chgData name="Si Jing Goh" userId="fe228f63-d733-4912-9848-3eb5c05e5c90" providerId="ADAL" clId="{D3CB8232-7DC5-4573-8DB2-EB195F94AE5A}" dt="2026-01-09T10:26:25.367" v="23455"/>
          <ac:spMkLst>
            <pc:docMk/>
            <pc:sldMk cId="0" sldId="2147480744"/>
            <ac:spMk id="11" creationId="{56D40B68-A56F-B186-65E6-8B695266E706}"/>
          </ac:spMkLst>
        </pc:spChg>
        <pc:spChg chg="del mod">
          <ac:chgData name="Si Jing Goh" userId="fe228f63-d733-4912-9848-3eb5c05e5c90" providerId="ADAL" clId="{D3CB8232-7DC5-4573-8DB2-EB195F94AE5A}" dt="2026-01-09T10:26:22.919" v="23454" actId="478"/>
          <ac:spMkLst>
            <pc:docMk/>
            <pc:sldMk cId="0" sldId="2147480744"/>
            <ac:spMk id="12" creationId="{00000000-0000-0000-0000-000000000000}"/>
          </ac:spMkLst>
        </pc:spChg>
        <pc:graphicFrameChg chg="mod modGraphic">
          <ac:chgData name="Si Jing Goh" userId="fe228f63-d733-4912-9848-3eb5c05e5c90" providerId="ADAL" clId="{D3CB8232-7DC5-4573-8DB2-EB195F94AE5A}" dt="2026-01-09T10:26:30.132" v="23457" actId="14100"/>
          <ac:graphicFrameMkLst>
            <pc:docMk/>
            <pc:sldMk cId="0" sldId="2147480744"/>
            <ac:graphicFrameMk id="18" creationId="{00000000-0000-0000-0000-000000000000}"/>
          </ac:graphicFrameMkLst>
        </pc:graphicFrameChg>
        <pc:graphicFrameChg chg="mod modGraphic">
          <ac:chgData name="Si Jing Goh" userId="fe228f63-d733-4912-9848-3eb5c05e5c90" providerId="ADAL" clId="{D3CB8232-7DC5-4573-8DB2-EB195F94AE5A}" dt="2026-01-09T09:43:20.985" v="22018" actId="14734"/>
          <ac:graphicFrameMkLst>
            <pc:docMk/>
            <pc:sldMk cId="0" sldId="2147480744"/>
            <ac:graphicFrameMk id="35" creationId="{00000000-0000-0000-0000-000000000000}"/>
          </ac:graphicFrameMkLst>
        </pc:graphicFrameChg>
        <pc:picChg chg="mod modCrop">
          <ac:chgData name="Si Jing Goh" userId="fe228f63-d733-4912-9848-3eb5c05e5c90" providerId="ADAL" clId="{D3CB8232-7DC5-4573-8DB2-EB195F94AE5A}" dt="2026-01-09T09:39:19.660" v="21903" actId="1076"/>
          <ac:picMkLst>
            <pc:docMk/>
            <pc:sldMk cId="0" sldId="2147480744"/>
            <ac:picMk id="5" creationId="{00000000-0000-0000-0000-000000000000}"/>
          </ac:picMkLst>
        </pc:picChg>
      </pc:sldChg>
      <pc:sldChg chg="addSp delSp modSp add mod modTransition">
        <pc:chgData name="Si Jing Goh" userId="fe228f63-d733-4912-9848-3eb5c05e5c90" providerId="ADAL" clId="{D3CB8232-7DC5-4573-8DB2-EB195F94AE5A}" dt="2026-01-09T17:47:16.545" v="26901" actId="20577"/>
        <pc:sldMkLst>
          <pc:docMk/>
          <pc:sldMk cId="0" sldId="2147480745"/>
        </pc:sldMkLst>
        <pc:spChg chg="mod">
          <ac:chgData name="Si Jing Goh" userId="fe228f63-d733-4912-9848-3eb5c05e5c90" providerId="ADAL" clId="{D3CB8232-7DC5-4573-8DB2-EB195F94AE5A}" dt="2026-01-09T17:47:16.545" v="26901" actId="20577"/>
          <ac:spMkLst>
            <pc:docMk/>
            <pc:sldMk cId="0" sldId="2147480745"/>
            <ac:spMk id="2" creationId="{00000000-0000-0000-0000-000000000000}"/>
          </ac:spMkLst>
        </pc:spChg>
        <pc:spChg chg="add mod">
          <ac:chgData name="Si Jing Goh" userId="fe228f63-d733-4912-9848-3eb5c05e5c90" providerId="ADAL" clId="{D3CB8232-7DC5-4573-8DB2-EB195F94AE5A}" dt="2026-01-09T09:55:42.291" v="22541" actId="1036"/>
          <ac:spMkLst>
            <pc:docMk/>
            <pc:sldMk cId="0" sldId="2147480745"/>
            <ac:spMk id="10" creationId="{C300883A-E073-1C31-55C8-D71F131C3FAA}"/>
          </ac:spMkLst>
        </pc:spChg>
        <pc:spChg chg="add mod">
          <ac:chgData name="Si Jing Goh" userId="fe228f63-d733-4912-9848-3eb5c05e5c90" providerId="ADAL" clId="{D3CB8232-7DC5-4573-8DB2-EB195F94AE5A}" dt="2026-01-09T09:55:42.291" v="22541" actId="1036"/>
          <ac:spMkLst>
            <pc:docMk/>
            <pc:sldMk cId="0" sldId="2147480745"/>
            <ac:spMk id="11" creationId="{4D258D6B-1DF8-4C6F-000B-30F6155F5120}"/>
          </ac:spMkLst>
        </pc:spChg>
        <pc:spChg chg="del mod">
          <ac:chgData name="Si Jing Goh" userId="fe228f63-d733-4912-9848-3eb5c05e5c90" providerId="ADAL" clId="{D3CB8232-7DC5-4573-8DB2-EB195F94AE5A}" dt="2026-01-09T10:25:22.954" v="23450" actId="478"/>
          <ac:spMkLst>
            <pc:docMk/>
            <pc:sldMk cId="0" sldId="2147480745"/>
            <ac:spMk id="12" creationId="{00000000-0000-0000-0000-000000000000}"/>
          </ac:spMkLst>
        </pc:spChg>
        <pc:spChg chg="add mod">
          <ac:chgData name="Si Jing Goh" userId="fe228f63-d733-4912-9848-3eb5c05e5c90" providerId="ADAL" clId="{D3CB8232-7DC5-4573-8DB2-EB195F94AE5A}" dt="2026-01-09T09:55:42.291" v="22541" actId="1036"/>
          <ac:spMkLst>
            <pc:docMk/>
            <pc:sldMk cId="0" sldId="2147480745"/>
            <ac:spMk id="14" creationId="{70267883-84C1-2A3A-E68D-26DAC8428B33}"/>
          </ac:spMkLst>
        </pc:spChg>
        <pc:spChg chg="add del mod">
          <ac:chgData name="Si Jing Goh" userId="fe228f63-d733-4912-9848-3eb5c05e5c90" providerId="ADAL" clId="{D3CB8232-7DC5-4573-8DB2-EB195F94AE5A}" dt="2026-01-09T10:25:28.805" v="23453" actId="478"/>
          <ac:spMkLst>
            <pc:docMk/>
            <pc:sldMk cId="0" sldId="2147480745"/>
            <ac:spMk id="15" creationId="{FC9A8FA3-1AF1-C28A-5EF1-CD09A95F8673}"/>
          </ac:spMkLst>
        </pc:spChg>
        <pc:spChg chg="add mod">
          <ac:chgData name="Si Jing Goh" userId="fe228f63-d733-4912-9848-3eb5c05e5c90" providerId="ADAL" clId="{D3CB8232-7DC5-4573-8DB2-EB195F94AE5A}" dt="2026-01-09T10:25:23.152" v="23451"/>
          <ac:spMkLst>
            <pc:docMk/>
            <pc:sldMk cId="0" sldId="2147480745"/>
            <ac:spMk id="16" creationId="{7AF34887-8C6A-FF14-501F-0D4AEA7A1B08}"/>
          </ac:spMkLst>
        </pc:spChg>
        <pc:graphicFrameChg chg="mod modGraphic">
          <ac:chgData name="Si Jing Goh" userId="fe228f63-d733-4912-9848-3eb5c05e5c90" providerId="ADAL" clId="{D3CB8232-7DC5-4573-8DB2-EB195F94AE5A}" dt="2026-01-09T10:25:25.623" v="23452" actId="14100"/>
          <ac:graphicFrameMkLst>
            <pc:docMk/>
            <pc:sldMk cId="0" sldId="2147480745"/>
            <ac:graphicFrameMk id="19" creationId="{00000000-0000-0000-0000-000000000000}"/>
          </ac:graphicFrameMkLst>
        </pc:graphicFrameChg>
        <pc:graphicFrameChg chg="mod modGraphic">
          <ac:chgData name="Si Jing Goh" userId="fe228f63-d733-4912-9848-3eb5c05e5c90" providerId="ADAL" clId="{D3CB8232-7DC5-4573-8DB2-EB195F94AE5A}" dt="2026-01-09T09:55:44.790" v="22542" actId="14100"/>
          <ac:graphicFrameMkLst>
            <pc:docMk/>
            <pc:sldMk cId="0" sldId="2147480745"/>
            <ac:graphicFrameMk id="37" creationId="{00000000-0000-0000-0000-000000000000}"/>
          </ac:graphicFrameMkLst>
        </pc:graphicFrameChg>
        <pc:picChg chg="mod">
          <ac:chgData name="Si Jing Goh" userId="fe228f63-d733-4912-9848-3eb5c05e5c90" providerId="ADAL" clId="{D3CB8232-7DC5-4573-8DB2-EB195F94AE5A}" dt="2026-01-09T09:46:59.182" v="22046" actId="1037"/>
          <ac:picMkLst>
            <pc:docMk/>
            <pc:sldMk cId="0" sldId="2147480745"/>
            <ac:picMk id="5" creationId="{00000000-0000-0000-0000-000000000000}"/>
          </ac:picMkLst>
        </pc:picChg>
      </pc:sldChg>
      <pc:sldChg chg="addSp modSp add del mod ord modTransition modShow">
        <pc:chgData name="Si Jing Goh" userId="fe228f63-d733-4912-9848-3eb5c05e5c90" providerId="ADAL" clId="{D3CB8232-7DC5-4573-8DB2-EB195F94AE5A}" dt="2026-01-09T16:35:59.785" v="25589" actId="47"/>
        <pc:sldMkLst>
          <pc:docMk/>
          <pc:sldMk cId="0" sldId="2147480746"/>
        </pc:sldMkLst>
        <pc:spChg chg="add mod">
          <ac:chgData name="Si Jing Goh" userId="fe228f63-d733-4912-9848-3eb5c05e5c90" providerId="ADAL" clId="{D3CB8232-7DC5-4573-8DB2-EB195F94AE5A}" dt="2026-01-09T10:04:20.346" v="22629" actId="403"/>
          <ac:spMkLst>
            <pc:docMk/>
            <pc:sldMk cId="0" sldId="2147480746"/>
            <ac:spMk id="10" creationId="{9ED34335-CC2F-410F-FAA4-4E0D934F2367}"/>
          </ac:spMkLst>
        </pc:spChg>
        <pc:graphicFrameChg chg="mod modGraphic">
          <ac:chgData name="Si Jing Goh" userId="fe228f63-d733-4912-9848-3eb5c05e5c90" providerId="ADAL" clId="{D3CB8232-7DC5-4573-8DB2-EB195F94AE5A}" dt="2026-01-09T10:03:07.216" v="22562" actId="20577"/>
          <ac:graphicFrameMkLst>
            <pc:docMk/>
            <pc:sldMk cId="0" sldId="2147480746"/>
            <ac:graphicFrameMk id="20" creationId="{00000000-0000-0000-0000-000000000000}"/>
          </ac:graphicFrameMkLst>
        </pc:graphicFrameChg>
      </pc:sldChg>
      <pc:sldChg chg="addSp delSp modSp add mod modTransition">
        <pc:chgData name="Si Jing Goh" userId="fe228f63-d733-4912-9848-3eb5c05e5c90" providerId="ADAL" clId="{D3CB8232-7DC5-4573-8DB2-EB195F94AE5A}" dt="2026-01-09T17:47:22.008" v="26905" actId="20577"/>
        <pc:sldMkLst>
          <pc:docMk/>
          <pc:sldMk cId="0" sldId="2147480747"/>
        </pc:sldMkLst>
        <pc:spChg chg="mod">
          <ac:chgData name="Si Jing Goh" userId="fe228f63-d733-4912-9848-3eb5c05e5c90" providerId="ADAL" clId="{D3CB8232-7DC5-4573-8DB2-EB195F94AE5A}" dt="2026-01-09T17:47:22.008" v="26905" actId="20577"/>
          <ac:spMkLst>
            <pc:docMk/>
            <pc:sldMk cId="0" sldId="2147480747"/>
            <ac:spMk id="2" creationId="{00000000-0000-0000-0000-000000000000}"/>
          </ac:spMkLst>
        </pc:spChg>
        <pc:spChg chg="add del mod">
          <ac:chgData name="Si Jing Goh" userId="fe228f63-d733-4912-9848-3eb5c05e5c90" providerId="ADAL" clId="{D3CB8232-7DC5-4573-8DB2-EB195F94AE5A}" dt="2026-01-09T10:24:06.348" v="23440" actId="478"/>
          <ac:spMkLst>
            <pc:docMk/>
            <pc:sldMk cId="0" sldId="2147480747"/>
            <ac:spMk id="10" creationId="{2A6D8D8C-0D7A-E7B0-68ED-CF89C8EE47BB}"/>
          </ac:spMkLst>
        </pc:spChg>
        <pc:spChg chg="mod">
          <ac:chgData name="Si Jing Goh" userId="fe228f63-d733-4912-9848-3eb5c05e5c90" providerId="ADAL" clId="{D3CB8232-7DC5-4573-8DB2-EB195F94AE5A}" dt="2026-01-09T10:25:19.839" v="23449" actId="1036"/>
          <ac:spMkLst>
            <pc:docMk/>
            <pc:sldMk cId="0" sldId="2147480747"/>
            <ac:spMk id="12" creationId="{00000000-0000-0000-0000-000000000000}"/>
          </ac:spMkLst>
        </pc:spChg>
        <pc:graphicFrameChg chg="mod modGraphic">
          <ac:chgData name="Si Jing Goh" userId="fe228f63-d733-4912-9848-3eb5c05e5c90" providerId="ADAL" clId="{D3CB8232-7DC5-4573-8DB2-EB195F94AE5A}" dt="2026-01-09T10:23:48.967" v="23434" actId="14100"/>
          <ac:graphicFrameMkLst>
            <pc:docMk/>
            <pc:sldMk cId="0" sldId="2147480747"/>
            <ac:graphicFrameMk id="21" creationId="{00000000-0000-0000-0000-000000000000}"/>
          </ac:graphicFrameMkLst>
        </pc:graphicFrameChg>
        <pc:graphicFrameChg chg="mod modGraphic">
          <ac:chgData name="Si Jing Goh" userId="fe228f63-d733-4912-9848-3eb5c05e5c90" providerId="ADAL" clId="{D3CB8232-7DC5-4573-8DB2-EB195F94AE5A}" dt="2026-01-09T10:15:33.214" v="23335"/>
          <ac:graphicFrameMkLst>
            <pc:docMk/>
            <pc:sldMk cId="0" sldId="2147480747"/>
            <ac:graphicFrameMk id="41" creationId="{00000000-0000-0000-0000-000000000000}"/>
          </ac:graphicFrameMkLst>
        </pc:graphicFrameChg>
        <pc:picChg chg="mod modCrop">
          <ac:chgData name="Si Jing Goh" userId="fe228f63-d733-4912-9848-3eb5c05e5c90" providerId="ADAL" clId="{D3CB8232-7DC5-4573-8DB2-EB195F94AE5A}" dt="2026-01-09T10:05:14.232" v="22641" actId="1038"/>
          <ac:picMkLst>
            <pc:docMk/>
            <pc:sldMk cId="0" sldId="2147480747"/>
            <ac:picMk id="5" creationId="{00000000-0000-0000-0000-000000000000}"/>
          </ac:picMkLst>
        </pc:picChg>
      </pc:sldChg>
      <pc:sldChg chg="addSp modSp add del mod modTransition modShow">
        <pc:chgData name="Si Jing Goh" userId="fe228f63-d733-4912-9848-3eb5c05e5c90" providerId="ADAL" clId="{D3CB8232-7DC5-4573-8DB2-EB195F94AE5A}" dt="2026-01-09T16:35:59.785" v="25589" actId="47"/>
        <pc:sldMkLst>
          <pc:docMk/>
          <pc:sldMk cId="0" sldId="2147480748"/>
        </pc:sldMkLst>
        <pc:spChg chg="add mod">
          <ac:chgData name="Si Jing Goh" userId="fe228f63-d733-4912-9848-3eb5c05e5c90" providerId="ADAL" clId="{D3CB8232-7DC5-4573-8DB2-EB195F94AE5A}" dt="2026-01-09T10:16:25.957" v="23416" actId="20577"/>
          <ac:spMkLst>
            <pc:docMk/>
            <pc:sldMk cId="0" sldId="2147480748"/>
            <ac:spMk id="10" creationId="{234C234B-A161-B700-6F29-147E5DD2451E}"/>
          </ac:spMkLst>
        </pc:spChg>
        <pc:spChg chg="mod">
          <ac:chgData name="Si Jing Goh" userId="fe228f63-d733-4912-9848-3eb5c05e5c90" providerId="ADAL" clId="{D3CB8232-7DC5-4573-8DB2-EB195F94AE5A}" dt="2026-01-09T10:07:45.355" v="22784" actId="1035"/>
          <ac:spMkLst>
            <pc:docMk/>
            <pc:sldMk cId="0" sldId="2147480748"/>
            <ac:spMk id="12" creationId="{00000000-0000-0000-0000-000000000000}"/>
          </ac:spMkLst>
        </pc:spChg>
        <pc:graphicFrameChg chg="mod modGraphic">
          <ac:chgData name="Si Jing Goh" userId="fe228f63-d733-4912-9848-3eb5c05e5c90" providerId="ADAL" clId="{D3CB8232-7DC5-4573-8DB2-EB195F94AE5A}" dt="2026-01-09T05:15:05.495" v="15489"/>
          <ac:graphicFrameMkLst>
            <pc:docMk/>
            <pc:sldMk cId="0" sldId="2147480748"/>
            <ac:graphicFrameMk id="22" creationId="{00000000-0000-0000-0000-000000000000}"/>
          </ac:graphicFrameMkLst>
        </pc:graphicFrameChg>
      </pc:sldChg>
      <pc:sldChg chg="delSp modSp mod modTransition">
        <pc:chgData name="Si Jing Goh" userId="fe228f63-d733-4912-9848-3eb5c05e5c90" providerId="ADAL" clId="{D3CB8232-7DC5-4573-8DB2-EB195F94AE5A}" dt="2026-01-09T16:48:31.395" v="25728" actId="20577"/>
        <pc:sldMkLst>
          <pc:docMk/>
          <pc:sldMk cId="2747141112" sldId="2147480749"/>
        </pc:sldMkLst>
        <pc:spChg chg="del">
          <ac:chgData name="Si Jing Goh" userId="fe228f63-d733-4912-9848-3eb5c05e5c90" providerId="ADAL" clId="{D3CB8232-7DC5-4573-8DB2-EB195F94AE5A}" dt="2026-01-09T16:42:58.925" v="25637" actId="478"/>
          <ac:spMkLst>
            <pc:docMk/>
            <pc:sldMk cId="2747141112" sldId="2147480749"/>
            <ac:spMk id="17" creationId="{DB1F9BD2-8E99-BAE3-33F8-9F3C5EA6181C}"/>
          </ac:spMkLst>
        </pc:spChg>
        <pc:graphicFrameChg chg="mod modGraphic">
          <ac:chgData name="Si Jing Goh" userId="fe228f63-d733-4912-9848-3eb5c05e5c90" providerId="ADAL" clId="{D3CB8232-7DC5-4573-8DB2-EB195F94AE5A}" dt="2026-01-09T16:48:31.395" v="25728" actId="20577"/>
          <ac:graphicFrameMkLst>
            <pc:docMk/>
            <pc:sldMk cId="2747141112" sldId="2147480749"/>
            <ac:graphicFrameMk id="10" creationId="{35FAD65E-FFEA-336A-E023-DEE951497679}"/>
          </ac:graphicFrameMkLst>
        </pc:graphicFrameChg>
        <pc:graphicFrameChg chg="mod modGraphic">
          <ac:chgData name="Si Jing Goh" userId="fe228f63-d733-4912-9848-3eb5c05e5c90" providerId="ADAL" clId="{D3CB8232-7DC5-4573-8DB2-EB195F94AE5A}" dt="2026-01-09T16:45:45.912" v="25676"/>
          <ac:graphicFrameMkLst>
            <pc:docMk/>
            <pc:sldMk cId="2747141112" sldId="2147480749"/>
            <ac:graphicFrameMk id="19" creationId="{E165E28A-FD8E-BC1C-7031-9E7ADD0CD5CC}"/>
          </ac:graphicFrameMkLst>
        </pc:graphicFrameChg>
      </pc:sldChg>
      <pc:sldChg chg="delSp modSp mod modTransition">
        <pc:chgData name="Si Jing Goh" userId="fe228f63-d733-4912-9848-3eb5c05e5c90" providerId="ADAL" clId="{D3CB8232-7DC5-4573-8DB2-EB195F94AE5A}" dt="2026-01-10T05:09:13.187" v="27025" actId="478"/>
        <pc:sldMkLst>
          <pc:docMk/>
          <pc:sldMk cId="1421371455" sldId="2147480760"/>
        </pc:sldMkLst>
        <pc:spChg chg="mod">
          <ac:chgData name="Si Jing Goh" userId="fe228f63-d733-4912-9848-3eb5c05e5c90" providerId="ADAL" clId="{D3CB8232-7DC5-4573-8DB2-EB195F94AE5A}" dt="2026-01-10T05:09:11.640" v="27024"/>
          <ac:spMkLst>
            <pc:docMk/>
            <pc:sldMk cId="1421371455" sldId="2147480760"/>
            <ac:spMk id="13" creationId="{ACDAA4BF-7DDB-3E43-D934-AB903C6E3B45}"/>
          </ac:spMkLst>
        </pc:spChg>
        <pc:spChg chg="del mod">
          <ac:chgData name="Si Jing Goh" userId="fe228f63-d733-4912-9848-3eb5c05e5c90" providerId="ADAL" clId="{D3CB8232-7DC5-4573-8DB2-EB195F94AE5A}" dt="2026-01-10T05:09:13.187" v="27025" actId="478"/>
          <ac:spMkLst>
            <pc:docMk/>
            <pc:sldMk cId="1421371455" sldId="2147480760"/>
            <ac:spMk id="19" creationId="{79C0299A-1EDB-16BF-007C-99F913185F54}"/>
          </ac:spMkLst>
        </pc:spChg>
        <pc:spChg chg="del">
          <ac:chgData name="Si Jing Goh" userId="fe228f63-d733-4912-9848-3eb5c05e5c90" providerId="ADAL" clId="{D3CB8232-7DC5-4573-8DB2-EB195F94AE5A}" dt="2026-01-09T17:01:59.786" v="26033" actId="478"/>
          <ac:spMkLst>
            <pc:docMk/>
            <pc:sldMk cId="1421371455" sldId="2147480760"/>
            <ac:spMk id="19" creationId="{F0700870-09ED-EA38-548E-7BDD83B8EF77}"/>
          </ac:spMkLst>
        </pc:spChg>
        <pc:spChg chg="mod">
          <ac:chgData name="Si Jing Goh" userId="fe228f63-d733-4912-9848-3eb5c05e5c90" providerId="ADAL" clId="{D3CB8232-7DC5-4573-8DB2-EB195F94AE5A}" dt="2026-01-09T17:01:13.026" v="25990" actId="113"/>
          <ac:spMkLst>
            <pc:docMk/>
            <pc:sldMk cId="1421371455" sldId="2147480760"/>
            <ac:spMk id="27" creationId="{DA9BC708-8850-8A84-21F9-ACFB84652B83}"/>
          </ac:spMkLst>
        </pc:spChg>
        <pc:graphicFrameChg chg="mod modGraphic">
          <ac:chgData name="Si Jing Goh" userId="fe228f63-d733-4912-9848-3eb5c05e5c90" providerId="ADAL" clId="{D3CB8232-7DC5-4573-8DB2-EB195F94AE5A}" dt="2026-01-09T17:02:09.611" v="26054" actId="20577"/>
          <ac:graphicFrameMkLst>
            <pc:docMk/>
            <pc:sldMk cId="1421371455" sldId="2147480760"/>
            <ac:graphicFrameMk id="12" creationId="{EBA9D100-BC01-7716-B9BA-53E052FB45CD}"/>
          </ac:graphicFrameMkLst>
        </pc:graphicFrameChg>
      </pc:sldChg>
      <pc:sldChg chg="delSp modSp mod">
        <pc:chgData name="Si Jing Goh" userId="fe228f63-d733-4912-9848-3eb5c05e5c90" providerId="ADAL" clId="{D3CB8232-7DC5-4573-8DB2-EB195F94AE5A}" dt="2026-01-09T17:36:27.888" v="26753" actId="14100"/>
        <pc:sldMkLst>
          <pc:docMk/>
          <pc:sldMk cId="0" sldId="2147480761"/>
        </pc:sldMkLst>
        <pc:spChg chg="del mod">
          <ac:chgData name="Si Jing Goh" userId="fe228f63-d733-4912-9848-3eb5c05e5c90" providerId="ADAL" clId="{D3CB8232-7DC5-4573-8DB2-EB195F94AE5A}" dt="2026-01-09T17:35:48.920" v="26743" actId="478"/>
          <ac:spMkLst>
            <pc:docMk/>
            <pc:sldMk cId="0" sldId="2147480761"/>
            <ac:spMk id="6" creationId="{4C8C219C-36D8-1228-3965-EA6E61C9279A}"/>
          </ac:spMkLst>
        </pc:spChg>
        <pc:graphicFrameChg chg="modGraphic">
          <ac:chgData name="Si Jing Goh" userId="fe228f63-d733-4912-9848-3eb5c05e5c90" providerId="ADAL" clId="{D3CB8232-7DC5-4573-8DB2-EB195F94AE5A}" dt="2026-01-09T17:36:27.888" v="26753" actId="14100"/>
          <ac:graphicFrameMkLst>
            <pc:docMk/>
            <pc:sldMk cId="0" sldId="2147480761"/>
            <ac:graphicFrameMk id="8" creationId="{CED3F493-142B-92F2-C762-084E32017883}"/>
          </ac:graphicFrameMkLst>
        </pc:graphicFrameChg>
      </pc:sldChg>
      <pc:sldChg chg="delSp mod">
        <pc:chgData name="Si Jing Goh" userId="fe228f63-d733-4912-9848-3eb5c05e5c90" providerId="ADAL" clId="{D3CB8232-7DC5-4573-8DB2-EB195F94AE5A}" dt="2026-01-09T18:29:38.926" v="26943" actId="478"/>
        <pc:sldMkLst>
          <pc:docMk/>
          <pc:sldMk cId="2902453960" sldId="2147480765"/>
        </pc:sldMkLst>
        <pc:spChg chg="del">
          <ac:chgData name="Si Jing Goh" userId="fe228f63-d733-4912-9848-3eb5c05e5c90" providerId="ADAL" clId="{D3CB8232-7DC5-4573-8DB2-EB195F94AE5A}" dt="2026-01-09T18:29:38.926" v="26943" actId="478"/>
          <ac:spMkLst>
            <pc:docMk/>
            <pc:sldMk cId="2902453960" sldId="2147480765"/>
            <ac:spMk id="15" creationId="{138F1292-D734-8F1D-582B-2363CB0920C1}"/>
          </ac:spMkLst>
        </pc:spChg>
      </pc:sldChg>
      <pc:sldChg chg="delSp modSp mod">
        <pc:chgData name="Si Jing Goh" userId="fe228f63-d733-4912-9848-3eb5c05e5c90" providerId="ADAL" clId="{D3CB8232-7DC5-4573-8DB2-EB195F94AE5A}" dt="2026-01-10T05:09:34.127" v="27029" actId="478"/>
        <pc:sldMkLst>
          <pc:docMk/>
          <pc:sldMk cId="2202168305" sldId="2147480767"/>
        </pc:sldMkLst>
        <pc:spChg chg="del mod">
          <ac:chgData name="Si Jing Goh" userId="fe228f63-d733-4912-9848-3eb5c05e5c90" providerId="ADAL" clId="{D3CB8232-7DC5-4573-8DB2-EB195F94AE5A}" dt="2026-01-10T05:09:34.127" v="27029" actId="478"/>
          <ac:spMkLst>
            <pc:docMk/>
            <pc:sldMk cId="2202168305" sldId="2147480767"/>
            <ac:spMk id="6" creationId="{0E2BC1FC-9A8C-2620-2EF7-3B6850A85E1F}"/>
          </ac:spMkLst>
        </pc:spChg>
      </pc:sldChg>
      <pc:sldChg chg="modSp del mod">
        <pc:chgData name="Si Jing Goh" userId="fe228f63-d733-4912-9848-3eb5c05e5c90" providerId="ADAL" clId="{D3CB8232-7DC5-4573-8DB2-EB195F94AE5A}" dt="2026-01-09T17:44:37.818" v="26778" actId="47"/>
        <pc:sldMkLst>
          <pc:docMk/>
          <pc:sldMk cId="4103683258" sldId="2147480770"/>
        </pc:sldMkLst>
        <pc:graphicFrameChg chg="modGraphic">
          <ac:chgData name="Si Jing Goh" userId="fe228f63-d733-4912-9848-3eb5c05e5c90" providerId="ADAL" clId="{D3CB8232-7DC5-4573-8DB2-EB195F94AE5A}" dt="2026-01-09T17:13:23.676" v="26378" actId="255"/>
          <ac:graphicFrameMkLst>
            <pc:docMk/>
            <pc:sldMk cId="4103683258" sldId="2147480770"/>
            <ac:graphicFrameMk id="12" creationId="{0173A8D1-2D23-F576-A095-20A35813D653}"/>
          </ac:graphicFrameMkLst>
        </pc:graphicFrameChg>
        <pc:graphicFrameChg chg="mod modGraphic">
          <ac:chgData name="Si Jing Goh" userId="fe228f63-d733-4912-9848-3eb5c05e5c90" providerId="ADAL" clId="{D3CB8232-7DC5-4573-8DB2-EB195F94AE5A}" dt="2026-01-09T17:13:23.150" v="26377" actId="255"/>
          <ac:graphicFrameMkLst>
            <pc:docMk/>
            <pc:sldMk cId="4103683258" sldId="2147480770"/>
            <ac:graphicFrameMk id="23" creationId="{C830EA49-75E4-423E-D5BF-2ED8497123D4}"/>
          </ac:graphicFrameMkLst>
        </pc:graphicFrameChg>
      </pc:sldChg>
      <pc:sldChg chg="modSp mod">
        <pc:chgData name="Si Jing Goh" userId="fe228f63-d733-4912-9848-3eb5c05e5c90" providerId="ADAL" clId="{D3CB8232-7DC5-4573-8DB2-EB195F94AE5A}" dt="2026-01-09T17:45:58.428" v="26833" actId="20577"/>
        <pc:sldMkLst>
          <pc:docMk/>
          <pc:sldMk cId="4198244203" sldId="2147480771"/>
        </pc:sldMkLst>
        <pc:spChg chg="mod">
          <ac:chgData name="Si Jing Goh" userId="fe228f63-d733-4912-9848-3eb5c05e5c90" providerId="ADAL" clId="{D3CB8232-7DC5-4573-8DB2-EB195F94AE5A}" dt="2026-01-09T17:45:58.428" v="26833" actId="20577"/>
          <ac:spMkLst>
            <pc:docMk/>
            <pc:sldMk cId="4198244203" sldId="2147480771"/>
            <ac:spMk id="3" creationId="{B6BA066A-01C7-020E-91AC-AB22A65D2501}"/>
          </ac:spMkLst>
        </pc:spChg>
      </pc:sldChg>
      <pc:sldChg chg="modSp mod">
        <pc:chgData name="Si Jing Goh" userId="fe228f63-d733-4912-9848-3eb5c05e5c90" providerId="ADAL" clId="{D3CB8232-7DC5-4573-8DB2-EB195F94AE5A}" dt="2026-01-09T17:46:02.308" v="26835" actId="20577"/>
        <pc:sldMkLst>
          <pc:docMk/>
          <pc:sldMk cId="1234658873" sldId="2147480772"/>
        </pc:sldMkLst>
        <pc:spChg chg="mod">
          <ac:chgData name="Si Jing Goh" userId="fe228f63-d733-4912-9848-3eb5c05e5c90" providerId="ADAL" clId="{D3CB8232-7DC5-4573-8DB2-EB195F94AE5A}" dt="2026-01-09T17:46:02.308" v="26835" actId="20577"/>
          <ac:spMkLst>
            <pc:docMk/>
            <pc:sldMk cId="1234658873" sldId="2147480772"/>
            <ac:spMk id="3" creationId="{C9C4DDCD-6FAD-AA40-7719-1A6F44D45F88}"/>
          </ac:spMkLst>
        </pc:spChg>
      </pc:sldChg>
      <pc:sldChg chg="modSp mod">
        <pc:chgData name="Si Jing Goh" userId="fe228f63-d733-4912-9848-3eb5c05e5c90" providerId="ADAL" clId="{D3CB8232-7DC5-4573-8DB2-EB195F94AE5A}" dt="2026-01-09T17:46:11.955" v="26841" actId="20577"/>
        <pc:sldMkLst>
          <pc:docMk/>
          <pc:sldMk cId="4016949505" sldId="2147480773"/>
        </pc:sldMkLst>
        <pc:spChg chg="mod">
          <ac:chgData name="Si Jing Goh" userId="fe228f63-d733-4912-9848-3eb5c05e5c90" providerId="ADAL" clId="{D3CB8232-7DC5-4573-8DB2-EB195F94AE5A}" dt="2026-01-09T17:46:11.955" v="26841" actId="20577"/>
          <ac:spMkLst>
            <pc:docMk/>
            <pc:sldMk cId="4016949505" sldId="2147480773"/>
            <ac:spMk id="3" creationId="{C9C4DDCD-6FAD-AA40-7719-1A6F44D45F88}"/>
          </ac:spMkLst>
        </pc:spChg>
      </pc:sldChg>
      <pc:sldChg chg="modSp mod">
        <pc:chgData name="Si Jing Goh" userId="fe228f63-d733-4912-9848-3eb5c05e5c90" providerId="ADAL" clId="{D3CB8232-7DC5-4573-8DB2-EB195F94AE5A}" dt="2026-01-09T17:46:16.890" v="26847" actId="20577"/>
        <pc:sldMkLst>
          <pc:docMk/>
          <pc:sldMk cId="1984066641" sldId="2147480774"/>
        </pc:sldMkLst>
        <pc:spChg chg="mod">
          <ac:chgData name="Si Jing Goh" userId="fe228f63-d733-4912-9848-3eb5c05e5c90" providerId="ADAL" clId="{D3CB8232-7DC5-4573-8DB2-EB195F94AE5A}" dt="2026-01-09T17:46:16.890" v="26847" actId="20577"/>
          <ac:spMkLst>
            <pc:docMk/>
            <pc:sldMk cId="1984066641" sldId="2147480774"/>
            <ac:spMk id="3" creationId="{C9C4DDCD-6FAD-AA40-7719-1A6F44D45F88}"/>
          </ac:spMkLst>
        </pc:spChg>
      </pc:sldChg>
      <pc:sldChg chg="del">
        <pc:chgData name="Si Jing Goh" userId="fe228f63-d733-4912-9848-3eb5c05e5c90" providerId="ADAL" clId="{D3CB8232-7DC5-4573-8DB2-EB195F94AE5A}" dt="2026-01-09T17:44:41.660" v="26779" actId="47"/>
        <pc:sldMkLst>
          <pc:docMk/>
          <pc:sldMk cId="3152754939" sldId="2147480775"/>
        </pc:sldMkLst>
      </pc:sldChg>
      <pc:sldChg chg="modSp mod">
        <pc:chgData name="Si Jing Goh" userId="fe228f63-d733-4912-9848-3eb5c05e5c90" providerId="ADAL" clId="{D3CB8232-7DC5-4573-8DB2-EB195F94AE5A}" dt="2026-01-09T17:46:35.808" v="26861" actId="20577"/>
        <pc:sldMkLst>
          <pc:docMk/>
          <pc:sldMk cId="0" sldId="2147480776"/>
        </pc:sldMkLst>
        <pc:spChg chg="mod">
          <ac:chgData name="Si Jing Goh" userId="fe228f63-d733-4912-9848-3eb5c05e5c90" providerId="ADAL" clId="{D3CB8232-7DC5-4573-8DB2-EB195F94AE5A}" dt="2026-01-09T17:46:35.808" v="26861" actId="20577"/>
          <ac:spMkLst>
            <pc:docMk/>
            <pc:sldMk cId="0" sldId="2147480776"/>
            <ac:spMk id="5" creationId="{00000000-0000-0000-0000-000000000000}"/>
          </ac:spMkLst>
        </pc:spChg>
      </pc:sldChg>
      <pc:sldChg chg="delSp modSp mod">
        <pc:chgData name="Si Jing Goh" userId="fe228f63-d733-4912-9848-3eb5c05e5c90" providerId="ADAL" clId="{D3CB8232-7DC5-4573-8DB2-EB195F94AE5A}" dt="2026-01-09T18:26:58.142" v="26939" actId="478"/>
        <pc:sldMkLst>
          <pc:docMk/>
          <pc:sldMk cId="1568342997" sldId="2147480777"/>
        </pc:sldMkLst>
        <pc:spChg chg="mod">
          <ac:chgData name="Si Jing Goh" userId="fe228f63-d733-4912-9848-3eb5c05e5c90" providerId="ADAL" clId="{D3CB8232-7DC5-4573-8DB2-EB195F94AE5A}" dt="2026-01-09T17:46:57.469" v="26883" actId="20577"/>
          <ac:spMkLst>
            <pc:docMk/>
            <pc:sldMk cId="1568342997" sldId="2147480777"/>
            <ac:spMk id="5" creationId="{BF6892D5-41EB-1C39-E307-FE94A3888C90}"/>
          </ac:spMkLst>
        </pc:spChg>
        <pc:spChg chg="del">
          <ac:chgData name="Si Jing Goh" userId="fe228f63-d733-4912-9848-3eb5c05e5c90" providerId="ADAL" clId="{D3CB8232-7DC5-4573-8DB2-EB195F94AE5A}" dt="2026-01-09T18:26:58.142" v="26939" actId="478"/>
          <ac:spMkLst>
            <pc:docMk/>
            <pc:sldMk cId="1568342997" sldId="2147480777"/>
            <ac:spMk id="17" creationId="{C87A8331-9C8C-E090-9581-603BF876DC8D}"/>
          </ac:spMkLst>
        </pc:spChg>
        <pc:graphicFrameChg chg="modGraphic">
          <ac:chgData name="Si Jing Goh" userId="fe228f63-d733-4912-9848-3eb5c05e5c90" providerId="ADAL" clId="{D3CB8232-7DC5-4573-8DB2-EB195F94AE5A}" dt="2026-01-09T18:26:55.895" v="26938" actId="20577"/>
          <ac:graphicFrameMkLst>
            <pc:docMk/>
            <pc:sldMk cId="1568342997" sldId="2147480777"/>
            <ac:graphicFrameMk id="13" creationId="{90A8B8CC-E3E8-04C6-F7E5-1D824A015A3C}"/>
          </ac:graphicFrameMkLst>
        </pc:graphicFrameChg>
      </pc:sldChg>
      <pc:sldChg chg="modSp mod">
        <pc:chgData name="Si Jing Goh" userId="fe228f63-d733-4912-9848-3eb5c05e5c90" providerId="ADAL" clId="{D3CB8232-7DC5-4573-8DB2-EB195F94AE5A}" dt="2026-01-09T17:47:25.028" v="26907" actId="20577"/>
        <pc:sldMkLst>
          <pc:docMk/>
          <pc:sldMk cId="0" sldId="2147480778"/>
        </pc:sldMkLst>
        <pc:spChg chg="mod">
          <ac:chgData name="Si Jing Goh" userId="fe228f63-d733-4912-9848-3eb5c05e5c90" providerId="ADAL" clId="{D3CB8232-7DC5-4573-8DB2-EB195F94AE5A}" dt="2026-01-09T17:47:25.028" v="26907" actId="20577"/>
          <ac:spMkLst>
            <pc:docMk/>
            <pc:sldMk cId="0" sldId="2147480778"/>
            <ac:spMk id="5" creationId="{00000000-0000-0000-0000-000000000000}"/>
          </ac:spMkLst>
        </pc:spChg>
      </pc:sldChg>
      <pc:sldChg chg="addSp delSp modSp mod">
        <pc:chgData name="Si Jing Goh" userId="fe228f63-d733-4912-9848-3eb5c05e5c90" providerId="ADAL" clId="{D3CB8232-7DC5-4573-8DB2-EB195F94AE5A}" dt="2026-01-10T05:08:53.079" v="27018" actId="1037"/>
        <pc:sldMkLst>
          <pc:docMk/>
          <pc:sldMk cId="0" sldId="2147480779"/>
        </pc:sldMkLst>
        <pc:spChg chg="mod">
          <ac:chgData name="Si Jing Goh" userId="fe228f63-d733-4912-9848-3eb5c05e5c90" providerId="ADAL" clId="{D3CB8232-7DC5-4573-8DB2-EB195F94AE5A}" dt="2026-01-09T16:56:57.589" v="25859" actId="1035"/>
          <ac:spMkLst>
            <pc:docMk/>
            <pc:sldMk cId="0" sldId="2147480779"/>
            <ac:spMk id="12" creationId="{00000000-0000-0000-0000-000000000000}"/>
          </ac:spMkLst>
        </pc:spChg>
        <pc:spChg chg="add del mod">
          <ac:chgData name="Si Jing Goh" userId="fe228f63-d733-4912-9848-3eb5c05e5c90" providerId="ADAL" clId="{D3CB8232-7DC5-4573-8DB2-EB195F94AE5A}" dt="2026-01-09T16:57:12.132" v="25867" actId="478"/>
          <ac:spMkLst>
            <pc:docMk/>
            <pc:sldMk cId="0" sldId="2147480779"/>
            <ac:spMk id="13" creationId="{5D411F58-8C37-AAFF-AB6C-4E2C2AE2BD28}"/>
          </ac:spMkLst>
        </pc:spChg>
        <pc:graphicFrameChg chg="mod modGraphic">
          <ac:chgData name="Si Jing Goh" userId="fe228f63-d733-4912-9848-3eb5c05e5c90" providerId="ADAL" clId="{D3CB8232-7DC5-4573-8DB2-EB195F94AE5A}" dt="2026-01-09T16:57:07.984" v="25866" actId="14100"/>
          <ac:graphicFrameMkLst>
            <pc:docMk/>
            <pc:sldMk cId="0" sldId="2147480779"/>
            <ac:graphicFrameMk id="10" creationId="{00000000-0000-0000-0000-000000000000}"/>
          </ac:graphicFrameMkLst>
        </pc:graphicFrameChg>
        <pc:graphicFrameChg chg="del mod">
          <ac:chgData name="Si Jing Goh" userId="fe228f63-d733-4912-9848-3eb5c05e5c90" providerId="ADAL" clId="{D3CB8232-7DC5-4573-8DB2-EB195F94AE5A}" dt="2026-01-09T16:54:03.234" v="25826" actId="478"/>
          <ac:graphicFrameMkLst>
            <pc:docMk/>
            <pc:sldMk cId="0" sldId="2147480779"/>
            <ac:graphicFrameMk id="11" creationId="{00000000-0000-0000-0000-000000000000}"/>
          </ac:graphicFrameMkLst>
        </pc:graphicFrameChg>
        <pc:graphicFrameChg chg="add mod modGraphic">
          <ac:chgData name="Si Jing Goh" userId="fe228f63-d733-4912-9848-3eb5c05e5c90" providerId="ADAL" clId="{D3CB8232-7DC5-4573-8DB2-EB195F94AE5A}" dt="2026-01-10T05:08:53.079" v="27018" actId="1037"/>
          <ac:graphicFrameMkLst>
            <pc:docMk/>
            <pc:sldMk cId="0" sldId="2147480779"/>
            <ac:graphicFrameMk id="14" creationId="{7CF47897-B9FA-38E6-CFC2-AAAAD0CF2D3B}"/>
          </ac:graphicFrameMkLst>
        </pc:graphicFrameChg>
      </pc:sldChg>
      <pc:sldChg chg="modSp mod">
        <pc:chgData name="Si Jing Goh" userId="fe228f63-d733-4912-9848-3eb5c05e5c90" providerId="ADAL" clId="{D3CB8232-7DC5-4573-8DB2-EB195F94AE5A}" dt="2026-01-09T17:47:19.537" v="26903" actId="20577"/>
        <pc:sldMkLst>
          <pc:docMk/>
          <pc:sldMk cId="0" sldId="2147480780"/>
        </pc:sldMkLst>
        <pc:spChg chg="mod">
          <ac:chgData name="Si Jing Goh" userId="fe228f63-d733-4912-9848-3eb5c05e5c90" providerId="ADAL" clId="{D3CB8232-7DC5-4573-8DB2-EB195F94AE5A}" dt="2026-01-09T17:47:19.537" v="26903" actId="20577"/>
          <ac:spMkLst>
            <pc:docMk/>
            <pc:sldMk cId="0" sldId="2147480780"/>
            <ac:spMk id="2" creationId="{00000000-0000-0000-0000-000000000000}"/>
          </ac:spMkLst>
        </pc:spChg>
        <pc:spChg chg="mod">
          <ac:chgData name="Si Jing Goh" userId="fe228f63-d733-4912-9848-3eb5c05e5c90" providerId="ADAL" clId="{D3CB8232-7DC5-4573-8DB2-EB195F94AE5A}" dt="2026-01-09T17:34:10.004" v="26733" actId="1036"/>
          <ac:spMkLst>
            <pc:docMk/>
            <pc:sldMk cId="0" sldId="2147480780"/>
            <ac:spMk id="12" creationId="{00000000-0000-0000-0000-000000000000}"/>
          </ac:spMkLst>
        </pc:spChg>
        <pc:graphicFrameChg chg="mod modGraphic">
          <ac:chgData name="Si Jing Goh" userId="fe228f63-d733-4912-9848-3eb5c05e5c90" providerId="ADAL" clId="{D3CB8232-7DC5-4573-8DB2-EB195F94AE5A}" dt="2026-01-09T17:34:03.244" v="26706" actId="14100"/>
          <ac:graphicFrameMkLst>
            <pc:docMk/>
            <pc:sldMk cId="0" sldId="2147480780"/>
            <ac:graphicFrameMk id="10" creationId="{00000000-0000-0000-0000-000000000000}"/>
          </ac:graphicFrameMkLst>
        </pc:graphicFrameChg>
        <pc:graphicFrameChg chg="mod modGraphic">
          <ac:chgData name="Si Jing Goh" userId="fe228f63-d733-4912-9848-3eb5c05e5c90" providerId="ADAL" clId="{D3CB8232-7DC5-4573-8DB2-EB195F94AE5A}" dt="2026-01-09T17:34:00.642" v="26705"/>
          <ac:graphicFrameMkLst>
            <pc:docMk/>
            <pc:sldMk cId="0" sldId="2147480780"/>
            <ac:graphicFrameMk id="15" creationId="{00000000-0000-0000-0000-000000000000}"/>
          </ac:graphicFrameMkLst>
        </pc:graphicFrameChg>
      </pc:sldChg>
      <pc:sldChg chg="delSp modSp mod">
        <pc:chgData name="Si Jing Goh" userId="fe228f63-d733-4912-9848-3eb5c05e5c90" providerId="ADAL" clId="{D3CB8232-7DC5-4573-8DB2-EB195F94AE5A}" dt="2026-01-10T05:09:06.130" v="27022" actId="478"/>
        <pc:sldMkLst>
          <pc:docMk/>
          <pc:sldMk cId="0" sldId="2147480781"/>
        </pc:sldMkLst>
        <pc:spChg chg="mod">
          <ac:chgData name="Si Jing Goh" userId="fe228f63-d733-4912-9848-3eb5c05e5c90" providerId="ADAL" clId="{D3CB8232-7DC5-4573-8DB2-EB195F94AE5A}" dt="2026-01-10T05:09:04.650" v="27021" actId="20577"/>
          <ac:spMkLst>
            <pc:docMk/>
            <pc:sldMk cId="0" sldId="2147480781"/>
            <ac:spMk id="12" creationId="{00000000-0000-0000-0000-000000000000}"/>
          </ac:spMkLst>
        </pc:spChg>
        <pc:spChg chg="del mod">
          <ac:chgData name="Si Jing Goh" userId="fe228f63-d733-4912-9848-3eb5c05e5c90" providerId="ADAL" clId="{D3CB8232-7DC5-4573-8DB2-EB195F94AE5A}" dt="2026-01-10T05:09:06.130" v="27022" actId="478"/>
          <ac:spMkLst>
            <pc:docMk/>
            <pc:sldMk cId="0" sldId="2147480781"/>
            <ac:spMk id="14" creationId="{26D886B2-62EC-1BC6-3158-D640C6426A71}"/>
          </ac:spMkLst>
        </pc:spChg>
        <pc:graphicFrameChg chg="mod">
          <ac:chgData name="Si Jing Goh" userId="fe228f63-d733-4912-9848-3eb5c05e5c90" providerId="ADAL" clId="{D3CB8232-7DC5-4573-8DB2-EB195F94AE5A}" dt="2026-01-09T16:55:12.638" v="25840"/>
          <ac:graphicFrameMkLst>
            <pc:docMk/>
            <pc:sldMk cId="0" sldId="2147480781"/>
            <ac:graphicFrameMk id="10" creationId="{00000000-0000-0000-0000-000000000000}"/>
          </ac:graphicFrameMkLst>
        </pc:graphicFrameChg>
      </pc:sldChg>
      <pc:sldChg chg="addSp delSp modSp mod">
        <pc:chgData name="Si Jing Goh" userId="fe228f63-d733-4912-9848-3eb5c05e5c90" providerId="ADAL" clId="{D3CB8232-7DC5-4573-8DB2-EB195F94AE5A}" dt="2026-01-10T05:22:20.976" v="27031" actId="20577"/>
        <pc:sldMkLst>
          <pc:docMk/>
          <pc:sldMk cId="2867121637" sldId="2147480782"/>
        </pc:sldMkLst>
        <pc:graphicFrameChg chg="add mod modGraphic">
          <ac:chgData name="Si Jing Goh" userId="fe228f63-d733-4912-9848-3eb5c05e5c90" providerId="ADAL" clId="{D3CB8232-7DC5-4573-8DB2-EB195F94AE5A}" dt="2026-01-09T17:03:59.053" v="26080"/>
          <ac:graphicFrameMkLst>
            <pc:docMk/>
            <pc:sldMk cId="2867121637" sldId="2147480782"/>
            <ac:graphicFrameMk id="5" creationId="{29C4B65E-95FE-EF18-90F8-CF4A3A2C3B54}"/>
          </ac:graphicFrameMkLst>
        </pc:graphicFrameChg>
        <pc:graphicFrameChg chg="modGraphic">
          <ac:chgData name="Si Jing Goh" userId="fe228f63-d733-4912-9848-3eb5c05e5c90" providerId="ADAL" clId="{D3CB8232-7DC5-4573-8DB2-EB195F94AE5A}" dt="2026-01-10T05:22:20.976" v="27031" actId="20577"/>
          <ac:graphicFrameMkLst>
            <pc:docMk/>
            <pc:sldMk cId="2867121637" sldId="2147480782"/>
            <ac:graphicFrameMk id="19" creationId="{757E6ED8-A5E9-D12B-C209-BF23BC8E8EEF}"/>
          </ac:graphicFrameMkLst>
        </pc:graphicFrameChg>
        <pc:graphicFrameChg chg="del mod">
          <ac:chgData name="Si Jing Goh" userId="fe228f63-d733-4912-9848-3eb5c05e5c90" providerId="ADAL" clId="{D3CB8232-7DC5-4573-8DB2-EB195F94AE5A}" dt="2026-01-09T17:03:29.515" v="26067" actId="478"/>
          <ac:graphicFrameMkLst>
            <pc:docMk/>
            <pc:sldMk cId="2867121637" sldId="2147480782"/>
            <ac:graphicFrameMk id="37" creationId="{371B76B8-B205-3815-AF79-1D91517B38B8}"/>
          </ac:graphicFrameMkLst>
        </pc:graphicFrameChg>
        <pc:picChg chg="mod">
          <ac:chgData name="Si Jing Goh" userId="fe228f63-d733-4912-9848-3eb5c05e5c90" providerId="ADAL" clId="{D3CB8232-7DC5-4573-8DB2-EB195F94AE5A}" dt="2026-01-09T17:04:34.486" v="26081" actId="14100"/>
          <ac:picMkLst>
            <pc:docMk/>
            <pc:sldMk cId="2867121637" sldId="2147480782"/>
            <ac:picMk id="1026" creationId="{8673F90F-4430-7DFE-D20D-9CA22998D7B7}"/>
          </ac:picMkLst>
        </pc:picChg>
      </pc:sldChg>
      <pc:sldChg chg="modSp mod">
        <pc:chgData name="Si Jing Goh" userId="fe228f63-d733-4912-9848-3eb5c05e5c90" providerId="ADAL" clId="{D3CB8232-7DC5-4573-8DB2-EB195F94AE5A}" dt="2026-01-09T17:46:24.955" v="26853" actId="20577"/>
        <pc:sldMkLst>
          <pc:docMk/>
          <pc:sldMk cId="895996521" sldId="2147480783"/>
        </pc:sldMkLst>
        <pc:spChg chg="mod">
          <ac:chgData name="Si Jing Goh" userId="fe228f63-d733-4912-9848-3eb5c05e5c90" providerId="ADAL" clId="{D3CB8232-7DC5-4573-8DB2-EB195F94AE5A}" dt="2026-01-09T17:46:24.955" v="26853" actId="20577"/>
          <ac:spMkLst>
            <pc:docMk/>
            <pc:sldMk cId="895996521" sldId="2147480783"/>
            <ac:spMk id="2" creationId="{15117F4E-9127-AF9D-99CB-D9B3D4F32F08}"/>
          </ac:spMkLst>
        </pc:spChg>
        <pc:graphicFrameChg chg="mod modGraphic">
          <ac:chgData name="Si Jing Goh" userId="fe228f63-d733-4912-9848-3eb5c05e5c90" providerId="ADAL" clId="{D3CB8232-7DC5-4573-8DB2-EB195F94AE5A}" dt="2026-01-09T17:19:53.764" v="26498" actId="14100"/>
          <ac:graphicFrameMkLst>
            <pc:docMk/>
            <pc:sldMk cId="895996521" sldId="2147480783"/>
            <ac:graphicFrameMk id="57" creationId="{4407DF27-4BD7-E792-5612-C3A75A2A1621}"/>
          </ac:graphicFrameMkLst>
        </pc:graphicFrameChg>
      </pc:sldChg>
      <pc:sldMasterChg chg="modTransition modSldLayout">
        <pc:chgData name="Si Jing Goh" userId="fe228f63-d733-4912-9848-3eb5c05e5c90" providerId="ADAL" clId="{D3CB8232-7DC5-4573-8DB2-EB195F94AE5A}" dt="2026-01-09T10:48:40.094" v="23485"/>
        <pc:sldMasterMkLst>
          <pc:docMk/>
          <pc:sldMasterMk cId="2969319287" sldId="2147483648"/>
        </pc:sldMasterMkLst>
        <pc:sldLayoutChg chg="modTransition">
          <pc:chgData name="Si Jing Goh" userId="fe228f63-d733-4912-9848-3eb5c05e5c90" providerId="ADAL" clId="{D3CB8232-7DC5-4573-8DB2-EB195F94AE5A}" dt="2026-01-09T10:48:40.094" v="23485"/>
          <pc:sldLayoutMkLst>
            <pc:docMk/>
            <pc:sldMasterMk cId="2969319287" sldId="2147483648"/>
            <pc:sldLayoutMk cId="2889833673" sldId="2147484022"/>
          </pc:sldLayoutMkLst>
        </pc:sldLayoutChg>
        <pc:sldLayoutChg chg="modTransition">
          <pc:chgData name="Si Jing Goh" userId="fe228f63-d733-4912-9848-3eb5c05e5c90" providerId="ADAL" clId="{D3CB8232-7DC5-4573-8DB2-EB195F94AE5A}" dt="2026-01-09T10:48:40.094" v="23485"/>
          <pc:sldLayoutMkLst>
            <pc:docMk/>
            <pc:sldMasterMk cId="2969319287" sldId="2147483648"/>
            <pc:sldLayoutMk cId="2726426141" sldId="2147484040"/>
          </pc:sldLayoutMkLst>
        </pc:sldLayoutChg>
        <pc:sldLayoutChg chg="modTransition">
          <pc:chgData name="Si Jing Goh" userId="fe228f63-d733-4912-9848-3eb5c05e5c90" providerId="ADAL" clId="{D3CB8232-7DC5-4573-8DB2-EB195F94AE5A}" dt="2026-01-09T10:48:40.094" v="23485"/>
          <pc:sldLayoutMkLst>
            <pc:docMk/>
            <pc:sldMasterMk cId="2969319287" sldId="2147483648"/>
            <pc:sldLayoutMk cId="2673246421" sldId="2147484050"/>
          </pc:sldLayoutMkLst>
        </pc:sldLayoutChg>
        <pc:sldLayoutChg chg="modTransition">
          <pc:chgData name="Si Jing Goh" userId="fe228f63-d733-4912-9848-3eb5c05e5c90" providerId="ADAL" clId="{D3CB8232-7DC5-4573-8DB2-EB195F94AE5A}" dt="2026-01-09T10:48:40.094" v="23485"/>
          <pc:sldLayoutMkLst>
            <pc:docMk/>
            <pc:sldMasterMk cId="2969319287" sldId="2147483648"/>
            <pc:sldLayoutMk cId="4211503318" sldId="2147484051"/>
          </pc:sldLayoutMkLst>
        </pc:sldLayoutChg>
        <pc:sldLayoutChg chg="modTransition">
          <pc:chgData name="Si Jing Goh" userId="fe228f63-d733-4912-9848-3eb5c05e5c90" providerId="ADAL" clId="{D3CB8232-7DC5-4573-8DB2-EB195F94AE5A}" dt="2026-01-09T10:48:40.094" v="23485"/>
          <pc:sldLayoutMkLst>
            <pc:docMk/>
            <pc:sldMasterMk cId="2969319287" sldId="2147483648"/>
            <pc:sldLayoutMk cId="772705997" sldId="2147484052"/>
          </pc:sldLayoutMkLst>
        </pc:sldLayoutChg>
      </pc:sldMasterChg>
    </pc:docChg>
  </pc:docChgLst>
  <pc:docChgLst>
    <pc:chgData name="Yu-Hsuan Yang" userId="8863b532-b564-4633-befd-19e9d65e0593" providerId="ADAL" clId="{94B66394-5F83-4A7E-98C9-10BE8FB78F3D}"/>
    <pc:docChg chg="undo custSel addSld delSld modSld sldOrd">
      <pc:chgData name="Yu-Hsuan Yang" userId="8863b532-b564-4633-befd-19e9d65e0593" providerId="ADAL" clId="{94B66394-5F83-4A7E-98C9-10BE8FB78F3D}" dt="2025-12-17T06:40:27.107" v="5470" actId="14100"/>
      <pc:docMkLst>
        <pc:docMk/>
      </pc:docMkLst>
    </pc:docChg>
  </pc:docChgLst>
  <pc:docChgLst>
    <pc:chgData name="Pannaros Lertchai" userId="e603b5ad-0aa8-4f83-b111-226af2a13199" providerId="ADAL" clId="{9C461479-F4F3-5015-BAF0-5BAE78F468E2}"/>
    <pc:docChg chg="undo custSel addSld delSld modSld sldOrd">
      <pc:chgData name="Pannaros Lertchai" userId="e603b5ad-0aa8-4f83-b111-226af2a13199" providerId="ADAL" clId="{9C461479-F4F3-5015-BAF0-5BAE78F468E2}" dt="2026-01-09T16:49:21.697" v="4829" actId="2711"/>
      <pc:docMkLst>
        <pc:docMk/>
      </pc:docMkLst>
      <pc:sldChg chg="mod modShow">
        <pc:chgData name="Pannaros Lertchai" userId="e603b5ad-0aa8-4f83-b111-226af2a13199" providerId="ADAL" clId="{9C461479-F4F3-5015-BAF0-5BAE78F468E2}" dt="2026-01-09T12:23:15.127" v="3348" actId="729"/>
        <pc:sldMkLst>
          <pc:docMk/>
          <pc:sldMk cId="0" sldId="256"/>
        </pc:sldMkLst>
      </pc:sldChg>
      <pc:sldChg chg="delSp modSp mod">
        <pc:chgData name="Pannaros Lertchai" userId="e603b5ad-0aa8-4f83-b111-226af2a13199" providerId="ADAL" clId="{9C461479-F4F3-5015-BAF0-5BAE78F468E2}" dt="2026-01-09T14:32:59.264" v="4209" actId="20577"/>
        <pc:sldMkLst>
          <pc:docMk/>
          <pc:sldMk cId="0" sldId="257"/>
        </pc:sldMkLst>
        <pc:spChg chg="mod">
          <ac:chgData name="Pannaros Lertchai" userId="e603b5ad-0aa8-4f83-b111-226af2a13199" providerId="ADAL" clId="{9C461479-F4F3-5015-BAF0-5BAE78F468E2}" dt="2026-01-09T14:32:59.264" v="4209" actId="20577"/>
          <ac:spMkLst>
            <pc:docMk/>
            <pc:sldMk cId="0" sldId="257"/>
            <ac:spMk id="2" creationId="{00000000-0000-0000-0000-000000000000}"/>
          </ac:spMkLst>
        </pc:spChg>
        <pc:spChg chg="mod">
          <ac:chgData name="Pannaros Lertchai" userId="e603b5ad-0aa8-4f83-b111-226af2a13199" providerId="ADAL" clId="{9C461479-F4F3-5015-BAF0-5BAE78F468E2}" dt="2026-01-09T05:03:10.296" v="1527" actId="20577"/>
          <ac:spMkLst>
            <pc:docMk/>
            <pc:sldMk cId="0" sldId="257"/>
            <ac:spMk id="12" creationId="{00000000-0000-0000-0000-000000000000}"/>
          </ac:spMkLst>
        </pc:spChg>
        <pc:spChg chg="del mod">
          <ac:chgData name="Pannaros Lertchai" userId="e603b5ad-0aa8-4f83-b111-226af2a13199" providerId="ADAL" clId="{9C461479-F4F3-5015-BAF0-5BAE78F468E2}" dt="2026-01-09T05:03:33.656" v="1533" actId="478"/>
          <ac:spMkLst>
            <pc:docMk/>
            <pc:sldMk cId="0" sldId="257"/>
            <ac:spMk id="14" creationId="{D25E4148-6BD5-ECC7-1A38-90FD587B9BCB}"/>
          </ac:spMkLst>
        </pc:spChg>
        <pc:spChg chg="mod">
          <ac:chgData name="Pannaros Lertchai" userId="e603b5ad-0aa8-4f83-b111-226af2a13199" providerId="ADAL" clId="{9C461479-F4F3-5015-BAF0-5BAE78F468E2}" dt="2026-01-09T05:03:29.327" v="1532" actId="207"/>
          <ac:spMkLst>
            <pc:docMk/>
            <pc:sldMk cId="0" sldId="257"/>
            <ac:spMk id="16" creationId="{2879D72C-0FAE-EAD1-AC0B-FAFBA306BC00}"/>
          </ac:spMkLst>
        </pc:spChg>
        <pc:graphicFrameChg chg="mod modGraphic">
          <ac:chgData name="Pannaros Lertchai" userId="e603b5ad-0aa8-4f83-b111-226af2a13199" providerId="ADAL" clId="{9C461479-F4F3-5015-BAF0-5BAE78F468E2}" dt="2026-01-09T05:03:06.972" v="1526" actId="14100"/>
          <ac:graphicFrameMkLst>
            <pc:docMk/>
            <pc:sldMk cId="0" sldId="257"/>
            <ac:graphicFrameMk id="10" creationId="{00000000-0000-0000-0000-000000000000}"/>
          </ac:graphicFrameMkLst>
        </pc:graphicFrameChg>
        <pc:graphicFrameChg chg="mod modGraphic">
          <ac:chgData name="Pannaros Lertchai" userId="e603b5ad-0aa8-4f83-b111-226af2a13199" providerId="ADAL" clId="{9C461479-F4F3-5015-BAF0-5BAE78F468E2}" dt="2026-01-09T05:02:02.541" v="1523" actId="14734"/>
          <ac:graphicFrameMkLst>
            <pc:docMk/>
            <pc:sldMk cId="0" sldId="257"/>
            <ac:graphicFrameMk id="11" creationId="{00000000-0000-0000-0000-000000000000}"/>
          </ac:graphicFrameMkLst>
        </pc:graphicFrameChg>
      </pc:sldChg>
      <pc:sldChg chg="modSp mod">
        <pc:chgData name="Pannaros Lertchai" userId="e603b5ad-0aa8-4f83-b111-226af2a13199" providerId="ADAL" clId="{9C461479-F4F3-5015-BAF0-5BAE78F468E2}" dt="2026-01-09T14:32:55.974" v="4208" actId="20577"/>
        <pc:sldMkLst>
          <pc:docMk/>
          <pc:sldMk cId="0" sldId="258"/>
        </pc:sldMkLst>
        <pc:spChg chg="mod">
          <ac:chgData name="Pannaros Lertchai" userId="e603b5ad-0aa8-4f83-b111-226af2a13199" providerId="ADAL" clId="{9C461479-F4F3-5015-BAF0-5BAE78F468E2}" dt="2026-01-09T14:32:55.974" v="4208" actId="20577"/>
          <ac:spMkLst>
            <pc:docMk/>
            <pc:sldMk cId="0" sldId="258"/>
            <ac:spMk id="2" creationId="{00000000-0000-0000-0000-000000000000}"/>
          </ac:spMkLst>
        </pc:spChg>
        <pc:spChg chg="mod">
          <ac:chgData name="Pannaros Lertchai" userId="e603b5ad-0aa8-4f83-b111-226af2a13199" providerId="ADAL" clId="{9C461479-F4F3-5015-BAF0-5BAE78F468E2}" dt="2026-01-09T05:10:33.431" v="1582" actId="1076"/>
          <ac:spMkLst>
            <pc:docMk/>
            <pc:sldMk cId="0" sldId="258"/>
            <ac:spMk id="12" creationId="{00000000-0000-0000-0000-000000000000}"/>
          </ac:spMkLst>
        </pc:spChg>
        <pc:spChg chg="mod">
          <ac:chgData name="Pannaros Lertchai" userId="e603b5ad-0aa8-4f83-b111-226af2a13199" providerId="ADAL" clId="{9C461479-F4F3-5015-BAF0-5BAE78F468E2}" dt="2026-01-09T05:10:51.091" v="1586" actId="207"/>
          <ac:spMkLst>
            <pc:docMk/>
            <pc:sldMk cId="0" sldId="258"/>
            <ac:spMk id="16" creationId="{7D908058-DA92-A52C-2238-04B9325B68BF}"/>
          </ac:spMkLst>
        </pc:spChg>
        <pc:graphicFrameChg chg="mod modGraphic">
          <ac:chgData name="Pannaros Lertchai" userId="e603b5ad-0aa8-4f83-b111-226af2a13199" providerId="ADAL" clId="{9C461479-F4F3-5015-BAF0-5BAE78F468E2}" dt="2026-01-09T05:10:46.321" v="1585" actId="14100"/>
          <ac:graphicFrameMkLst>
            <pc:docMk/>
            <pc:sldMk cId="0" sldId="258"/>
            <ac:graphicFrameMk id="10" creationId="{00000000-0000-0000-0000-000000000000}"/>
          </ac:graphicFrameMkLst>
        </pc:graphicFrameChg>
      </pc:sldChg>
      <pc:sldChg chg="addSp delSp modSp mod">
        <pc:chgData name="Pannaros Lertchai" userId="e603b5ad-0aa8-4f83-b111-226af2a13199" providerId="ADAL" clId="{9C461479-F4F3-5015-BAF0-5BAE78F468E2}" dt="2026-01-09T14:32:52.277" v="4207" actId="20577"/>
        <pc:sldMkLst>
          <pc:docMk/>
          <pc:sldMk cId="0" sldId="259"/>
        </pc:sldMkLst>
        <pc:spChg chg="mod">
          <ac:chgData name="Pannaros Lertchai" userId="e603b5ad-0aa8-4f83-b111-226af2a13199" providerId="ADAL" clId="{9C461479-F4F3-5015-BAF0-5BAE78F468E2}" dt="2026-01-09T14:32:52.277" v="4207" actId="20577"/>
          <ac:spMkLst>
            <pc:docMk/>
            <pc:sldMk cId="0" sldId="259"/>
            <ac:spMk id="2" creationId="{00000000-0000-0000-0000-000000000000}"/>
          </ac:spMkLst>
        </pc:spChg>
        <pc:spChg chg="mod">
          <ac:chgData name="Pannaros Lertchai" userId="e603b5ad-0aa8-4f83-b111-226af2a13199" providerId="ADAL" clId="{9C461479-F4F3-5015-BAF0-5BAE78F468E2}" dt="2026-01-09T05:17:46.596" v="1698" actId="1076"/>
          <ac:spMkLst>
            <pc:docMk/>
            <pc:sldMk cId="0" sldId="259"/>
            <ac:spMk id="12" creationId="{00000000-0000-0000-0000-000000000000}"/>
          </ac:spMkLst>
        </pc:spChg>
        <pc:spChg chg="mod">
          <ac:chgData name="Pannaros Lertchai" userId="e603b5ad-0aa8-4f83-b111-226af2a13199" providerId="ADAL" clId="{9C461479-F4F3-5015-BAF0-5BAE78F468E2}" dt="2026-01-09T05:17:51.088" v="1699" actId="207"/>
          <ac:spMkLst>
            <pc:docMk/>
            <pc:sldMk cId="0" sldId="259"/>
            <ac:spMk id="14" creationId="{4675B482-9D79-9CC3-F85A-884F2CE9ECEE}"/>
          </ac:spMkLst>
        </pc:spChg>
        <pc:graphicFrameChg chg="add del mod modGraphic">
          <ac:chgData name="Pannaros Lertchai" userId="e603b5ad-0aa8-4f83-b111-226af2a13199" providerId="ADAL" clId="{9C461479-F4F3-5015-BAF0-5BAE78F468E2}" dt="2026-01-09T05:18:05.061" v="1702" actId="14100"/>
          <ac:graphicFrameMkLst>
            <pc:docMk/>
            <pc:sldMk cId="0" sldId="259"/>
            <ac:graphicFrameMk id="10" creationId="{00000000-0000-0000-0000-000000000000}"/>
          </ac:graphicFrameMkLst>
        </pc:graphicFrameChg>
      </pc:sldChg>
      <pc:sldChg chg="modSp mod">
        <pc:chgData name="Pannaros Lertchai" userId="e603b5ad-0aa8-4f83-b111-226af2a13199" providerId="ADAL" clId="{9C461479-F4F3-5015-BAF0-5BAE78F468E2}" dt="2026-01-09T14:32:48.874" v="4206" actId="20577"/>
        <pc:sldMkLst>
          <pc:docMk/>
          <pc:sldMk cId="0" sldId="260"/>
        </pc:sldMkLst>
        <pc:spChg chg="mod">
          <ac:chgData name="Pannaros Lertchai" userId="e603b5ad-0aa8-4f83-b111-226af2a13199" providerId="ADAL" clId="{9C461479-F4F3-5015-BAF0-5BAE78F468E2}" dt="2026-01-09T14:32:48.874" v="4206" actId="20577"/>
          <ac:spMkLst>
            <pc:docMk/>
            <pc:sldMk cId="0" sldId="260"/>
            <ac:spMk id="2" creationId="{00000000-0000-0000-0000-000000000000}"/>
          </ac:spMkLst>
        </pc:spChg>
        <pc:spChg chg="mod">
          <ac:chgData name="Pannaros Lertchai" userId="e603b5ad-0aa8-4f83-b111-226af2a13199" providerId="ADAL" clId="{9C461479-F4F3-5015-BAF0-5BAE78F468E2}" dt="2026-01-09T05:19:42.731" v="1709" actId="1076"/>
          <ac:spMkLst>
            <pc:docMk/>
            <pc:sldMk cId="0" sldId="260"/>
            <ac:spMk id="12" creationId="{00000000-0000-0000-0000-000000000000}"/>
          </ac:spMkLst>
        </pc:spChg>
        <pc:spChg chg="mod">
          <ac:chgData name="Pannaros Lertchai" userId="e603b5ad-0aa8-4f83-b111-226af2a13199" providerId="ADAL" clId="{9C461479-F4F3-5015-BAF0-5BAE78F468E2}" dt="2026-01-09T05:19:51.163" v="1711" actId="207"/>
          <ac:spMkLst>
            <pc:docMk/>
            <pc:sldMk cId="0" sldId="260"/>
            <ac:spMk id="16" creationId="{D0177B02-1307-867C-DB6A-0BF6AD4ABC7C}"/>
          </ac:spMkLst>
        </pc:spChg>
        <pc:graphicFrameChg chg="mod modGraphic">
          <ac:chgData name="Pannaros Lertchai" userId="e603b5ad-0aa8-4f83-b111-226af2a13199" providerId="ADAL" clId="{9C461479-F4F3-5015-BAF0-5BAE78F468E2}" dt="2026-01-09T05:19:46.755" v="1710" actId="207"/>
          <ac:graphicFrameMkLst>
            <pc:docMk/>
            <pc:sldMk cId="0" sldId="260"/>
            <ac:graphicFrameMk id="10" creationId="{00000000-0000-0000-0000-000000000000}"/>
          </ac:graphicFrameMkLst>
        </pc:graphicFrameChg>
      </pc:sldChg>
      <pc:sldChg chg="modSp mod">
        <pc:chgData name="Pannaros Lertchai" userId="e603b5ad-0aa8-4f83-b111-226af2a13199" providerId="ADAL" clId="{9C461479-F4F3-5015-BAF0-5BAE78F468E2}" dt="2026-01-09T14:33:18.754" v="4214" actId="20577"/>
        <pc:sldMkLst>
          <pc:docMk/>
          <pc:sldMk cId="0" sldId="261"/>
        </pc:sldMkLst>
        <pc:spChg chg="mod">
          <ac:chgData name="Pannaros Lertchai" userId="e603b5ad-0aa8-4f83-b111-226af2a13199" providerId="ADAL" clId="{9C461479-F4F3-5015-BAF0-5BAE78F468E2}" dt="2026-01-09T14:33:18.754" v="4214" actId="20577"/>
          <ac:spMkLst>
            <pc:docMk/>
            <pc:sldMk cId="0" sldId="261"/>
            <ac:spMk id="2" creationId="{00000000-0000-0000-0000-000000000000}"/>
          </ac:spMkLst>
        </pc:spChg>
        <pc:spChg chg="mod">
          <ac:chgData name="Pannaros Lertchai" userId="e603b5ad-0aa8-4f83-b111-226af2a13199" providerId="ADAL" clId="{9C461479-F4F3-5015-BAF0-5BAE78F468E2}" dt="2026-01-09T05:28:53.810" v="1755" actId="207"/>
          <ac:spMkLst>
            <pc:docMk/>
            <pc:sldMk cId="0" sldId="261"/>
            <ac:spMk id="11" creationId="{06A83DA2-8878-785F-72E9-198EEF4132A6}"/>
          </ac:spMkLst>
        </pc:spChg>
        <pc:spChg chg="mod">
          <ac:chgData name="Pannaros Lertchai" userId="e603b5ad-0aa8-4f83-b111-226af2a13199" providerId="ADAL" clId="{9C461479-F4F3-5015-BAF0-5BAE78F468E2}" dt="2026-01-09T05:28:28.071" v="1750" actId="1076"/>
          <ac:spMkLst>
            <pc:docMk/>
            <pc:sldMk cId="0" sldId="261"/>
            <ac:spMk id="12" creationId="{00000000-0000-0000-0000-000000000000}"/>
          </ac:spMkLst>
        </pc:spChg>
        <pc:graphicFrameChg chg="mod modGraphic">
          <ac:chgData name="Pannaros Lertchai" userId="e603b5ad-0aa8-4f83-b111-226af2a13199" providerId="ADAL" clId="{9C461479-F4F3-5015-BAF0-5BAE78F468E2}" dt="2026-01-09T05:28:48.721" v="1754" actId="13926"/>
          <ac:graphicFrameMkLst>
            <pc:docMk/>
            <pc:sldMk cId="0" sldId="261"/>
            <ac:graphicFrameMk id="10" creationId="{00000000-0000-0000-0000-000000000000}"/>
          </ac:graphicFrameMkLst>
        </pc:graphicFrameChg>
      </pc:sldChg>
      <pc:sldChg chg="modSp mod">
        <pc:chgData name="Pannaros Lertchai" userId="e603b5ad-0aa8-4f83-b111-226af2a13199" providerId="ADAL" clId="{9C461479-F4F3-5015-BAF0-5BAE78F468E2}" dt="2026-01-09T14:33:28.764" v="4220" actId="20577"/>
        <pc:sldMkLst>
          <pc:docMk/>
          <pc:sldMk cId="0" sldId="263"/>
        </pc:sldMkLst>
        <pc:spChg chg="mod">
          <ac:chgData name="Pannaros Lertchai" userId="e603b5ad-0aa8-4f83-b111-226af2a13199" providerId="ADAL" clId="{9C461479-F4F3-5015-BAF0-5BAE78F468E2}" dt="2026-01-09T14:33:28.764" v="4220" actId="20577"/>
          <ac:spMkLst>
            <pc:docMk/>
            <pc:sldMk cId="0" sldId="263"/>
            <ac:spMk id="2" creationId="{00000000-0000-0000-0000-000000000000}"/>
          </ac:spMkLst>
        </pc:spChg>
        <pc:spChg chg="mod">
          <ac:chgData name="Pannaros Lertchai" userId="e603b5ad-0aa8-4f83-b111-226af2a13199" providerId="ADAL" clId="{9C461479-F4F3-5015-BAF0-5BAE78F468E2}" dt="2026-01-09T05:33:52.829" v="1784" actId="20577"/>
          <ac:spMkLst>
            <pc:docMk/>
            <pc:sldMk cId="0" sldId="263"/>
            <ac:spMk id="12" creationId="{00000000-0000-0000-0000-000000000000}"/>
          </ac:spMkLst>
        </pc:spChg>
        <pc:spChg chg="mod">
          <ac:chgData name="Pannaros Lertchai" userId="e603b5ad-0aa8-4f83-b111-226af2a13199" providerId="ADAL" clId="{9C461479-F4F3-5015-BAF0-5BAE78F468E2}" dt="2026-01-09T05:34:01.505" v="1786" actId="207"/>
          <ac:spMkLst>
            <pc:docMk/>
            <pc:sldMk cId="0" sldId="263"/>
            <ac:spMk id="14" creationId="{4E34B9AA-86FE-B54F-1B30-B36EE6F5CE7D}"/>
          </ac:spMkLst>
        </pc:spChg>
        <pc:spChg chg="mod">
          <ac:chgData name="Pannaros Lertchai" userId="e603b5ad-0aa8-4f83-b111-226af2a13199" providerId="ADAL" clId="{9C461479-F4F3-5015-BAF0-5BAE78F468E2}" dt="2026-01-09T05:42:20.962" v="1946" actId="1076"/>
          <ac:spMkLst>
            <pc:docMk/>
            <pc:sldMk cId="0" sldId="263"/>
            <ac:spMk id="15" creationId="{09A63B5E-8D15-837D-0378-625F686A070C}"/>
          </ac:spMkLst>
        </pc:spChg>
        <pc:graphicFrameChg chg="mod modGraphic">
          <ac:chgData name="Pannaros Lertchai" userId="e603b5ad-0aa8-4f83-b111-226af2a13199" providerId="ADAL" clId="{9C461479-F4F3-5015-BAF0-5BAE78F468E2}" dt="2026-01-09T05:33:48.486" v="1783" actId="14100"/>
          <ac:graphicFrameMkLst>
            <pc:docMk/>
            <pc:sldMk cId="0" sldId="263"/>
            <ac:graphicFrameMk id="10" creationId="{00000000-0000-0000-0000-000000000000}"/>
          </ac:graphicFrameMkLst>
        </pc:graphicFrameChg>
      </pc:sldChg>
      <pc:sldChg chg="modSp del mod">
        <pc:chgData name="Pannaros Lertchai" userId="e603b5ad-0aa8-4f83-b111-226af2a13199" providerId="ADAL" clId="{9C461479-F4F3-5015-BAF0-5BAE78F468E2}" dt="2026-01-09T05:42:13.933" v="1945" actId="2696"/>
        <pc:sldMkLst>
          <pc:docMk/>
          <pc:sldMk cId="0" sldId="264"/>
        </pc:sldMkLst>
        <pc:spChg chg="mod">
          <ac:chgData name="Pannaros Lertchai" userId="e603b5ad-0aa8-4f83-b111-226af2a13199" providerId="ADAL" clId="{9C461479-F4F3-5015-BAF0-5BAE78F468E2}" dt="2026-01-09T05:36:29.170" v="1811" actId="20577"/>
          <ac:spMkLst>
            <pc:docMk/>
            <pc:sldMk cId="0" sldId="264"/>
            <ac:spMk id="12" creationId="{00000000-0000-0000-0000-000000000000}"/>
          </ac:spMkLst>
        </pc:spChg>
        <pc:spChg chg="mod">
          <ac:chgData name="Pannaros Lertchai" userId="e603b5ad-0aa8-4f83-b111-226af2a13199" providerId="ADAL" clId="{9C461479-F4F3-5015-BAF0-5BAE78F468E2}" dt="2026-01-09T05:36:44.956" v="1814" actId="1076"/>
          <ac:spMkLst>
            <pc:docMk/>
            <pc:sldMk cId="0" sldId="264"/>
            <ac:spMk id="18" creationId="{0E4F8422-38F7-06E2-99C1-F0F884742085}"/>
          </ac:spMkLst>
        </pc:spChg>
        <pc:graphicFrameChg chg="mod modGraphic">
          <ac:chgData name="Pannaros Lertchai" userId="e603b5ad-0aa8-4f83-b111-226af2a13199" providerId="ADAL" clId="{9C461479-F4F3-5015-BAF0-5BAE78F468E2}" dt="2026-01-09T05:36:22.384" v="1810" actId="207"/>
          <ac:graphicFrameMkLst>
            <pc:docMk/>
            <pc:sldMk cId="0" sldId="264"/>
            <ac:graphicFrameMk id="10" creationId="{00000000-0000-0000-0000-000000000000}"/>
          </ac:graphicFrameMkLst>
        </pc:graphicFrameChg>
      </pc:sldChg>
      <pc:sldChg chg="addSp delSp modSp mod">
        <pc:chgData name="Pannaros Lertchai" userId="e603b5ad-0aa8-4f83-b111-226af2a13199" providerId="ADAL" clId="{9C461479-F4F3-5015-BAF0-5BAE78F468E2}" dt="2026-01-09T14:33:39.377" v="4228" actId="20577"/>
        <pc:sldMkLst>
          <pc:docMk/>
          <pc:sldMk cId="0" sldId="265"/>
        </pc:sldMkLst>
        <pc:spChg chg="mod">
          <ac:chgData name="Pannaros Lertchai" userId="e603b5ad-0aa8-4f83-b111-226af2a13199" providerId="ADAL" clId="{9C461479-F4F3-5015-BAF0-5BAE78F468E2}" dt="2026-01-09T14:33:39.377" v="4228" actId="20577"/>
          <ac:spMkLst>
            <pc:docMk/>
            <pc:sldMk cId="0" sldId="265"/>
            <ac:spMk id="2" creationId="{00000000-0000-0000-0000-000000000000}"/>
          </ac:spMkLst>
        </pc:spChg>
        <pc:spChg chg="add del mod">
          <ac:chgData name="Pannaros Lertchai" userId="e603b5ad-0aa8-4f83-b111-226af2a13199" providerId="ADAL" clId="{9C461479-F4F3-5015-BAF0-5BAE78F468E2}" dt="2026-01-09T05:43:05.118" v="1951"/>
          <ac:spMkLst>
            <pc:docMk/>
            <pc:sldMk cId="0" sldId="265"/>
            <ac:spMk id="10" creationId="{1A7DD50E-4E5E-8D73-8925-AFD6822CF624}"/>
          </ac:spMkLst>
        </pc:spChg>
        <pc:spChg chg="mod">
          <ac:chgData name="Pannaros Lertchai" userId="e603b5ad-0aa8-4f83-b111-226af2a13199" providerId="ADAL" clId="{9C461479-F4F3-5015-BAF0-5BAE78F468E2}" dt="2026-01-09T05:45:29.935" v="1976" actId="1076"/>
          <ac:spMkLst>
            <pc:docMk/>
            <pc:sldMk cId="0" sldId="265"/>
            <ac:spMk id="12" creationId="{00000000-0000-0000-0000-000000000000}"/>
          </ac:spMkLst>
        </pc:spChg>
        <pc:spChg chg="del">
          <ac:chgData name="Pannaros Lertchai" userId="e603b5ad-0aa8-4f83-b111-226af2a13199" providerId="ADAL" clId="{9C461479-F4F3-5015-BAF0-5BAE78F468E2}" dt="2026-01-09T05:42:27.559" v="1947" actId="478"/>
          <ac:spMkLst>
            <pc:docMk/>
            <pc:sldMk cId="0" sldId="265"/>
            <ac:spMk id="13" creationId="{B5DFF290-F81B-FBAE-D966-C28CDFEDD574}"/>
          </ac:spMkLst>
        </pc:spChg>
        <pc:spChg chg="mod">
          <ac:chgData name="Pannaros Lertchai" userId="e603b5ad-0aa8-4f83-b111-226af2a13199" providerId="ADAL" clId="{9C461479-F4F3-5015-BAF0-5BAE78F468E2}" dt="2026-01-09T05:45:44.557" v="1979" actId="207"/>
          <ac:spMkLst>
            <pc:docMk/>
            <pc:sldMk cId="0" sldId="265"/>
            <ac:spMk id="14" creationId="{791C91F2-B893-C8B8-3521-F6F797B5B9DD}"/>
          </ac:spMkLst>
        </pc:spChg>
        <pc:graphicFrameChg chg="mod modGraphic">
          <ac:chgData name="Pannaros Lertchai" userId="e603b5ad-0aa8-4f83-b111-226af2a13199" providerId="ADAL" clId="{9C461479-F4F3-5015-BAF0-5BAE78F468E2}" dt="2026-01-09T05:45:38.530" v="1978" actId="14100"/>
          <ac:graphicFrameMkLst>
            <pc:docMk/>
            <pc:sldMk cId="0" sldId="265"/>
            <ac:graphicFrameMk id="11" creationId="{00000000-0000-0000-0000-000000000000}"/>
          </ac:graphicFrameMkLst>
        </pc:graphicFrameChg>
        <pc:graphicFrameChg chg="mod modGraphic">
          <ac:chgData name="Pannaros Lertchai" userId="e603b5ad-0aa8-4f83-b111-226af2a13199" providerId="ADAL" clId="{9C461479-F4F3-5015-BAF0-5BAE78F468E2}" dt="2026-01-09T05:45:55.732" v="1981" actId="14100"/>
          <ac:graphicFrameMkLst>
            <pc:docMk/>
            <pc:sldMk cId="0" sldId="265"/>
            <ac:graphicFrameMk id="21" creationId="{00000000-0000-0000-0000-000000000000}"/>
          </ac:graphicFrameMkLst>
        </pc:graphicFrameChg>
      </pc:sldChg>
      <pc:sldChg chg="modSp mod">
        <pc:chgData name="Pannaros Lertchai" userId="e603b5ad-0aa8-4f83-b111-226af2a13199" providerId="ADAL" clId="{9C461479-F4F3-5015-BAF0-5BAE78F468E2}" dt="2026-01-09T14:33:44.642" v="4232" actId="20577"/>
        <pc:sldMkLst>
          <pc:docMk/>
          <pc:sldMk cId="0" sldId="266"/>
        </pc:sldMkLst>
        <pc:spChg chg="mod">
          <ac:chgData name="Pannaros Lertchai" userId="e603b5ad-0aa8-4f83-b111-226af2a13199" providerId="ADAL" clId="{9C461479-F4F3-5015-BAF0-5BAE78F468E2}" dt="2026-01-09T14:33:44.642" v="4232" actId="20577"/>
          <ac:spMkLst>
            <pc:docMk/>
            <pc:sldMk cId="0" sldId="266"/>
            <ac:spMk id="2" creationId="{00000000-0000-0000-0000-000000000000}"/>
          </ac:spMkLst>
        </pc:spChg>
        <pc:spChg chg="mod">
          <ac:chgData name="Pannaros Lertchai" userId="e603b5ad-0aa8-4f83-b111-226af2a13199" providerId="ADAL" clId="{9C461479-F4F3-5015-BAF0-5BAE78F468E2}" dt="2026-01-09T05:46:33.691" v="1984" actId="1076"/>
          <ac:spMkLst>
            <pc:docMk/>
            <pc:sldMk cId="0" sldId="266"/>
            <ac:spMk id="10" creationId="{00000000-0000-0000-0000-000000000000}"/>
          </ac:spMkLst>
        </pc:spChg>
        <pc:spChg chg="mod">
          <ac:chgData name="Pannaros Lertchai" userId="e603b5ad-0aa8-4f83-b111-226af2a13199" providerId="ADAL" clId="{9C461479-F4F3-5015-BAF0-5BAE78F468E2}" dt="2026-01-09T05:46:40.259" v="1986" actId="207"/>
          <ac:spMkLst>
            <pc:docMk/>
            <pc:sldMk cId="0" sldId="266"/>
            <ac:spMk id="15" creationId="{5ACE461B-A040-550D-7F4C-B3321E5C8679}"/>
          </ac:spMkLst>
        </pc:spChg>
        <pc:graphicFrameChg chg="mod modGraphic">
          <ac:chgData name="Pannaros Lertchai" userId="e603b5ad-0aa8-4f83-b111-226af2a13199" providerId="ADAL" clId="{9C461479-F4F3-5015-BAF0-5BAE78F468E2}" dt="2026-01-09T05:46:48.852" v="1989" actId="14100"/>
          <ac:graphicFrameMkLst>
            <pc:docMk/>
            <pc:sldMk cId="0" sldId="266"/>
            <ac:graphicFrameMk id="12" creationId="{00000000-0000-0000-0000-000000000000}"/>
          </ac:graphicFrameMkLst>
        </pc:graphicFrameChg>
      </pc:sldChg>
      <pc:sldChg chg="delSp modSp mod">
        <pc:chgData name="Pannaros Lertchai" userId="e603b5ad-0aa8-4f83-b111-226af2a13199" providerId="ADAL" clId="{9C461479-F4F3-5015-BAF0-5BAE78F468E2}" dt="2026-01-09T14:34:06.334" v="4236" actId="20577"/>
        <pc:sldMkLst>
          <pc:docMk/>
          <pc:sldMk cId="0" sldId="267"/>
        </pc:sldMkLst>
        <pc:spChg chg="mod">
          <ac:chgData name="Pannaros Lertchai" userId="e603b5ad-0aa8-4f83-b111-226af2a13199" providerId="ADAL" clId="{9C461479-F4F3-5015-BAF0-5BAE78F468E2}" dt="2026-01-09T14:34:06.334" v="4236" actId="20577"/>
          <ac:spMkLst>
            <pc:docMk/>
            <pc:sldMk cId="0" sldId="267"/>
            <ac:spMk id="2" creationId="{00000000-0000-0000-0000-000000000000}"/>
          </ac:spMkLst>
        </pc:spChg>
        <pc:spChg chg="mod">
          <ac:chgData name="Pannaros Lertchai" userId="e603b5ad-0aa8-4f83-b111-226af2a13199" providerId="ADAL" clId="{9C461479-F4F3-5015-BAF0-5BAE78F468E2}" dt="2026-01-09T06:06:54.124" v="2033" actId="207"/>
          <ac:spMkLst>
            <pc:docMk/>
            <pc:sldMk cId="0" sldId="267"/>
            <ac:spMk id="10" creationId="{416F4CCA-5DFF-1D96-03D1-3CE5252020FA}"/>
          </ac:spMkLst>
        </pc:spChg>
        <pc:spChg chg="mod">
          <ac:chgData name="Pannaros Lertchai" userId="e603b5ad-0aa8-4f83-b111-226af2a13199" providerId="ADAL" clId="{9C461479-F4F3-5015-BAF0-5BAE78F468E2}" dt="2026-01-09T06:06:46.911" v="2031" actId="1076"/>
          <ac:spMkLst>
            <pc:docMk/>
            <pc:sldMk cId="0" sldId="267"/>
            <ac:spMk id="12" creationId="{00000000-0000-0000-0000-000000000000}"/>
          </ac:spMkLst>
        </pc:spChg>
        <pc:spChg chg="del mod">
          <ac:chgData name="Pannaros Lertchai" userId="e603b5ad-0aa8-4f83-b111-226af2a13199" providerId="ADAL" clId="{9C461479-F4F3-5015-BAF0-5BAE78F468E2}" dt="2026-01-09T06:06:51.013" v="2032" actId="478"/>
          <ac:spMkLst>
            <pc:docMk/>
            <pc:sldMk cId="0" sldId="267"/>
            <ac:spMk id="14" creationId="{E23902F3-A397-9FCD-2DCE-BCCE5061D533}"/>
          </ac:spMkLst>
        </pc:spChg>
        <pc:graphicFrameChg chg="mod modGraphic">
          <ac:chgData name="Pannaros Lertchai" userId="e603b5ad-0aa8-4f83-b111-226af2a13199" providerId="ADAL" clId="{9C461479-F4F3-5015-BAF0-5BAE78F468E2}" dt="2026-01-09T06:06:35.062" v="2027" actId="14100"/>
          <ac:graphicFrameMkLst>
            <pc:docMk/>
            <pc:sldMk cId="0" sldId="267"/>
            <ac:graphicFrameMk id="13" creationId="{00000000-0000-0000-0000-000000000000}"/>
          </ac:graphicFrameMkLst>
        </pc:graphicFrameChg>
      </pc:sldChg>
      <pc:sldChg chg="addSp delSp modSp mod">
        <pc:chgData name="Pannaros Lertchai" userId="e603b5ad-0aa8-4f83-b111-226af2a13199" providerId="ADAL" clId="{9C461479-F4F3-5015-BAF0-5BAE78F468E2}" dt="2026-01-09T14:34:12.302" v="4240" actId="20577"/>
        <pc:sldMkLst>
          <pc:docMk/>
          <pc:sldMk cId="0" sldId="268"/>
        </pc:sldMkLst>
        <pc:spChg chg="mod">
          <ac:chgData name="Pannaros Lertchai" userId="e603b5ad-0aa8-4f83-b111-226af2a13199" providerId="ADAL" clId="{9C461479-F4F3-5015-BAF0-5BAE78F468E2}" dt="2026-01-09T14:34:12.302" v="4240" actId="20577"/>
          <ac:spMkLst>
            <pc:docMk/>
            <pc:sldMk cId="0" sldId="268"/>
            <ac:spMk id="2" creationId="{00000000-0000-0000-0000-000000000000}"/>
          </ac:spMkLst>
        </pc:spChg>
        <pc:spChg chg="add del mod">
          <ac:chgData name="Pannaros Lertchai" userId="e603b5ad-0aa8-4f83-b111-226af2a13199" providerId="ADAL" clId="{9C461479-F4F3-5015-BAF0-5BAE78F468E2}" dt="2026-01-09T06:11:24.498" v="2037"/>
          <ac:spMkLst>
            <pc:docMk/>
            <pc:sldMk cId="0" sldId="268"/>
            <ac:spMk id="10" creationId="{7757268A-C89F-F503-1A9C-28CD392951A0}"/>
          </ac:spMkLst>
        </pc:spChg>
        <pc:spChg chg="mod">
          <ac:chgData name="Pannaros Lertchai" userId="e603b5ad-0aa8-4f83-b111-226af2a13199" providerId="ADAL" clId="{9C461479-F4F3-5015-BAF0-5BAE78F468E2}" dt="2026-01-09T06:13:52.742" v="2071" actId="1076"/>
          <ac:spMkLst>
            <pc:docMk/>
            <pc:sldMk cId="0" sldId="268"/>
            <ac:spMk id="12" creationId="{00000000-0000-0000-0000-000000000000}"/>
          </ac:spMkLst>
        </pc:spChg>
        <pc:spChg chg="mod">
          <ac:chgData name="Pannaros Lertchai" userId="e603b5ad-0aa8-4f83-b111-226af2a13199" providerId="ADAL" clId="{9C461479-F4F3-5015-BAF0-5BAE78F468E2}" dt="2026-01-09T08:25:18.609" v="2075" actId="207"/>
          <ac:spMkLst>
            <pc:docMk/>
            <pc:sldMk cId="0" sldId="268"/>
            <ac:spMk id="13" creationId="{89ABD7AC-7366-569C-AF97-AC1FA93A86B2}"/>
          </ac:spMkLst>
        </pc:spChg>
        <pc:graphicFrameChg chg="mod modGraphic">
          <ac:chgData name="Pannaros Lertchai" userId="e603b5ad-0aa8-4f83-b111-226af2a13199" providerId="ADAL" clId="{9C461479-F4F3-5015-BAF0-5BAE78F468E2}" dt="2026-01-09T11:14:57.442" v="3104" actId="14100"/>
          <ac:graphicFrameMkLst>
            <pc:docMk/>
            <pc:sldMk cId="0" sldId="268"/>
            <ac:graphicFrameMk id="14" creationId="{00000000-0000-0000-0000-000000000000}"/>
          </ac:graphicFrameMkLst>
        </pc:graphicFrameChg>
      </pc:sldChg>
      <pc:sldChg chg="del mod modShow">
        <pc:chgData name="Pannaros Lertchai" userId="e603b5ad-0aa8-4f83-b111-226af2a13199" providerId="ADAL" clId="{9C461479-F4F3-5015-BAF0-5BAE78F468E2}" dt="2026-01-09T14:38:47.262" v="4292" actId="2696"/>
        <pc:sldMkLst>
          <pc:docMk/>
          <pc:sldMk cId="0" sldId="269"/>
        </pc:sldMkLst>
      </pc:sldChg>
      <pc:sldChg chg="delSp modSp add del mod">
        <pc:chgData name="Pannaros Lertchai" userId="e603b5ad-0aa8-4f83-b111-226af2a13199" providerId="ADAL" clId="{9C461479-F4F3-5015-BAF0-5BAE78F468E2}" dt="2026-01-09T14:43:15.388" v="4426" actId="20577"/>
        <pc:sldMkLst>
          <pc:docMk/>
          <pc:sldMk cId="0" sldId="270"/>
        </pc:sldMkLst>
        <pc:spChg chg="mod">
          <ac:chgData name="Pannaros Lertchai" userId="e603b5ad-0aa8-4f83-b111-226af2a13199" providerId="ADAL" clId="{9C461479-F4F3-5015-BAF0-5BAE78F468E2}" dt="2026-01-09T14:43:15.388" v="4426" actId="20577"/>
          <ac:spMkLst>
            <pc:docMk/>
            <pc:sldMk cId="0" sldId="270"/>
            <ac:spMk id="2" creationId="{00000000-0000-0000-0000-000000000000}"/>
          </ac:spMkLst>
        </pc:spChg>
        <pc:spChg chg="mod">
          <ac:chgData name="Pannaros Lertchai" userId="e603b5ad-0aa8-4f83-b111-226af2a13199" providerId="ADAL" clId="{9C461479-F4F3-5015-BAF0-5BAE78F468E2}" dt="2026-01-09T11:27:39.764" v="3199" actId="1076"/>
          <ac:spMkLst>
            <pc:docMk/>
            <pc:sldMk cId="0" sldId="270"/>
            <ac:spMk id="11" creationId="{00000000-0000-0000-0000-000000000000}"/>
          </ac:spMkLst>
        </pc:spChg>
        <pc:spChg chg="del mod">
          <ac:chgData name="Pannaros Lertchai" userId="e603b5ad-0aa8-4f83-b111-226af2a13199" providerId="ADAL" clId="{9C461479-F4F3-5015-BAF0-5BAE78F468E2}" dt="2026-01-09T11:20:06.195" v="3146" actId="478"/>
          <ac:spMkLst>
            <pc:docMk/>
            <pc:sldMk cId="0" sldId="270"/>
            <ac:spMk id="12" creationId="{1CD4DD1A-2062-8F1B-70F4-4085E7372D0A}"/>
          </ac:spMkLst>
        </pc:spChg>
        <pc:spChg chg="mod">
          <ac:chgData name="Pannaros Lertchai" userId="e603b5ad-0aa8-4f83-b111-226af2a13199" providerId="ADAL" clId="{9C461479-F4F3-5015-BAF0-5BAE78F468E2}" dt="2026-01-09T11:27:42.976" v="3200" actId="207"/>
          <ac:spMkLst>
            <pc:docMk/>
            <pc:sldMk cId="0" sldId="270"/>
            <ac:spMk id="18" creationId="{00BB1CA9-9AE0-8C7E-CBCE-20F3B3536C8A}"/>
          </ac:spMkLst>
        </pc:spChg>
        <pc:graphicFrameChg chg="mod modGraphic">
          <ac:chgData name="Pannaros Lertchai" userId="e603b5ad-0aa8-4f83-b111-226af2a13199" providerId="ADAL" clId="{9C461479-F4F3-5015-BAF0-5BAE78F468E2}" dt="2026-01-09T11:27:35.632" v="3198" actId="2711"/>
          <ac:graphicFrameMkLst>
            <pc:docMk/>
            <pc:sldMk cId="0" sldId="270"/>
            <ac:graphicFrameMk id="16" creationId="{00000000-0000-0000-0000-000000000000}"/>
          </ac:graphicFrameMkLst>
        </pc:graphicFrameChg>
        <pc:graphicFrameChg chg="mod modGraphic">
          <ac:chgData name="Pannaros Lertchai" userId="e603b5ad-0aa8-4f83-b111-226af2a13199" providerId="ADAL" clId="{9C461479-F4F3-5015-BAF0-5BAE78F468E2}" dt="2026-01-09T11:26:00.664" v="3179" actId="20577"/>
          <ac:graphicFrameMkLst>
            <pc:docMk/>
            <pc:sldMk cId="0" sldId="270"/>
            <ac:graphicFrameMk id="31" creationId="{00000000-0000-0000-0000-000000000000}"/>
          </ac:graphicFrameMkLst>
        </pc:graphicFrameChg>
        <pc:picChg chg="mod">
          <ac:chgData name="Pannaros Lertchai" userId="e603b5ad-0aa8-4f83-b111-226af2a13199" providerId="ADAL" clId="{9C461479-F4F3-5015-BAF0-5BAE78F468E2}" dt="2026-01-09T11:15:03.625" v="3105" actId="1076"/>
          <ac:picMkLst>
            <pc:docMk/>
            <pc:sldMk cId="0" sldId="270"/>
            <ac:picMk id="10" creationId="{B91DDEA0-B3BB-A7BD-FAE9-F97CEF9C70B0}"/>
          </ac:picMkLst>
        </pc:picChg>
      </pc:sldChg>
      <pc:sldChg chg="addSp delSp modSp mod">
        <pc:chgData name="Pannaros Lertchai" userId="e603b5ad-0aa8-4f83-b111-226af2a13199" providerId="ADAL" clId="{9C461479-F4F3-5015-BAF0-5BAE78F468E2}" dt="2026-01-09T14:45:18.907" v="4468" actId="20577"/>
        <pc:sldMkLst>
          <pc:docMk/>
          <pc:sldMk cId="0" sldId="271"/>
        </pc:sldMkLst>
        <pc:spChg chg="mod">
          <ac:chgData name="Pannaros Lertchai" userId="e603b5ad-0aa8-4f83-b111-226af2a13199" providerId="ADAL" clId="{9C461479-F4F3-5015-BAF0-5BAE78F468E2}" dt="2026-01-09T14:45:18.907" v="4468" actId="20577"/>
          <ac:spMkLst>
            <pc:docMk/>
            <pc:sldMk cId="0" sldId="271"/>
            <ac:spMk id="2" creationId="{00000000-0000-0000-0000-000000000000}"/>
          </ac:spMkLst>
        </pc:spChg>
        <pc:spChg chg="mod">
          <ac:chgData name="Pannaros Lertchai" userId="e603b5ad-0aa8-4f83-b111-226af2a13199" providerId="ADAL" clId="{9C461479-F4F3-5015-BAF0-5BAE78F468E2}" dt="2026-01-09T08:56:03.845" v="2246" actId="207"/>
          <ac:spMkLst>
            <pc:docMk/>
            <pc:sldMk cId="0" sldId="271"/>
            <ac:spMk id="10" creationId="{7255A1DF-A622-06A7-D746-34EDDD21C4EA}"/>
          </ac:spMkLst>
        </pc:spChg>
        <pc:spChg chg="mod">
          <ac:chgData name="Pannaros Lertchai" userId="e603b5ad-0aa8-4f83-b111-226af2a13199" providerId="ADAL" clId="{9C461479-F4F3-5015-BAF0-5BAE78F468E2}" dt="2026-01-09T08:55:57.344" v="2245" actId="13926"/>
          <ac:spMkLst>
            <pc:docMk/>
            <pc:sldMk cId="0" sldId="271"/>
            <ac:spMk id="12" creationId="{00000000-0000-0000-0000-000000000000}"/>
          </ac:spMkLst>
        </pc:spChg>
        <pc:spChg chg="del">
          <ac:chgData name="Pannaros Lertchai" userId="e603b5ad-0aa8-4f83-b111-226af2a13199" providerId="ADAL" clId="{9C461479-F4F3-5015-BAF0-5BAE78F468E2}" dt="2026-01-09T08:36:36.686" v="2081" actId="478"/>
          <ac:spMkLst>
            <pc:docMk/>
            <pc:sldMk cId="0" sldId="271"/>
            <ac:spMk id="14" creationId="{DE2BC92B-6996-BD5C-F0FF-31CC1218B049}"/>
          </ac:spMkLst>
        </pc:spChg>
        <pc:spChg chg="mod">
          <ac:chgData name="Pannaros Lertchai" userId="e603b5ad-0aa8-4f83-b111-226af2a13199" providerId="ADAL" clId="{9C461479-F4F3-5015-BAF0-5BAE78F468E2}" dt="2026-01-09T08:37:49.565" v="2107" actId="20577"/>
          <ac:spMkLst>
            <pc:docMk/>
            <pc:sldMk cId="0" sldId="271"/>
            <ac:spMk id="15" creationId="{7E78A693-BEB1-3C17-84D2-0126DEED18CA}"/>
          </ac:spMkLst>
        </pc:spChg>
        <pc:grpChg chg="add mod">
          <ac:chgData name="Pannaros Lertchai" userId="e603b5ad-0aa8-4f83-b111-226af2a13199" providerId="ADAL" clId="{9C461479-F4F3-5015-BAF0-5BAE78F468E2}" dt="2026-01-09T08:37:44.421" v="2087" actId="1076"/>
          <ac:grpSpMkLst>
            <pc:docMk/>
            <pc:sldMk cId="0" sldId="271"/>
            <ac:grpSpMk id="13" creationId="{D4E37CAE-DE3A-842E-5C76-7837F4C5060E}"/>
          </ac:grpSpMkLst>
        </pc:grpChg>
        <pc:graphicFrameChg chg="add mod">
          <ac:chgData name="Pannaros Lertchai" userId="e603b5ad-0aa8-4f83-b111-226af2a13199" providerId="ADAL" clId="{9C461479-F4F3-5015-BAF0-5BAE78F468E2}" dt="2026-01-09T08:42:16.574" v="2124" actId="14100"/>
          <ac:graphicFrameMkLst>
            <pc:docMk/>
            <pc:sldMk cId="0" sldId="271"/>
            <ac:graphicFrameMk id="11" creationId="{D0948A01-2732-2916-14D3-FDB1A6D776C4}"/>
          </ac:graphicFrameMkLst>
        </pc:graphicFrameChg>
        <pc:graphicFrameChg chg="mod modGraphic">
          <ac:chgData name="Pannaros Lertchai" userId="e603b5ad-0aa8-4f83-b111-226af2a13199" providerId="ADAL" clId="{9C461479-F4F3-5015-BAF0-5BAE78F468E2}" dt="2026-01-09T08:55:50.177" v="2243" actId="14100"/>
          <ac:graphicFrameMkLst>
            <pc:docMk/>
            <pc:sldMk cId="0" sldId="271"/>
            <ac:graphicFrameMk id="17" creationId="{00000000-0000-0000-0000-000000000000}"/>
          </ac:graphicFrameMkLst>
        </pc:graphicFrameChg>
        <pc:graphicFrameChg chg="modGraphic">
          <ac:chgData name="Pannaros Lertchai" userId="e603b5ad-0aa8-4f83-b111-226af2a13199" providerId="ADAL" clId="{9C461479-F4F3-5015-BAF0-5BAE78F468E2}" dt="2026-01-09T08:37:04.942" v="2084" actId="14100"/>
          <ac:graphicFrameMkLst>
            <pc:docMk/>
            <pc:sldMk cId="0" sldId="271"/>
            <ac:graphicFrameMk id="33" creationId="{00000000-0000-0000-0000-000000000000}"/>
          </ac:graphicFrameMkLst>
        </pc:graphicFrameChg>
        <pc:cxnChg chg="mod">
          <ac:chgData name="Pannaros Lertchai" userId="e603b5ad-0aa8-4f83-b111-226af2a13199" providerId="ADAL" clId="{9C461479-F4F3-5015-BAF0-5BAE78F468E2}" dt="2026-01-09T08:37:41.030" v="2086"/>
          <ac:cxnSpMkLst>
            <pc:docMk/>
            <pc:sldMk cId="0" sldId="271"/>
            <ac:cxnSpMk id="16" creationId="{63FC8022-A9D1-AD40-73EF-EA31A07FF272}"/>
          </ac:cxnSpMkLst>
        </pc:cxnChg>
      </pc:sldChg>
      <pc:sldChg chg="add del">
        <pc:chgData name="Pannaros Lertchai" userId="e603b5ad-0aa8-4f83-b111-226af2a13199" providerId="ADAL" clId="{9C461479-F4F3-5015-BAF0-5BAE78F468E2}" dt="2026-01-09T09:02:25.378" v="2252" actId="2696"/>
        <pc:sldMkLst>
          <pc:docMk/>
          <pc:sldMk cId="0" sldId="272"/>
        </pc:sldMkLst>
      </pc:sldChg>
      <pc:sldChg chg="addSp delSp modSp mod ord">
        <pc:chgData name="Pannaros Lertchai" userId="e603b5ad-0aa8-4f83-b111-226af2a13199" providerId="ADAL" clId="{9C461479-F4F3-5015-BAF0-5BAE78F468E2}" dt="2026-01-09T14:46:41.569" v="4487" actId="20577"/>
        <pc:sldMkLst>
          <pc:docMk/>
          <pc:sldMk cId="0" sldId="273"/>
        </pc:sldMkLst>
        <pc:spChg chg="mod">
          <ac:chgData name="Pannaros Lertchai" userId="e603b5ad-0aa8-4f83-b111-226af2a13199" providerId="ADAL" clId="{9C461479-F4F3-5015-BAF0-5BAE78F468E2}" dt="2026-01-09T14:46:41.569" v="4487" actId="20577"/>
          <ac:spMkLst>
            <pc:docMk/>
            <pc:sldMk cId="0" sldId="273"/>
            <ac:spMk id="2" creationId="{00000000-0000-0000-0000-000000000000}"/>
          </ac:spMkLst>
        </pc:spChg>
        <pc:spChg chg="add mod">
          <ac:chgData name="Pannaros Lertchai" userId="e603b5ad-0aa8-4f83-b111-226af2a13199" providerId="ADAL" clId="{9C461479-F4F3-5015-BAF0-5BAE78F468E2}" dt="2026-01-09T09:04:49.700" v="2266" actId="1076"/>
          <ac:spMkLst>
            <pc:docMk/>
            <pc:sldMk cId="0" sldId="273"/>
            <ac:spMk id="5" creationId="{51FE706F-B6D0-F931-9518-5F77D322C496}"/>
          </ac:spMkLst>
        </pc:spChg>
        <pc:spChg chg="del">
          <ac:chgData name="Pannaros Lertchai" userId="e603b5ad-0aa8-4f83-b111-226af2a13199" providerId="ADAL" clId="{9C461479-F4F3-5015-BAF0-5BAE78F468E2}" dt="2026-01-09T09:04:37.895" v="2264" actId="478"/>
          <ac:spMkLst>
            <pc:docMk/>
            <pc:sldMk cId="0" sldId="273"/>
            <ac:spMk id="6" creationId="{00000000-0000-0000-0000-000000000000}"/>
          </ac:spMkLst>
        </pc:spChg>
        <pc:spChg chg="mod">
          <ac:chgData name="Pannaros Lertchai" userId="e603b5ad-0aa8-4f83-b111-226af2a13199" providerId="ADAL" clId="{9C461479-F4F3-5015-BAF0-5BAE78F468E2}" dt="2026-01-09T09:04:28.729" v="2262" actId="1076"/>
          <ac:spMkLst>
            <pc:docMk/>
            <pc:sldMk cId="0" sldId="273"/>
            <ac:spMk id="12" creationId="{00000000-0000-0000-0000-000000000000}"/>
          </ac:spMkLst>
        </pc:spChg>
        <pc:spChg chg="mod">
          <ac:chgData name="Pannaros Lertchai" userId="e603b5ad-0aa8-4f83-b111-226af2a13199" providerId="ADAL" clId="{9C461479-F4F3-5015-BAF0-5BAE78F468E2}" dt="2026-01-09T09:04:32.635" v="2263" actId="207"/>
          <ac:spMkLst>
            <pc:docMk/>
            <pc:sldMk cId="0" sldId="273"/>
            <ac:spMk id="13" creationId="{61742D5E-B2D8-A18B-EE16-6CFE57158734}"/>
          </ac:spMkLst>
        </pc:spChg>
        <pc:spChg chg="mod">
          <ac:chgData name="Pannaros Lertchai" userId="e603b5ad-0aa8-4f83-b111-226af2a13199" providerId="ADAL" clId="{9C461479-F4F3-5015-BAF0-5BAE78F468E2}" dt="2026-01-09T09:04:57.338" v="2267"/>
          <ac:spMkLst>
            <pc:docMk/>
            <pc:sldMk cId="0" sldId="273"/>
            <ac:spMk id="14" creationId="{AC75EFA5-AE6F-418E-DC57-CC8FE5C60FFE}"/>
          </ac:spMkLst>
        </pc:spChg>
        <pc:spChg chg="add mod">
          <ac:chgData name="Pannaros Lertchai" userId="e603b5ad-0aa8-4f83-b111-226af2a13199" providerId="ADAL" clId="{9C461479-F4F3-5015-BAF0-5BAE78F468E2}" dt="2026-01-09T09:05:26.924" v="2286" actId="20577"/>
          <ac:spMkLst>
            <pc:docMk/>
            <pc:sldMk cId="0" sldId="273"/>
            <ac:spMk id="16" creationId="{400A0ABF-5185-2AF4-4795-37AB9BD6E55F}"/>
          </ac:spMkLst>
        </pc:spChg>
        <pc:grpChg chg="add del mod">
          <ac:chgData name="Pannaros Lertchai" userId="e603b5ad-0aa8-4f83-b111-226af2a13199" providerId="ADAL" clId="{9C461479-F4F3-5015-BAF0-5BAE78F468E2}" dt="2026-01-09T09:05:08.959" v="2269" actId="478"/>
          <ac:grpSpMkLst>
            <pc:docMk/>
            <pc:sldMk cId="0" sldId="273"/>
            <ac:grpSpMk id="10" creationId="{27ECDF15-DCFF-9CA3-9913-27037817EEFE}"/>
          </ac:grpSpMkLst>
        </pc:grpChg>
        <pc:graphicFrameChg chg="mod modGraphic">
          <ac:chgData name="Pannaros Lertchai" userId="e603b5ad-0aa8-4f83-b111-226af2a13199" providerId="ADAL" clId="{9C461479-F4F3-5015-BAF0-5BAE78F468E2}" dt="2026-01-09T09:05:03.090" v="2268" actId="14100"/>
          <ac:graphicFrameMkLst>
            <pc:docMk/>
            <pc:sldMk cId="0" sldId="273"/>
            <ac:graphicFrameMk id="19" creationId="{00000000-0000-0000-0000-000000000000}"/>
          </ac:graphicFrameMkLst>
        </pc:graphicFrameChg>
        <pc:cxnChg chg="mod">
          <ac:chgData name="Pannaros Lertchai" userId="e603b5ad-0aa8-4f83-b111-226af2a13199" providerId="ADAL" clId="{9C461479-F4F3-5015-BAF0-5BAE78F468E2}" dt="2026-01-09T09:04:57.338" v="2267"/>
          <ac:cxnSpMkLst>
            <pc:docMk/>
            <pc:sldMk cId="0" sldId="273"/>
            <ac:cxnSpMk id="15" creationId="{69F09AD5-B5B7-452F-640F-5D8CD90F108D}"/>
          </ac:cxnSpMkLst>
        </pc:cxnChg>
      </pc:sldChg>
      <pc:sldChg chg="delSp modSp mod">
        <pc:chgData name="Pannaros Lertchai" userId="e603b5ad-0aa8-4f83-b111-226af2a13199" providerId="ADAL" clId="{9C461479-F4F3-5015-BAF0-5BAE78F468E2}" dt="2026-01-09T14:47:16.349" v="4493" actId="20577"/>
        <pc:sldMkLst>
          <pc:docMk/>
          <pc:sldMk cId="0" sldId="274"/>
        </pc:sldMkLst>
        <pc:spChg chg="mod">
          <ac:chgData name="Pannaros Lertchai" userId="e603b5ad-0aa8-4f83-b111-226af2a13199" providerId="ADAL" clId="{9C461479-F4F3-5015-BAF0-5BAE78F468E2}" dt="2026-01-09T14:47:16.349" v="4493" actId="20577"/>
          <ac:spMkLst>
            <pc:docMk/>
            <pc:sldMk cId="0" sldId="274"/>
            <ac:spMk id="2" creationId="{00000000-0000-0000-0000-000000000000}"/>
          </ac:spMkLst>
        </pc:spChg>
        <pc:spChg chg="mod">
          <ac:chgData name="Pannaros Lertchai" userId="e603b5ad-0aa8-4f83-b111-226af2a13199" providerId="ADAL" clId="{9C461479-F4F3-5015-BAF0-5BAE78F468E2}" dt="2026-01-09T09:08:40.032" v="2309" actId="20577"/>
          <ac:spMkLst>
            <pc:docMk/>
            <pc:sldMk cId="0" sldId="274"/>
            <ac:spMk id="12" creationId="{00000000-0000-0000-0000-000000000000}"/>
          </ac:spMkLst>
        </pc:spChg>
        <pc:spChg chg="del mod">
          <ac:chgData name="Pannaros Lertchai" userId="e603b5ad-0aa8-4f83-b111-226af2a13199" providerId="ADAL" clId="{9C461479-F4F3-5015-BAF0-5BAE78F468E2}" dt="2026-01-09T09:09:06.113" v="2316" actId="478"/>
          <ac:spMkLst>
            <pc:docMk/>
            <pc:sldMk cId="0" sldId="274"/>
            <ac:spMk id="13" creationId="{885AC7E9-B793-A2E6-D76F-449BB395AA2E}"/>
          </ac:spMkLst>
        </pc:spChg>
        <pc:spChg chg="mod">
          <ac:chgData name="Pannaros Lertchai" userId="e603b5ad-0aa8-4f83-b111-226af2a13199" providerId="ADAL" clId="{9C461479-F4F3-5015-BAF0-5BAE78F468E2}" dt="2026-01-09T09:09:04.247" v="2315" actId="207"/>
          <ac:spMkLst>
            <pc:docMk/>
            <pc:sldMk cId="0" sldId="274"/>
            <ac:spMk id="14" creationId="{A5C63E41-0830-1883-D380-2F04C98F6442}"/>
          </ac:spMkLst>
        </pc:spChg>
        <pc:graphicFrameChg chg="mod modGraphic">
          <ac:chgData name="Pannaros Lertchai" userId="e603b5ad-0aa8-4f83-b111-226af2a13199" providerId="ADAL" clId="{9C461479-F4F3-5015-BAF0-5BAE78F468E2}" dt="2026-01-09T09:09:00.087" v="2314" actId="14100"/>
          <ac:graphicFrameMkLst>
            <pc:docMk/>
            <pc:sldMk cId="0" sldId="274"/>
            <ac:graphicFrameMk id="20" creationId="{00000000-0000-0000-0000-000000000000}"/>
          </ac:graphicFrameMkLst>
        </pc:graphicFrameChg>
      </pc:sldChg>
      <pc:sldChg chg="delSp modSp mod">
        <pc:chgData name="Pannaros Lertchai" userId="e603b5ad-0aa8-4f83-b111-226af2a13199" providerId="ADAL" clId="{9C461479-F4F3-5015-BAF0-5BAE78F468E2}" dt="2026-01-09T14:47:22.655" v="4497" actId="20577"/>
        <pc:sldMkLst>
          <pc:docMk/>
          <pc:sldMk cId="0" sldId="275"/>
        </pc:sldMkLst>
        <pc:spChg chg="mod">
          <ac:chgData name="Pannaros Lertchai" userId="e603b5ad-0aa8-4f83-b111-226af2a13199" providerId="ADAL" clId="{9C461479-F4F3-5015-BAF0-5BAE78F468E2}" dt="2026-01-09T14:47:22.655" v="4497" actId="20577"/>
          <ac:spMkLst>
            <pc:docMk/>
            <pc:sldMk cId="0" sldId="275"/>
            <ac:spMk id="2" creationId="{00000000-0000-0000-0000-000000000000}"/>
          </ac:spMkLst>
        </pc:spChg>
        <pc:spChg chg="mod">
          <ac:chgData name="Pannaros Lertchai" userId="e603b5ad-0aa8-4f83-b111-226af2a13199" providerId="ADAL" clId="{9C461479-F4F3-5015-BAF0-5BAE78F468E2}" dt="2026-01-09T09:19:56.183" v="2499" actId="207"/>
          <ac:spMkLst>
            <pc:docMk/>
            <pc:sldMk cId="0" sldId="275"/>
            <ac:spMk id="10" creationId="{F2066B31-5D8A-1522-FCA8-389F9B1C3D00}"/>
          </ac:spMkLst>
        </pc:spChg>
        <pc:spChg chg="del mod">
          <ac:chgData name="Pannaros Lertchai" userId="e603b5ad-0aa8-4f83-b111-226af2a13199" providerId="ADAL" clId="{9C461479-F4F3-5015-BAF0-5BAE78F468E2}" dt="2026-01-09T09:19:42.211" v="2495" actId="478"/>
          <ac:spMkLst>
            <pc:docMk/>
            <pc:sldMk cId="0" sldId="275"/>
            <ac:spMk id="11" creationId="{5B60D74C-A3EE-A7C1-9018-29EACE155F94}"/>
          </ac:spMkLst>
        </pc:spChg>
        <pc:spChg chg="mod">
          <ac:chgData name="Pannaros Lertchai" userId="e603b5ad-0aa8-4f83-b111-226af2a13199" providerId="ADAL" clId="{9C461479-F4F3-5015-BAF0-5BAE78F468E2}" dt="2026-01-09T09:10:46.005" v="2321" actId="1076"/>
          <ac:spMkLst>
            <pc:docMk/>
            <pc:sldMk cId="0" sldId="275"/>
            <ac:spMk id="12" creationId="{00000000-0000-0000-0000-000000000000}"/>
          </ac:spMkLst>
        </pc:spChg>
        <pc:graphicFrameChg chg="mod modGraphic">
          <ac:chgData name="Pannaros Lertchai" userId="e603b5ad-0aa8-4f83-b111-226af2a13199" providerId="ADAL" clId="{9C461479-F4F3-5015-BAF0-5BAE78F468E2}" dt="2026-01-09T09:19:52.112" v="2498" actId="14100"/>
          <ac:graphicFrameMkLst>
            <pc:docMk/>
            <pc:sldMk cId="0" sldId="275"/>
            <ac:graphicFrameMk id="21" creationId="{00000000-0000-0000-0000-000000000000}"/>
          </ac:graphicFrameMkLst>
        </pc:graphicFrameChg>
      </pc:sldChg>
      <pc:sldChg chg="delSp modSp mod">
        <pc:chgData name="Pannaros Lertchai" userId="e603b5ad-0aa8-4f83-b111-226af2a13199" providerId="ADAL" clId="{9C461479-F4F3-5015-BAF0-5BAE78F468E2}" dt="2026-01-09T14:47:26.869" v="4501" actId="20577"/>
        <pc:sldMkLst>
          <pc:docMk/>
          <pc:sldMk cId="0" sldId="276"/>
        </pc:sldMkLst>
        <pc:spChg chg="mod">
          <ac:chgData name="Pannaros Lertchai" userId="e603b5ad-0aa8-4f83-b111-226af2a13199" providerId="ADAL" clId="{9C461479-F4F3-5015-BAF0-5BAE78F468E2}" dt="2026-01-09T14:47:26.869" v="4501" actId="20577"/>
          <ac:spMkLst>
            <pc:docMk/>
            <pc:sldMk cId="0" sldId="276"/>
            <ac:spMk id="2" creationId="{00000000-0000-0000-0000-000000000000}"/>
          </ac:spMkLst>
        </pc:spChg>
        <pc:spChg chg="mod">
          <ac:chgData name="Pannaros Lertchai" userId="e603b5ad-0aa8-4f83-b111-226af2a13199" providerId="ADAL" clId="{9C461479-F4F3-5015-BAF0-5BAE78F468E2}" dt="2026-01-09T09:22:03.599" v="2502" actId="20577"/>
          <ac:spMkLst>
            <pc:docMk/>
            <pc:sldMk cId="0" sldId="276"/>
            <ac:spMk id="13" creationId="{00000000-0000-0000-0000-000000000000}"/>
          </ac:spMkLst>
        </pc:spChg>
        <pc:spChg chg="del mod">
          <ac:chgData name="Pannaros Lertchai" userId="e603b5ad-0aa8-4f83-b111-226af2a13199" providerId="ADAL" clId="{9C461479-F4F3-5015-BAF0-5BAE78F468E2}" dt="2026-01-09T09:30:05.123" v="2541" actId="478"/>
          <ac:spMkLst>
            <pc:docMk/>
            <pc:sldMk cId="0" sldId="276"/>
            <ac:spMk id="15" creationId="{F7AB3B8C-AFF6-A700-2EEB-7CE424B2954E}"/>
          </ac:spMkLst>
        </pc:spChg>
        <pc:spChg chg="mod">
          <ac:chgData name="Pannaros Lertchai" userId="e603b5ad-0aa8-4f83-b111-226af2a13199" providerId="ADAL" clId="{9C461479-F4F3-5015-BAF0-5BAE78F468E2}" dt="2026-01-09T09:30:02.764" v="2540" actId="207"/>
          <ac:spMkLst>
            <pc:docMk/>
            <pc:sldMk cId="0" sldId="276"/>
            <ac:spMk id="18" creationId="{C8206783-1D1B-F0BF-FFC3-5EC47C1922C8}"/>
          </ac:spMkLst>
        </pc:spChg>
        <pc:graphicFrameChg chg="mod modGraphic">
          <ac:chgData name="Pannaros Lertchai" userId="e603b5ad-0aa8-4f83-b111-226af2a13199" providerId="ADAL" clId="{9C461479-F4F3-5015-BAF0-5BAE78F468E2}" dt="2026-01-09T09:29:57.448" v="2539" actId="14100"/>
          <ac:graphicFrameMkLst>
            <pc:docMk/>
            <pc:sldMk cId="0" sldId="276"/>
            <ac:graphicFrameMk id="14" creationId="{89872BB6-D230-3E0C-1FFA-45AEE9A3D816}"/>
          </ac:graphicFrameMkLst>
        </pc:graphicFrameChg>
        <pc:graphicFrameChg chg="mod modGraphic">
          <ac:chgData name="Pannaros Lertchai" userId="e603b5ad-0aa8-4f83-b111-226af2a13199" providerId="ADAL" clId="{9C461479-F4F3-5015-BAF0-5BAE78F468E2}" dt="2026-01-09T09:22:14.498" v="2504" actId="14100"/>
          <ac:graphicFrameMkLst>
            <pc:docMk/>
            <pc:sldMk cId="0" sldId="276"/>
            <ac:graphicFrameMk id="22" creationId="{00000000-0000-0000-0000-000000000000}"/>
          </ac:graphicFrameMkLst>
        </pc:graphicFrameChg>
      </pc:sldChg>
      <pc:sldChg chg="delSp modSp mod">
        <pc:chgData name="Pannaros Lertchai" userId="e603b5ad-0aa8-4f83-b111-226af2a13199" providerId="ADAL" clId="{9C461479-F4F3-5015-BAF0-5BAE78F468E2}" dt="2026-01-09T14:47:34.522" v="4507" actId="20577"/>
        <pc:sldMkLst>
          <pc:docMk/>
          <pc:sldMk cId="0" sldId="277"/>
        </pc:sldMkLst>
        <pc:spChg chg="mod">
          <ac:chgData name="Pannaros Lertchai" userId="e603b5ad-0aa8-4f83-b111-226af2a13199" providerId="ADAL" clId="{9C461479-F4F3-5015-BAF0-5BAE78F468E2}" dt="2026-01-09T14:47:34.522" v="4507" actId="20577"/>
          <ac:spMkLst>
            <pc:docMk/>
            <pc:sldMk cId="0" sldId="277"/>
            <ac:spMk id="2" creationId="{00000000-0000-0000-0000-000000000000}"/>
          </ac:spMkLst>
        </pc:spChg>
        <pc:spChg chg="mod">
          <ac:chgData name="Pannaros Lertchai" userId="e603b5ad-0aa8-4f83-b111-226af2a13199" providerId="ADAL" clId="{9C461479-F4F3-5015-BAF0-5BAE78F468E2}" dt="2026-01-09T09:34:11.356" v="2573" actId="207"/>
          <ac:spMkLst>
            <pc:docMk/>
            <pc:sldMk cId="0" sldId="277"/>
            <ac:spMk id="10" creationId="{E9971CDA-D8DF-1046-A38A-4018A5343F26}"/>
          </ac:spMkLst>
        </pc:spChg>
        <pc:spChg chg="del mod">
          <ac:chgData name="Pannaros Lertchai" userId="e603b5ad-0aa8-4f83-b111-226af2a13199" providerId="ADAL" clId="{9C461479-F4F3-5015-BAF0-5BAE78F468E2}" dt="2026-01-09T09:34:08.937" v="2572" actId="478"/>
          <ac:spMkLst>
            <pc:docMk/>
            <pc:sldMk cId="0" sldId="277"/>
            <ac:spMk id="11" creationId="{57AD0076-390B-9CD1-F3DC-C7049C9F2370}"/>
          </ac:spMkLst>
        </pc:spChg>
        <pc:spChg chg="mod">
          <ac:chgData name="Pannaros Lertchai" userId="e603b5ad-0aa8-4f83-b111-226af2a13199" providerId="ADAL" clId="{9C461479-F4F3-5015-BAF0-5BAE78F468E2}" dt="2026-01-09T09:32:13.486" v="2548" actId="1076"/>
          <ac:spMkLst>
            <pc:docMk/>
            <pc:sldMk cId="0" sldId="277"/>
            <ac:spMk id="12" creationId="{00000000-0000-0000-0000-000000000000}"/>
          </ac:spMkLst>
        </pc:spChg>
        <pc:graphicFrameChg chg="mod modGraphic">
          <ac:chgData name="Pannaros Lertchai" userId="e603b5ad-0aa8-4f83-b111-226af2a13199" providerId="ADAL" clId="{9C461479-F4F3-5015-BAF0-5BAE78F468E2}" dt="2026-01-09T09:34:04.587" v="2571" actId="2711"/>
          <ac:graphicFrameMkLst>
            <pc:docMk/>
            <pc:sldMk cId="0" sldId="277"/>
            <ac:graphicFrameMk id="23" creationId="{00000000-0000-0000-0000-000000000000}"/>
          </ac:graphicFrameMkLst>
        </pc:graphicFrameChg>
      </pc:sldChg>
      <pc:sldChg chg="modSp del mod">
        <pc:chgData name="Pannaros Lertchai" userId="e603b5ad-0aa8-4f83-b111-226af2a13199" providerId="ADAL" clId="{9C461479-F4F3-5015-BAF0-5BAE78F468E2}" dt="2026-01-09T11:56:24.200" v="3292" actId="2696"/>
        <pc:sldMkLst>
          <pc:docMk/>
          <pc:sldMk cId="0" sldId="278"/>
        </pc:sldMkLst>
        <pc:spChg chg="mod">
          <ac:chgData name="Pannaros Lertchai" userId="e603b5ad-0aa8-4f83-b111-226af2a13199" providerId="ADAL" clId="{9C461479-F4F3-5015-BAF0-5BAE78F468E2}" dt="2026-01-09T11:55:27.626" v="3289" actId="1076"/>
          <ac:spMkLst>
            <pc:docMk/>
            <pc:sldMk cId="0" sldId="278"/>
            <ac:spMk id="6" creationId="{4C8C219C-36D8-1228-3965-EA6E61C9279A}"/>
          </ac:spMkLst>
        </pc:spChg>
        <pc:graphicFrameChg chg="modGraphic">
          <ac:chgData name="Pannaros Lertchai" userId="e603b5ad-0aa8-4f83-b111-226af2a13199" providerId="ADAL" clId="{9C461479-F4F3-5015-BAF0-5BAE78F468E2}" dt="2026-01-09T11:55:27.878" v="3290" actId="2165"/>
          <ac:graphicFrameMkLst>
            <pc:docMk/>
            <pc:sldMk cId="0" sldId="278"/>
            <ac:graphicFrameMk id="8" creationId="{CED3F493-142B-92F2-C762-084E32017883}"/>
          </ac:graphicFrameMkLst>
        </pc:graphicFrameChg>
      </pc:sldChg>
      <pc:sldChg chg="delSp modSp mod">
        <pc:chgData name="Pannaros Lertchai" userId="e603b5ad-0aa8-4f83-b111-226af2a13199" providerId="ADAL" clId="{9C461479-F4F3-5015-BAF0-5BAE78F468E2}" dt="2026-01-09T14:48:04.766" v="4515" actId="20577"/>
        <pc:sldMkLst>
          <pc:docMk/>
          <pc:sldMk cId="0" sldId="279"/>
        </pc:sldMkLst>
        <pc:spChg chg="mod">
          <ac:chgData name="Pannaros Lertchai" userId="e603b5ad-0aa8-4f83-b111-226af2a13199" providerId="ADAL" clId="{9C461479-F4F3-5015-BAF0-5BAE78F468E2}" dt="2026-01-09T14:48:04.766" v="4515" actId="20577"/>
          <ac:spMkLst>
            <pc:docMk/>
            <pc:sldMk cId="0" sldId="279"/>
            <ac:spMk id="2" creationId="{00000000-0000-0000-0000-000000000000}"/>
          </ac:spMkLst>
        </pc:spChg>
        <pc:spChg chg="mod">
          <ac:chgData name="Pannaros Lertchai" userId="e603b5ad-0aa8-4f83-b111-226af2a13199" providerId="ADAL" clId="{9C461479-F4F3-5015-BAF0-5BAE78F468E2}" dt="2026-01-09T09:48:38.064" v="2590" actId="1036"/>
          <ac:spMkLst>
            <pc:docMk/>
            <pc:sldMk cId="0" sldId="279"/>
            <ac:spMk id="15" creationId="{00000000-0000-0000-0000-000000000000}"/>
          </ac:spMkLst>
        </pc:spChg>
        <pc:spChg chg="mod">
          <ac:chgData name="Pannaros Lertchai" userId="e603b5ad-0aa8-4f83-b111-226af2a13199" providerId="ADAL" clId="{9C461479-F4F3-5015-BAF0-5BAE78F468E2}" dt="2026-01-09T10:03:20.928" v="2699" actId="207"/>
          <ac:spMkLst>
            <pc:docMk/>
            <pc:sldMk cId="0" sldId="279"/>
            <ac:spMk id="16" creationId="{793C0447-559E-602F-1F7E-14A20F5A398B}"/>
          </ac:spMkLst>
        </pc:spChg>
        <pc:spChg chg="del mod">
          <ac:chgData name="Pannaros Lertchai" userId="e603b5ad-0aa8-4f83-b111-226af2a13199" providerId="ADAL" clId="{9C461479-F4F3-5015-BAF0-5BAE78F468E2}" dt="2026-01-09T10:03:18.562" v="2698" actId="478"/>
          <ac:spMkLst>
            <pc:docMk/>
            <pc:sldMk cId="0" sldId="279"/>
            <ac:spMk id="17" creationId="{B1D8D177-616D-9A95-7E6D-40AD39811FA0}"/>
          </ac:spMkLst>
        </pc:spChg>
        <pc:graphicFrameChg chg="mod modGraphic">
          <ac:chgData name="Pannaros Lertchai" userId="e603b5ad-0aa8-4f83-b111-226af2a13199" providerId="ADAL" clId="{9C461479-F4F3-5015-BAF0-5BAE78F468E2}" dt="2026-01-09T10:03:14.482" v="2697" actId="14100"/>
          <ac:graphicFrameMkLst>
            <pc:docMk/>
            <pc:sldMk cId="0" sldId="279"/>
            <ac:graphicFrameMk id="10" creationId="{6B529BF4-E1E0-C163-D83F-B1B41B9603C2}"/>
          </ac:graphicFrameMkLst>
        </pc:graphicFrameChg>
        <pc:graphicFrameChg chg="mod modGraphic">
          <ac:chgData name="Pannaros Lertchai" userId="e603b5ad-0aa8-4f83-b111-226af2a13199" providerId="ADAL" clId="{9C461479-F4F3-5015-BAF0-5BAE78F468E2}" dt="2026-01-09T09:48:27.510" v="2585" actId="14100"/>
          <ac:graphicFrameMkLst>
            <pc:docMk/>
            <pc:sldMk cId="0" sldId="279"/>
            <ac:graphicFrameMk id="25" creationId="{00000000-0000-0000-0000-000000000000}"/>
          </ac:graphicFrameMkLst>
        </pc:graphicFrameChg>
      </pc:sldChg>
      <pc:sldChg chg="addSp delSp modSp mod">
        <pc:chgData name="Pannaros Lertchai" userId="e603b5ad-0aa8-4f83-b111-226af2a13199" providerId="ADAL" clId="{9C461479-F4F3-5015-BAF0-5BAE78F468E2}" dt="2026-01-09T14:48:57.595" v="4538" actId="20577"/>
        <pc:sldMkLst>
          <pc:docMk/>
          <pc:sldMk cId="0" sldId="280"/>
        </pc:sldMkLst>
        <pc:spChg chg="mod">
          <ac:chgData name="Pannaros Lertchai" userId="e603b5ad-0aa8-4f83-b111-226af2a13199" providerId="ADAL" clId="{9C461479-F4F3-5015-BAF0-5BAE78F468E2}" dt="2026-01-09T14:48:57.595" v="4538" actId="20577"/>
          <ac:spMkLst>
            <pc:docMk/>
            <pc:sldMk cId="0" sldId="280"/>
            <ac:spMk id="2" creationId="{00000000-0000-0000-0000-000000000000}"/>
          </ac:spMkLst>
        </pc:spChg>
        <pc:spChg chg="del mod">
          <ac:chgData name="Pannaros Lertchai" userId="e603b5ad-0aa8-4f83-b111-226af2a13199" providerId="ADAL" clId="{9C461479-F4F3-5015-BAF0-5BAE78F468E2}" dt="2026-01-09T10:07:34.335" v="2759" actId="478"/>
          <ac:spMkLst>
            <pc:docMk/>
            <pc:sldMk cId="0" sldId="280"/>
            <ac:spMk id="10" creationId="{F6C2A7B0-F0E1-1328-7963-15C1D76FCEDF}"/>
          </ac:spMkLst>
        </pc:spChg>
        <pc:spChg chg="mod">
          <ac:chgData name="Pannaros Lertchai" userId="e603b5ad-0aa8-4f83-b111-226af2a13199" providerId="ADAL" clId="{9C461479-F4F3-5015-BAF0-5BAE78F468E2}" dt="2026-01-09T10:07:36.798" v="2760" actId="207"/>
          <ac:spMkLst>
            <pc:docMk/>
            <pc:sldMk cId="0" sldId="280"/>
            <ac:spMk id="11" creationId="{16CB1A74-3F91-DF0A-B81B-DD65C12B3878}"/>
          </ac:spMkLst>
        </pc:spChg>
        <pc:spChg chg="mod">
          <ac:chgData name="Pannaros Lertchai" userId="e603b5ad-0aa8-4f83-b111-226af2a13199" providerId="ADAL" clId="{9C461479-F4F3-5015-BAF0-5BAE78F468E2}" dt="2026-01-09T10:07:24.175" v="2755" actId="20577"/>
          <ac:spMkLst>
            <pc:docMk/>
            <pc:sldMk cId="0" sldId="280"/>
            <ac:spMk id="12" creationId="{00000000-0000-0000-0000-000000000000}"/>
          </ac:spMkLst>
        </pc:spChg>
        <pc:spChg chg="add del mod">
          <ac:chgData name="Pannaros Lertchai" userId="e603b5ad-0aa8-4f83-b111-226af2a13199" providerId="ADAL" clId="{9C461479-F4F3-5015-BAF0-5BAE78F468E2}" dt="2026-01-09T10:07:26.900" v="2757"/>
          <ac:spMkLst>
            <pc:docMk/>
            <pc:sldMk cId="0" sldId="280"/>
            <ac:spMk id="13" creationId="{3D3EC83F-5957-73FB-E5AD-23BB4B9DFA67}"/>
          </ac:spMkLst>
        </pc:spChg>
        <pc:graphicFrameChg chg="mod modGraphic">
          <ac:chgData name="Pannaros Lertchai" userId="e603b5ad-0aa8-4f83-b111-226af2a13199" providerId="ADAL" clId="{9C461479-F4F3-5015-BAF0-5BAE78F468E2}" dt="2026-01-09T10:07:41.917" v="2761" actId="207"/>
          <ac:graphicFrameMkLst>
            <pc:docMk/>
            <pc:sldMk cId="0" sldId="280"/>
            <ac:graphicFrameMk id="26" creationId="{00000000-0000-0000-0000-000000000000}"/>
          </ac:graphicFrameMkLst>
        </pc:graphicFrameChg>
      </pc:sldChg>
      <pc:sldChg chg="modSp mod">
        <pc:chgData name="Pannaros Lertchai" userId="e603b5ad-0aa8-4f83-b111-226af2a13199" providerId="ADAL" clId="{9C461479-F4F3-5015-BAF0-5BAE78F468E2}" dt="2026-01-09T14:49:02.690" v="4542" actId="20577"/>
        <pc:sldMkLst>
          <pc:docMk/>
          <pc:sldMk cId="0" sldId="281"/>
        </pc:sldMkLst>
        <pc:spChg chg="mod">
          <ac:chgData name="Pannaros Lertchai" userId="e603b5ad-0aa8-4f83-b111-226af2a13199" providerId="ADAL" clId="{9C461479-F4F3-5015-BAF0-5BAE78F468E2}" dt="2026-01-09T14:49:02.690" v="4542" actId="20577"/>
          <ac:spMkLst>
            <pc:docMk/>
            <pc:sldMk cId="0" sldId="281"/>
            <ac:spMk id="2" creationId="{00000000-0000-0000-0000-000000000000}"/>
          </ac:spMkLst>
        </pc:spChg>
        <pc:spChg chg="mod">
          <ac:chgData name="Pannaros Lertchai" userId="e603b5ad-0aa8-4f83-b111-226af2a13199" providerId="ADAL" clId="{9C461479-F4F3-5015-BAF0-5BAE78F468E2}" dt="2026-01-09T10:08:29.318" v="2767" actId="20577"/>
          <ac:spMkLst>
            <pc:docMk/>
            <pc:sldMk cId="0" sldId="281"/>
            <ac:spMk id="12" creationId="{00000000-0000-0000-0000-000000000000}"/>
          </ac:spMkLst>
        </pc:spChg>
        <pc:spChg chg="mod">
          <ac:chgData name="Pannaros Lertchai" userId="e603b5ad-0aa8-4f83-b111-226af2a13199" providerId="ADAL" clId="{9C461479-F4F3-5015-BAF0-5BAE78F468E2}" dt="2026-01-09T10:08:32.717" v="2768" actId="207"/>
          <ac:spMkLst>
            <pc:docMk/>
            <pc:sldMk cId="0" sldId="281"/>
            <ac:spMk id="13" creationId="{B6F0C36B-889D-4D83-9A78-98999C2B33C9}"/>
          </ac:spMkLst>
        </pc:spChg>
        <pc:graphicFrameChg chg="mod modGraphic">
          <ac:chgData name="Pannaros Lertchai" userId="e603b5ad-0aa8-4f83-b111-226af2a13199" providerId="ADAL" clId="{9C461479-F4F3-5015-BAF0-5BAE78F468E2}" dt="2026-01-09T10:08:27.338" v="2766" actId="14100"/>
          <ac:graphicFrameMkLst>
            <pc:docMk/>
            <pc:sldMk cId="0" sldId="281"/>
            <ac:graphicFrameMk id="27" creationId="{00000000-0000-0000-0000-000000000000}"/>
          </ac:graphicFrameMkLst>
        </pc:graphicFrameChg>
      </pc:sldChg>
      <pc:sldChg chg="delSp modSp mod">
        <pc:chgData name="Pannaros Lertchai" userId="e603b5ad-0aa8-4f83-b111-226af2a13199" providerId="ADAL" clId="{9C461479-F4F3-5015-BAF0-5BAE78F468E2}" dt="2026-01-09T14:50:12.496" v="4552" actId="20577"/>
        <pc:sldMkLst>
          <pc:docMk/>
          <pc:sldMk cId="0" sldId="282"/>
        </pc:sldMkLst>
        <pc:spChg chg="mod">
          <ac:chgData name="Pannaros Lertchai" userId="e603b5ad-0aa8-4f83-b111-226af2a13199" providerId="ADAL" clId="{9C461479-F4F3-5015-BAF0-5BAE78F468E2}" dt="2026-01-09T14:50:12.496" v="4552" actId="20577"/>
          <ac:spMkLst>
            <pc:docMk/>
            <pc:sldMk cId="0" sldId="282"/>
            <ac:spMk id="2" creationId="{00000000-0000-0000-0000-000000000000}"/>
          </ac:spMkLst>
        </pc:spChg>
        <pc:spChg chg="mod">
          <ac:chgData name="Pannaros Lertchai" userId="e603b5ad-0aa8-4f83-b111-226af2a13199" providerId="ADAL" clId="{9C461479-F4F3-5015-BAF0-5BAE78F468E2}" dt="2026-01-09T10:10:34.537" v="2842" actId="1076"/>
          <ac:spMkLst>
            <pc:docMk/>
            <pc:sldMk cId="0" sldId="282"/>
            <ac:spMk id="12" creationId="{00000000-0000-0000-0000-000000000000}"/>
          </ac:spMkLst>
        </pc:spChg>
        <pc:spChg chg="mod">
          <ac:chgData name="Pannaros Lertchai" userId="e603b5ad-0aa8-4f83-b111-226af2a13199" providerId="ADAL" clId="{9C461479-F4F3-5015-BAF0-5BAE78F468E2}" dt="2026-01-09T10:19:30.200" v="2913" actId="207"/>
          <ac:spMkLst>
            <pc:docMk/>
            <pc:sldMk cId="0" sldId="282"/>
            <ac:spMk id="14" creationId="{D3CB2214-069E-D64E-2E7C-A91A83A228D4}"/>
          </ac:spMkLst>
        </pc:spChg>
        <pc:spChg chg="del mod">
          <ac:chgData name="Pannaros Lertchai" userId="e603b5ad-0aa8-4f83-b111-226af2a13199" providerId="ADAL" clId="{9C461479-F4F3-5015-BAF0-5BAE78F468E2}" dt="2026-01-09T10:19:26.353" v="2912" actId="478"/>
          <ac:spMkLst>
            <pc:docMk/>
            <pc:sldMk cId="0" sldId="282"/>
            <ac:spMk id="15" creationId="{4FABFE6F-6E0C-F44F-63E8-B5BD09EA9CFC}"/>
          </ac:spMkLst>
        </pc:spChg>
        <pc:spChg chg="del mod">
          <ac:chgData name="Pannaros Lertchai" userId="e603b5ad-0aa8-4f83-b111-226af2a13199" providerId="ADAL" clId="{9C461479-F4F3-5015-BAF0-5BAE78F468E2}" dt="2026-01-09T10:10:43.161" v="2844" actId="478"/>
          <ac:spMkLst>
            <pc:docMk/>
            <pc:sldMk cId="0" sldId="282"/>
            <ac:spMk id="16" creationId="{734C9CB2-6681-031C-B190-D698621C581E}"/>
          </ac:spMkLst>
        </pc:spChg>
        <pc:graphicFrameChg chg="mod">
          <ac:chgData name="Pannaros Lertchai" userId="e603b5ad-0aa8-4f83-b111-226af2a13199" providerId="ADAL" clId="{9C461479-F4F3-5015-BAF0-5BAE78F468E2}" dt="2026-01-09T10:19:16.718" v="2910" actId="14100"/>
          <ac:graphicFrameMkLst>
            <pc:docMk/>
            <pc:sldMk cId="0" sldId="282"/>
            <ac:graphicFrameMk id="13" creationId="{596B4ED9-59DC-07EC-5BE3-FA2F29D4F753}"/>
          </ac:graphicFrameMkLst>
        </pc:graphicFrameChg>
        <pc:graphicFrameChg chg="mod modGraphic">
          <ac:chgData name="Pannaros Lertchai" userId="e603b5ad-0aa8-4f83-b111-226af2a13199" providerId="ADAL" clId="{9C461479-F4F3-5015-BAF0-5BAE78F468E2}" dt="2026-01-09T10:24:34.939" v="2932" actId="113"/>
          <ac:graphicFrameMkLst>
            <pc:docMk/>
            <pc:sldMk cId="0" sldId="282"/>
            <ac:graphicFrameMk id="28" creationId="{00000000-0000-0000-0000-000000000000}"/>
          </ac:graphicFrameMkLst>
        </pc:graphicFrameChg>
      </pc:sldChg>
      <pc:sldChg chg="delSp modSp mod">
        <pc:chgData name="Pannaros Lertchai" userId="e603b5ad-0aa8-4f83-b111-226af2a13199" providerId="ADAL" clId="{9C461479-F4F3-5015-BAF0-5BAE78F468E2}" dt="2026-01-09T14:50:20.293" v="4556" actId="20577"/>
        <pc:sldMkLst>
          <pc:docMk/>
          <pc:sldMk cId="0" sldId="283"/>
        </pc:sldMkLst>
        <pc:spChg chg="mod">
          <ac:chgData name="Pannaros Lertchai" userId="e603b5ad-0aa8-4f83-b111-226af2a13199" providerId="ADAL" clId="{9C461479-F4F3-5015-BAF0-5BAE78F468E2}" dt="2026-01-09T14:50:20.293" v="4556" actId="20577"/>
          <ac:spMkLst>
            <pc:docMk/>
            <pc:sldMk cId="0" sldId="283"/>
            <ac:spMk id="2" creationId="{00000000-0000-0000-0000-000000000000}"/>
          </ac:spMkLst>
        </pc:spChg>
        <pc:spChg chg="mod">
          <ac:chgData name="Pannaros Lertchai" userId="e603b5ad-0aa8-4f83-b111-226af2a13199" providerId="ADAL" clId="{9C461479-F4F3-5015-BAF0-5BAE78F468E2}" dt="2026-01-09T11:13:51.548" v="3100" actId="1076"/>
          <ac:spMkLst>
            <pc:docMk/>
            <pc:sldMk cId="0" sldId="283"/>
            <ac:spMk id="12" creationId="{00000000-0000-0000-0000-000000000000}"/>
          </ac:spMkLst>
        </pc:spChg>
        <pc:spChg chg="del">
          <ac:chgData name="Pannaros Lertchai" userId="e603b5ad-0aa8-4f83-b111-226af2a13199" providerId="ADAL" clId="{9C461479-F4F3-5015-BAF0-5BAE78F468E2}" dt="2026-01-09T11:13:40.118" v="3098" actId="478"/>
          <ac:spMkLst>
            <pc:docMk/>
            <pc:sldMk cId="0" sldId="283"/>
            <ac:spMk id="14" creationId="{B6F250ED-BD34-9130-DDAE-D31B6EE5EA97}"/>
          </ac:spMkLst>
        </pc:spChg>
        <pc:graphicFrameChg chg="del">
          <ac:chgData name="Pannaros Lertchai" userId="e603b5ad-0aa8-4f83-b111-226af2a13199" providerId="ADAL" clId="{9C461479-F4F3-5015-BAF0-5BAE78F468E2}" dt="2026-01-09T11:13:38.556" v="3097" actId="478"/>
          <ac:graphicFrameMkLst>
            <pc:docMk/>
            <pc:sldMk cId="0" sldId="283"/>
            <ac:graphicFrameMk id="13" creationId="{B0A29731-3234-F550-900E-12E6A3C619E2}"/>
          </ac:graphicFrameMkLst>
        </pc:graphicFrameChg>
        <pc:graphicFrameChg chg="modGraphic">
          <ac:chgData name="Pannaros Lertchai" userId="e603b5ad-0aa8-4f83-b111-226af2a13199" providerId="ADAL" clId="{9C461479-F4F3-5015-BAF0-5BAE78F468E2}" dt="2026-01-09T11:14:35.088" v="3102" actId="2165"/>
          <ac:graphicFrameMkLst>
            <pc:docMk/>
            <pc:sldMk cId="0" sldId="283"/>
            <ac:graphicFrameMk id="29" creationId="{00000000-0000-0000-0000-000000000000}"/>
          </ac:graphicFrameMkLst>
        </pc:graphicFrameChg>
      </pc:sldChg>
      <pc:sldChg chg="modSp mod">
        <pc:chgData name="Pannaros Lertchai" userId="e603b5ad-0aa8-4f83-b111-226af2a13199" providerId="ADAL" clId="{9C461479-F4F3-5015-BAF0-5BAE78F468E2}" dt="2026-01-09T14:42:03.427" v="4398" actId="20577"/>
        <pc:sldMkLst>
          <pc:docMk/>
          <pc:sldMk cId="3564725210" sldId="2147480709"/>
        </pc:sldMkLst>
        <pc:graphicFrameChg chg="mod modGraphic">
          <ac:chgData name="Pannaros Lertchai" userId="e603b5ad-0aa8-4f83-b111-226af2a13199" providerId="ADAL" clId="{9C461479-F4F3-5015-BAF0-5BAE78F468E2}" dt="2026-01-09T14:42:03.427" v="4398" actId="20577"/>
          <ac:graphicFrameMkLst>
            <pc:docMk/>
            <pc:sldMk cId="3564725210" sldId="2147480709"/>
            <ac:graphicFrameMk id="8" creationId="{DB15C663-847F-2DB8-AF20-10E7B6EC3BD3}"/>
          </ac:graphicFrameMkLst>
        </pc:graphicFrameChg>
      </pc:sldChg>
      <pc:sldChg chg="modSp mod">
        <pc:chgData name="Pannaros Lertchai" userId="e603b5ad-0aa8-4f83-b111-226af2a13199" providerId="ADAL" clId="{9C461479-F4F3-5015-BAF0-5BAE78F468E2}" dt="2026-01-09T14:42:30.442" v="4424" actId="20577"/>
        <pc:sldMkLst>
          <pc:docMk/>
          <pc:sldMk cId="3809545707" sldId="2147480710"/>
        </pc:sldMkLst>
        <pc:graphicFrameChg chg="mod modGraphic">
          <ac:chgData name="Pannaros Lertchai" userId="e603b5ad-0aa8-4f83-b111-226af2a13199" providerId="ADAL" clId="{9C461479-F4F3-5015-BAF0-5BAE78F468E2}" dt="2026-01-09T14:42:30.442" v="4424" actId="20577"/>
          <ac:graphicFrameMkLst>
            <pc:docMk/>
            <pc:sldMk cId="3809545707" sldId="2147480710"/>
            <ac:graphicFrameMk id="8" creationId="{533C2AE7-3B1E-FAC1-0DE3-82D855348CA9}"/>
          </ac:graphicFrameMkLst>
        </pc:graphicFrameChg>
      </pc:sldChg>
      <pc:sldChg chg="addSp delSp modSp mod">
        <pc:chgData name="Pannaros Lertchai" userId="e603b5ad-0aa8-4f83-b111-226af2a13199" providerId="ADAL" clId="{9C461479-F4F3-5015-BAF0-5BAE78F468E2}" dt="2026-01-09T16:48:46.853" v="4827"/>
        <pc:sldMkLst>
          <pc:docMk/>
          <pc:sldMk cId="2436066934" sldId="2147480711"/>
        </pc:sldMkLst>
        <pc:spChg chg="add mod">
          <ac:chgData name="Pannaros Lertchai" userId="e603b5ad-0aa8-4f83-b111-226af2a13199" providerId="ADAL" clId="{9C461479-F4F3-5015-BAF0-5BAE78F468E2}" dt="2026-01-09T12:06:28.115" v="3314"/>
          <ac:spMkLst>
            <pc:docMk/>
            <pc:sldMk cId="2436066934" sldId="2147480711"/>
            <ac:spMk id="7" creationId="{7D156070-A039-760B-ECC4-68925DA1F805}"/>
          </ac:spMkLst>
        </pc:spChg>
        <pc:spChg chg="add del mod">
          <ac:chgData name="Pannaros Lertchai" userId="e603b5ad-0aa8-4f83-b111-226af2a13199" providerId="ADAL" clId="{9C461479-F4F3-5015-BAF0-5BAE78F468E2}" dt="2026-01-09T14:24:10.641" v="3966"/>
          <ac:spMkLst>
            <pc:docMk/>
            <pc:sldMk cId="2436066934" sldId="2147480711"/>
            <ac:spMk id="9" creationId="{2B60B5F0-FEFA-8902-7105-D12469D92409}"/>
          </ac:spMkLst>
        </pc:spChg>
        <pc:graphicFrameChg chg="mod modGraphic">
          <ac:chgData name="Pannaros Lertchai" userId="e603b5ad-0aa8-4f83-b111-226af2a13199" providerId="ADAL" clId="{9C461479-F4F3-5015-BAF0-5BAE78F468E2}" dt="2026-01-09T16:48:46.853" v="4827"/>
          <ac:graphicFrameMkLst>
            <pc:docMk/>
            <pc:sldMk cId="2436066934" sldId="2147480711"/>
            <ac:graphicFrameMk id="8" creationId="{1B8D047B-7AFA-5ECB-941F-D5628F7BF9F0}"/>
          </ac:graphicFrameMkLst>
        </pc:graphicFrameChg>
      </pc:sldChg>
      <pc:sldChg chg="modSp mod">
        <pc:chgData name="Pannaros Lertchai" userId="e603b5ad-0aa8-4f83-b111-226af2a13199" providerId="ADAL" clId="{9C461479-F4F3-5015-BAF0-5BAE78F468E2}" dt="2026-01-09T14:33:23.317" v="4217" actId="20577"/>
        <pc:sldMkLst>
          <pc:docMk/>
          <pc:sldMk cId="0" sldId="2147480726"/>
        </pc:sldMkLst>
        <pc:spChg chg="mod">
          <ac:chgData name="Pannaros Lertchai" userId="e603b5ad-0aa8-4f83-b111-226af2a13199" providerId="ADAL" clId="{9C461479-F4F3-5015-BAF0-5BAE78F468E2}" dt="2026-01-09T14:33:23.317" v="4217" actId="20577"/>
          <ac:spMkLst>
            <pc:docMk/>
            <pc:sldMk cId="0" sldId="2147480726"/>
            <ac:spMk id="2" creationId="{00000000-0000-0000-0000-000000000000}"/>
          </ac:spMkLst>
        </pc:spChg>
        <pc:spChg chg="mod">
          <ac:chgData name="Pannaros Lertchai" userId="e603b5ad-0aa8-4f83-b111-226af2a13199" providerId="ADAL" clId="{9C461479-F4F3-5015-BAF0-5BAE78F468E2}" dt="2026-01-09T05:30:53.149" v="1759" actId="207"/>
          <ac:spMkLst>
            <pc:docMk/>
            <pc:sldMk cId="0" sldId="2147480726"/>
            <ac:spMk id="11" creationId="{AEE07F43-707B-6403-ADA5-6A20A4A39B9E}"/>
          </ac:spMkLst>
        </pc:spChg>
        <pc:spChg chg="mod">
          <ac:chgData name="Pannaros Lertchai" userId="e603b5ad-0aa8-4f83-b111-226af2a13199" providerId="ADAL" clId="{9C461479-F4F3-5015-BAF0-5BAE78F468E2}" dt="2026-01-09T05:30:50.389" v="1758" actId="1076"/>
          <ac:spMkLst>
            <pc:docMk/>
            <pc:sldMk cId="0" sldId="2147480726"/>
            <ac:spMk id="12" creationId="{00000000-0000-0000-0000-000000000000}"/>
          </ac:spMkLst>
        </pc:spChg>
        <pc:graphicFrameChg chg="modGraphic">
          <ac:chgData name="Pannaros Lertchai" userId="e603b5ad-0aa8-4f83-b111-226af2a13199" providerId="ADAL" clId="{9C461479-F4F3-5015-BAF0-5BAE78F468E2}" dt="2026-01-09T05:30:59.444" v="1760" actId="207"/>
          <ac:graphicFrameMkLst>
            <pc:docMk/>
            <pc:sldMk cId="0" sldId="2147480726"/>
            <ac:graphicFrameMk id="10" creationId="{00000000-0000-0000-0000-000000000000}"/>
          </ac:graphicFrameMkLst>
        </pc:graphicFrameChg>
      </pc:sldChg>
      <pc:sldChg chg="modSp mod">
        <pc:chgData name="Pannaros Lertchai" userId="e603b5ad-0aa8-4f83-b111-226af2a13199" providerId="ADAL" clId="{9C461479-F4F3-5015-BAF0-5BAE78F468E2}" dt="2026-01-09T14:47:40.580" v="4511" actId="20577"/>
        <pc:sldMkLst>
          <pc:docMk/>
          <pc:sldMk cId="0" sldId="2147480727"/>
        </pc:sldMkLst>
        <pc:spChg chg="mod">
          <ac:chgData name="Pannaros Lertchai" userId="e603b5ad-0aa8-4f83-b111-226af2a13199" providerId="ADAL" clId="{9C461479-F4F3-5015-BAF0-5BAE78F468E2}" dt="2026-01-09T14:47:40.580" v="4511" actId="20577"/>
          <ac:spMkLst>
            <pc:docMk/>
            <pc:sldMk cId="0" sldId="2147480727"/>
            <ac:spMk id="2" creationId="{00000000-0000-0000-0000-000000000000}"/>
          </ac:spMkLst>
        </pc:spChg>
        <pc:spChg chg="mod">
          <ac:chgData name="Pannaros Lertchai" userId="e603b5ad-0aa8-4f83-b111-226af2a13199" providerId="ADAL" clId="{9C461479-F4F3-5015-BAF0-5BAE78F468E2}" dt="2026-01-09T09:35:15.916" v="2581" actId="207"/>
          <ac:spMkLst>
            <pc:docMk/>
            <pc:sldMk cId="0" sldId="2147480727"/>
            <ac:spMk id="10" creationId="{F9D63EB1-CA4B-2D99-CC5B-3136773A9721}"/>
          </ac:spMkLst>
        </pc:spChg>
        <pc:spChg chg="mod">
          <ac:chgData name="Pannaros Lertchai" userId="e603b5ad-0aa8-4f83-b111-226af2a13199" providerId="ADAL" clId="{9C461479-F4F3-5015-BAF0-5BAE78F468E2}" dt="2026-01-09T09:35:09.454" v="2580" actId="20577"/>
          <ac:spMkLst>
            <pc:docMk/>
            <pc:sldMk cId="0" sldId="2147480727"/>
            <ac:spMk id="12" creationId="{00000000-0000-0000-0000-000000000000}"/>
          </ac:spMkLst>
        </pc:spChg>
        <pc:graphicFrameChg chg="mod modGraphic">
          <ac:chgData name="Pannaros Lertchai" userId="e603b5ad-0aa8-4f83-b111-226af2a13199" providerId="ADAL" clId="{9C461479-F4F3-5015-BAF0-5BAE78F468E2}" dt="2026-01-09T09:35:07.255" v="2579" actId="14100"/>
          <ac:graphicFrameMkLst>
            <pc:docMk/>
            <pc:sldMk cId="0" sldId="2147480727"/>
            <ac:graphicFrameMk id="24" creationId="{00000000-0000-0000-0000-000000000000}"/>
          </ac:graphicFrameMkLst>
        </pc:graphicFrameChg>
      </pc:sldChg>
      <pc:sldChg chg="del">
        <pc:chgData name="Pannaros Lertchai" userId="e603b5ad-0aa8-4f83-b111-226af2a13199" providerId="ADAL" clId="{9C461479-F4F3-5015-BAF0-5BAE78F468E2}" dt="2026-01-09T14:59:46.661" v="4648" actId="2696"/>
        <pc:sldMkLst>
          <pc:docMk/>
          <pc:sldMk cId="0" sldId="2147480728"/>
        </pc:sldMkLst>
      </pc:sldChg>
      <pc:sldChg chg="delSp modSp mod">
        <pc:chgData name="Pannaros Lertchai" userId="e603b5ad-0aa8-4f83-b111-226af2a13199" providerId="ADAL" clId="{9C461479-F4F3-5015-BAF0-5BAE78F468E2}" dt="2026-01-09T14:52:36.129" v="4560" actId="20577"/>
        <pc:sldMkLst>
          <pc:docMk/>
          <pc:sldMk cId="0" sldId="2147480729"/>
        </pc:sldMkLst>
        <pc:spChg chg="mod">
          <ac:chgData name="Pannaros Lertchai" userId="e603b5ad-0aa8-4f83-b111-226af2a13199" providerId="ADAL" clId="{9C461479-F4F3-5015-BAF0-5BAE78F468E2}" dt="2026-01-09T14:52:36.129" v="4560" actId="20577"/>
          <ac:spMkLst>
            <pc:docMk/>
            <pc:sldMk cId="0" sldId="2147480729"/>
            <ac:spMk id="2" creationId="{00000000-0000-0000-0000-000000000000}"/>
          </ac:spMkLst>
        </pc:spChg>
        <pc:spChg chg="mod">
          <ac:chgData name="Pannaros Lertchai" userId="e603b5ad-0aa8-4f83-b111-226af2a13199" providerId="ADAL" clId="{9C461479-F4F3-5015-BAF0-5BAE78F468E2}" dt="2026-01-09T10:26:02.372" v="2963" actId="1076"/>
          <ac:spMkLst>
            <pc:docMk/>
            <pc:sldMk cId="0" sldId="2147480729"/>
            <ac:spMk id="12" creationId="{00000000-0000-0000-0000-000000000000}"/>
          </ac:spMkLst>
        </pc:spChg>
        <pc:spChg chg="del">
          <ac:chgData name="Pannaros Lertchai" userId="e603b5ad-0aa8-4f83-b111-226af2a13199" providerId="ADAL" clId="{9C461479-F4F3-5015-BAF0-5BAE78F468E2}" dt="2026-01-09T10:22:26.558" v="2924" actId="478"/>
          <ac:spMkLst>
            <pc:docMk/>
            <pc:sldMk cId="0" sldId="2147480729"/>
            <ac:spMk id="14" creationId="{DBFDEC78-8AA8-2848-B0C7-D6C7D4C0E7AE}"/>
          </ac:spMkLst>
        </pc:spChg>
        <pc:spChg chg="mod">
          <ac:chgData name="Pannaros Lertchai" userId="e603b5ad-0aa8-4f83-b111-226af2a13199" providerId="ADAL" clId="{9C461479-F4F3-5015-BAF0-5BAE78F468E2}" dt="2026-01-09T10:21:16.314" v="2916" actId="207"/>
          <ac:spMkLst>
            <pc:docMk/>
            <pc:sldMk cId="0" sldId="2147480729"/>
            <ac:spMk id="15" creationId="{37BBED5C-3837-BA5E-6F37-ECA80910BC69}"/>
          </ac:spMkLst>
        </pc:spChg>
        <pc:spChg chg="del mod">
          <ac:chgData name="Pannaros Lertchai" userId="e603b5ad-0aa8-4f83-b111-226af2a13199" providerId="ADAL" clId="{9C461479-F4F3-5015-BAF0-5BAE78F468E2}" dt="2026-01-09T10:25:49.234" v="2959" actId="478"/>
          <ac:spMkLst>
            <pc:docMk/>
            <pc:sldMk cId="0" sldId="2147480729"/>
            <ac:spMk id="16" creationId="{6538D6B7-26F8-82E8-44FA-6113A2B4B535}"/>
          </ac:spMkLst>
        </pc:spChg>
        <pc:graphicFrameChg chg="mod modGraphic">
          <ac:chgData name="Pannaros Lertchai" userId="e603b5ad-0aa8-4f83-b111-226af2a13199" providerId="ADAL" clId="{9C461479-F4F3-5015-BAF0-5BAE78F468E2}" dt="2026-01-09T10:25:54.959" v="2961" actId="207"/>
          <ac:graphicFrameMkLst>
            <pc:docMk/>
            <pc:sldMk cId="0" sldId="2147480729"/>
            <ac:graphicFrameMk id="10" creationId="{00000000-0000-0000-0000-000000000000}"/>
          </ac:graphicFrameMkLst>
        </pc:graphicFrameChg>
        <pc:graphicFrameChg chg="del">
          <ac:chgData name="Pannaros Lertchai" userId="e603b5ad-0aa8-4f83-b111-226af2a13199" providerId="ADAL" clId="{9C461479-F4F3-5015-BAF0-5BAE78F468E2}" dt="2026-01-09T10:22:04.646" v="2918" actId="478"/>
          <ac:graphicFrameMkLst>
            <pc:docMk/>
            <pc:sldMk cId="0" sldId="2147480729"/>
            <ac:graphicFrameMk id="13" creationId="{445A8A46-74F8-0398-5B73-01D98EBEEDA4}"/>
          </ac:graphicFrameMkLst>
        </pc:graphicFrameChg>
      </pc:sldChg>
      <pc:sldChg chg="delSp modSp mod">
        <pc:chgData name="Pannaros Lertchai" userId="e603b5ad-0aa8-4f83-b111-226af2a13199" providerId="ADAL" clId="{9C461479-F4F3-5015-BAF0-5BAE78F468E2}" dt="2026-01-09T14:52:41.601" v="4564" actId="20577"/>
        <pc:sldMkLst>
          <pc:docMk/>
          <pc:sldMk cId="0" sldId="2147480730"/>
        </pc:sldMkLst>
        <pc:spChg chg="mod">
          <ac:chgData name="Pannaros Lertchai" userId="e603b5ad-0aa8-4f83-b111-226af2a13199" providerId="ADAL" clId="{9C461479-F4F3-5015-BAF0-5BAE78F468E2}" dt="2026-01-09T14:52:41.601" v="4564" actId="20577"/>
          <ac:spMkLst>
            <pc:docMk/>
            <pc:sldMk cId="0" sldId="2147480730"/>
            <ac:spMk id="2" creationId="{00000000-0000-0000-0000-000000000000}"/>
          </ac:spMkLst>
        </pc:spChg>
        <pc:spChg chg="mod">
          <ac:chgData name="Pannaros Lertchai" userId="e603b5ad-0aa8-4f83-b111-226af2a13199" providerId="ADAL" clId="{9C461479-F4F3-5015-BAF0-5BAE78F468E2}" dt="2026-01-09T10:29:18.759" v="2966" actId="20577"/>
          <ac:spMkLst>
            <pc:docMk/>
            <pc:sldMk cId="0" sldId="2147480730"/>
            <ac:spMk id="12" creationId="{00000000-0000-0000-0000-000000000000}"/>
          </ac:spMkLst>
        </pc:spChg>
        <pc:spChg chg="del mod">
          <ac:chgData name="Pannaros Lertchai" userId="e603b5ad-0aa8-4f83-b111-226af2a13199" providerId="ADAL" clId="{9C461479-F4F3-5015-BAF0-5BAE78F468E2}" dt="2026-01-09T10:33:23.754" v="3008" actId="478"/>
          <ac:spMkLst>
            <pc:docMk/>
            <pc:sldMk cId="0" sldId="2147480730"/>
            <ac:spMk id="13" creationId="{29F204A5-1324-F983-79D2-23012E8344F4}"/>
          </ac:spMkLst>
        </pc:spChg>
        <pc:spChg chg="del">
          <ac:chgData name="Pannaros Lertchai" userId="e603b5ad-0aa8-4f83-b111-226af2a13199" providerId="ADAL" clId="{9C461479-F4F3-5015-BAF0-5BAE78F468E2}" dt="2026-01-09T10:29:28.812" v="2969" actId="478"/>
          <ac:spMkLst>
            <pc:docMk/>
            <pc:sldMk cId="0" sldId="2147480730"/>
            <ac:spMk id="18" creationId="{1387DF22-FE66-B43B-B219-E590F875F4F7}"/>
          </ac:spMkLst>
        </pc:spChg>
        <pc:spChg chg="mod">
          <ac:chgData name="Pannaros Lertchai" userId="e603b5ad-0aa8-4f83-b111-226af2a13199" providerId="ADAL" clId="{9C461479-F4F3-5015-BAF0-5BAE78F468E2}" dt="2026-01-09T10:33:29.819" v="3010" actId="207"/>
          <ac:spMkLst>
            <pc:docMk/>
            <pc:sldMk cId="0" sldId="2147480730"/>
            <ac:spMk id="19" creationId="{96F385FA-A979-8E35-5789-ADC0C61DC6EB}"/>
          </ac:spMkLst>
        </pc:spChg>
        <pc:spChg chg="del">
          <ac:chgData name="Pannaros Lertchai" userId="e603b5ad-0aa8-4f83-b111-226af2a13199" providerId="ADAL" clId="{9C461479-F4F3-5015-BAF0-5BAE78F468E2}" dt="2026-01-09T10:29:26.860" v="2968" actId="478"/>
          <ac:spMkLst>
            <pc:docMk/>
            <pc:sldMk cId="0" sldId="2147480730"/>
            <ac:spMk id="20" creationId="{9E78EF3A-1868-C3AC-6F17-86134BFDDCD5}"/>
          </ac:spMkLst>
        </pc:spChg>
        <pc:grpChg chg="del">
          <ac:chgData name="Pannaros Lertchai" userId="e603b5ad-0aa8-4f83-b111-226af2a13199" providerId="ADAL" clId="{9C461479-F4F3-5015-BAF0-5BAE78F468E2}" dt="2026-01-09T10:29:31.938" v="2970" actId="478"/>
          <ac:grpSpMkLst>
            <pc:docMk/>
            <pc:sldMk cId="0" sldId="2147480730"/>
            <ac:grpSpMk id="14" creationId="{0ED33D1B-7865-8D05-2109-0D3CC2DE4331}"/>
          </ac:grpSpMkLst>
        </pc:grpChg>
        <pc:graphicFrameChg chg="mod modGraphic">
          <ac:chgData name="Pannaros Lertchai" userId="e603b5ad-0aa8-4f83-b111-226af2a13199" providerId="ADAL" clId="{9C461479-F4F3-5015-BAF0-5BAE78F468E2}" dt="2026-01-09T10:33:26.060" v="3009" actId="14100"/>
          <ac:graphicFrameMkLst>
            <pc:docMk/>
            <pc:sldMk cId="0" sldId="2147480730"/>
            <ac:graphicFrameMk id="10" creationId="{00000000-0000-0000-0000-000000000000}"/>
          </ac:graphicFrameMkLst>
        </pc:graphicFrameChg>
        <pc:graphicFrameChg chg="mod modGraphic">
          <ac:chgData name="Pannaros Lertchai" userId="e603b5ad-0aa8-4f83-b111-226af2a13199" providerId="ADAL" clId="{9C461479-F4F3-5015-BAF0-5BAE78F468E2}" dt="2026-01-09T10:29:48.087" v="2975" actId="14734"/>
          <ac:graphicFrameMkLst>
            <pc:docMk/>
            <pc:sldMk cId="0" sldId="2147480730"/>
            <ac:graphicFrameMk id="11" creationId="{00000000-0000-0000-0000-000000000000}"/>
          </ac:graphicFrameMkLst>
        </pc:graphicFrameChg>
        <pc:graphicFrameChg chg="del">
          <ac:chgData name="Pannaros Lertchai" userId="e603b5ad-0aa8-4f83-b111-226af2a13199" providerId="ADAL" clId="{9C461479-F4F3-5015-BAF0-5BAE78F468E2}" dt="2026-01-09T10:29:25.133" v="2967" actId="478"/>
          <ac:graphicFrameMkLst>
            <pc:docMk/>
            <pc:sldMk cId="0" sldId="2147480730"/>
            <ac:graphicFrameMk id="17" creationId="{80160571-6988-39D3-1C4D-3AC3D8E93376}"/>
          </ac:graphicFrameMkLst>
        </pc:graphicFrameChg>
      </pc:sldChg>
      <pc:sldChg chg="delSp modSp mod">
        <pc:chgData name="Pannaros Lertchai" userId="e603b5ad-0aa8-4f83-b111-226af2a13199" providerId="ADAL" clId="{9C461479-F4F3-5015-BAF0-5BAE78F468E2}" dt="2026-01-09T14:52:55.350" v="4568" actId="20577"/>
        <pc:sldMkLst>
          <pc:docMk/>
          <pc:sldMk cId="0" sldId="2147480731"/>
        </pc:sldMkLst>
        <pc:spChg chg="mod">
          <ac:chgData name="Pannaros Lertchai" userId="e603b5ad-0aa8-4f83-b111-226af2a13199" providerId="ADAL" clId="{9C461479-F4F3-5015-BAF0-5BAE78F468E2}" dt="2026-01-09T14:52:55.350" v="4568" actId="20577"/>
          <ac:spMkLst>
            <pc:docMk/>
            <pc:sldMk cId="0" sldId="2147480731"/>
            <ac:spMk id="2" creationId="{00000000-0000-0000-0000-000000000000}"/>
          </ac:spMkLst>
        </pc:spChg>
        <pc:spChg chg="mod">
          <ac:chgData name="Pannaros Lertchai" userId="e603b5ad-0aa8-4f83-b111-226af2a13199" providerId="ADAL" clId="{9C461479-F4F3-5015-BAF0-5BAE78F468E2}" dt="2026-01-09T10:41:54.695" v="3059" actId="1076"/>
          <ac:spMkLst>
            <pc:docMk/>
            <pc:sldMk cId="0" sldId="2147480731"/>
            <ac:spMk id="12" creationId="{00000000-0000-0000-0000-000000000000}"/>
          </ac:spMkLst>
        </pc:spChg>
        <pc:spChg chg="del">
          <ac:chgData name="Pannaros Lertchai" userId="e603b5ad-0aa8-4f83-b111-226af2a13199" providerId="ADAL" clId="{9C461479-F4F3-5015-BAF0-5BAE78F468E2}" dt="2026-01-09T10:35:36.984" v="3014" actId="478"/>
          <ac:spMkLst>
            <pc:docMk/>
            <pc:sldMk cId="0" sldId="2147480731"/>
            <ac:spMk id="17" creationId="{B740386E-1776-E0C4-BBA4-D079FC0E3F4C}"/>
          </ac:spMkLst>
        </pc:spChg>
        <pc:spChg chg="del">
          <ac:chgData name="Pannaros Lertchai" userId="e603b5ad-0aa8-4f83-b111-226af2a13199" providerId="ADAL" clId="{9C461479-F4F3-5015-BAF0-5BAE78F468E2}" dt="2026-01-09T10:35:36.984" v="3014" actId="478"/>
          <ac:spMkLst>
            <pc:docMk/>
            <pc:sldMk cId="0" sldId="2147480731"/>
            <ac:spMk id="18" creationId="{4087EDCB-9E93-9AB1-D479-FE941135BEB3}"/>
          </ac:spMkLst>
        </pc:spChg>
        <pc:spChg chg="del mod">
          <ac:chgData name="Pannaros Lertchai" userId="e603b5ad-0aa8-4f83-b111-226af2a13199" providerId="ADAL" clId="{9C461479-F4F3-5015-BAF0-5BAE78F468E2}" dt="2026-01-09T10:41:49.303" v="3058" actId="478"/>
          <ac:spMkLst>
            <pc:docMk/>
            <pc:sldMk cId="0" sldId="2147480731"/>
            <ac:spMk id="19" creationId="{D78816C4-A5E2-7ACA-DC54-7B81610C77A2}"/>
          </ac:spMkLst>
        </pc:spChg>
        <pc:spChg chg="mod">
          <ac:chgData name="Pannaros Lertchai" userId="e603b5ad-0aa8-4f83-b111-226af2a13199" providerId="ADAL" clId="{9C461479-F4F3-5015-BAF0-5BAE78F468E2}" dt="2026-01-09T10:40:20.066" v="3048" actId="207"/>
          <ac:spMkLst>
            <pc:docMk/>
            <pc:sldMk cId="0" sldId="2147480731"/>
            <ac:spMk id="20" creationId="{CA0630D2-5643-2B1F-1EC4-E3D0C679C4AD}"/>
          </ac:spMkLst>
        </pc:spChg>
        <pc:grpChg chg="del">
          <ac:chgData name="Pannaros Lertchai" userId="e603b5ad-0aa8-4f83-b111-226af2a13199" providerId="ADAL" clId="{9C461479-F4F3-5015-BAF0-5BAE78F468E2}" dt="2026-01-09T10:35:36.984" v="3014" actId="478"/>
          <ac:grpSpMkLst>
            <pc:docMk/>
            <pc:sldMk cId="0" sldId="2147480731"/>
            <ac:grpSpMk id="13" creationId="{50F97F99-CE12-B554-7CBC-8A9282A094C5}"/>
          </ac:grpSpMkLst>
        </pc:grpChg>
        <pc:graphicFrameChg chg="mod modGraphic">
          <ac:chgData name="Pannaros Lertchai" userId="e603b5ad-0aa8-4f83-b111-226af2a13199" providerId="ADAL" clId="{9C461479-F4F3-5015-BAF0-5BAE78F468E2}" dt="2026-01-09T10:40:05.044" v="3046" actId="113"/>
          <ac:graphicFrameMkLst>
            <pc:docMk/>
            <pc:sldMk cId="0" sldId="2147480731"/>
            <ac:graphicFrameMk id="10" creationId="{00000000-0000-0000-0000-000000000000}"/>
          </ac:graphicFrameMkLst>
        </pc:graphicFrameChg>
        <pc:graphicFrameChg chg="mod modGraphic">
          <ac:chgData name="Pannaros Lertchai" userId="e603b5ad-0aa8-4f83-b111-226af2a13199" providerId="ADAL" clId="{9C461479-F4F3-5015-BAF0-5BAE78F468E2}" dt="2026-01-09T10:40:14.713" v="3047" actId="14734"/>
          <ac:graphicFrameMkLst>
            <pc:docMk/>
            <pc:sldMk cId="0" sldId="2147480731"/>
            <ac:graphicFrameMk id="11" creationId="{00000000-0000-0000-0000-000000000000}"/>
          </ac:graphicFrameMkLst>
        </pc:graphicFrameChg>
        <pc:graphicFrameChg chg="del">
          <ac:chgData name="Pannaros Lertchai" userId="e603b5ad-0aa8-4f83-b111-226af2a13199" providerId="ADAL" clId="{9C461479-F4F3-5015-BAF0-5BAE78F468E2}" dt="2026-01-09T10:35:36.984" v="3014" actId="478"/>
          <ac:graphicFrameMkLst>
            <pc:docMk/>
            <pc:sldMk cId="0" sldId="2147480731"/>
            <ac:graphicFrameMk id="16" creationId="{B9814B34-CE43-752B-AC98-168C293CF889}"/>
          </ac:graphicFrameMkLst>
        </pc:graphicFrameChg>
      </pc:sldChg>
      <pc:sldChg chg="addSp delSp modSp del mod">
        <pc:chgData name="Pannaros Lertchai" userId="e603b5ad-0aa8-4f83-b111-226af2a13199" providerId="ADAL" clId="{9C461479-F4F3-5015-BAF0-5BAE78F468E2}" dt="2026-01-09T12:14:36.485" v="3324" actId="2696"/>
        <pc:sldMkLst>
          <pc:docMk/>
          <pc:sldMk cId="0" sldId="2147480732"/>
        </pc:sldMkLst>
        <pc:spChg chg="mod">
          <ac:chgData name="Pannaros Lertchai" userId="e603b5ad-0aa8-4f83-b111-226af2a13199" providerId="ADAL" clId="{9C461479-F4F3-5015-BAF0-5BAE78F468E2}" dt="2026-01-09T11:05:42.495" v="3069" actId="20577"/>
          <ac:spMkLst>
            <pc:docMk/>
            <pc:sldMk cId="0" sldId="2147480732"/>
            <ac:spMk id="12" creationId="{00000000-0000-0000-0000-000000000000}"/>
          </ac:spMkLst>
        </pc:spChg>
        <pc:spChg chg="del">
          <ac:chgData name="Pannaros Lertchai" userId="e603b5ad-0aa8-4f83-b111-226af2a13199" providerId="ADAL" clId="{9C461479-F4F3-5015-BAF0-5BAE78F468E2}" dt="2026-01-09T11:05:18.567" v="3066" actId="478"/>
          <ac:spMkLst>
            <pc:docMk/>
            <pc:sldMk cId="0" sldId="2147480732"/>
            <ac:spMk id="14" creationId="{05DA6C03-1B34-6273-F3CB-34C3776C1AB3}"/>
          </ac:spMkLst>
        </pc:spChg>
        <pc:spChg chg="add del mod">
          <ac:chgData name="Pannaros Lertchai" userId="e603b5ad-0aa8-4f83-b111-226af2a13199" providerId="ADAL" clId="{9C461479-F4F3-5015-BAF0-5BAE78F468E2}" dt="2026-01-09T11:04:31.721" v="3062"/>
          <ac:spMkLst>
            <pc:docMk/>
            <pc:sldMk cId="0" sldId="2147480732"/>
            <ac:spMk id="15" creationId="{22ED0BA5-03D6-7946-88E9-72F05E624D53}"/>
          </ac:spMkLst>
        </pc:spChg>
        <pc:spChg chg="mod">
          <ac:chgData name="Pannaros Lertchai" userId="e603b5ad-0aa8-4f83-b111-226af2a13199" providerId="ADAL" clId="{9C461479-F4F3-5015-BAF0-5BAE78F468E2}" dt="2026-01-09T11:05:49.010" v="3070" actId="207"/>
          <ac:spMkLst>
            <pc:docMk/>
            <pc:sldMk cId="0" sldId="2147480732"/>
            <ac:spMk id="17" creationId="{AD9AE5EF-02F8-E4FE-56E5-04C80F0D405E}"/>
          </ac:spMkLst>
        </pc:spChg>
        <pc:graphicFrameChg chg="mod modGraphic">
          <ac:chgData name="Pannaros Lertchai" userId="e603b5ad-0aa8-4f83-b111-226af2a13199" providerId="ADAL" clId="{9C461479-F4F3-5015-BAF0-5BAE78F468E2}" dt="2026-01-09T11:05:32.169" v="3068"/>
          <ac:graphicFrameMkLst>
            <pc:docMk/>
            <pc:sldMk cId="0" sldId="2147480732"/>
            <ac:graphicFrameMk id="10" creationId="{00000000-0000-0000-0000-000000000000}"/>
          </ac:graphicFrameMkLst>
        </pc:graphicFrameChg>
        <pc:graphicFrameChg chg="del">
          <ac:chgData name="Pannaros Lertchai" userId="e603b5ad-0aa8-4f83-b111-226af2a13199" providerId="ADAL" clId="{9C461479-F4F3-5015-BAF0-5BAE78F468E2}" dt="2026-01-09T11:05:17.336" v="3065" actId="478"/>
          <ac:graphicFrameMkLst>
            <pc:docMk/>
            <pc:sldMk cId="0" sldId="2147480732"/>
            <ac:graphicFrameMk id="13" creationId="{01E13CD1-61A0-4468-41FB-F2B90A3B7392}"/>
          </ac:graphicFrameMkLst>
        </pc:graphicFrameChg>
      </pc:sldChg>
      <pc:sldChg chg="modSp mod">
        <pc:chgData name="Pannaros Lertchai" userId="e603b5ad-0aa8-4f83-b111-226af2a13199" providerId="ADAL" clId="{9C461479-F4F3-5015-BAF0-5BAE78F468E2}" dt="2026-01-09T14:53:19.963" v="4580" actId="20577"/>
        <pc:sldMkLst>
          <pc:docMk/>
          <pc:sldMk cId="0" sldId="2147480733"/>
        </pc:sldMkLst>
        <pc:spChg chg="mod">
          <ac:chgData name="Pannaros Lertchai" userId="e603b5ad-0aa8-4f83-b111-226af2a13199" providerId="ADAL" clId="{9C461479-F4F3-5015-BAF0-5BAE78F468E2}" dt="2026-01-09T14:53:19.963" v="4580" actId="20577"/>
          <ac:spMkLst>
            <pc:docMk/>
            <pc:sldMk cId="0" sldId="2147480733"/>
            <ac:spMk id="2" creationId="{00000000-0000-0000-0000-000000000000}"/>
          </ac:spMkLst>
        </pc:spChg>
        <pc:spChg chg="mod">
          <ac:chgData name="Pannaros Lertchai" userId="e603b5ad-0aa8-4f83-b111-226af2a13199" providerId="ADAL" clId="{9C461479-F4F3-5015-BAF0-5BAE78F468E2}" dt="2026-01-09T11:06:08.229" v="3072" actId="1076"/>
          <ac:spMkLst>
            <pc:docMk/>
            <pc:sldMk cId="0" sldId="2147480733"/>
            <ac:spMk id="17" creationId="{A92E756F-7235-FC72-5775-A7FA17AFB50B}"/>
          </ac:spMkLst>
        </pc:spChg>
        <pc:graphicFrameChg chg="mod modGraphic">
          <ac:chgData name="Pannaros Lertchai" userId="e603b5ad-0aa8-4f83-b111-226af2a13199" providerId="ADAL" clId="{9C461479-F4F3-5015-BAF0-5BAE78F468E2}" dt="2026-01-09T11:09:53.529" v="3095" actId="14100"/>
          <ac:graphicFrameMkLst>
            <pc:docMk/>
            <pc:sldMk cId="0" sldId="2147480733"/>
            <ac:graphicFrameMk id="10" creationId="{00000000-0000-0000-0000-000000000000}"/>
          </ac:graphicFrameMkLst>
        </pc:graphicFrameChg>
      </pc:sldChg>
      <pc:sldChg chg="modSp mod">
        <pc:chgData name="Pannaros Lertchai" userId="e603b5ad-0aa8-4f83-b111-226af2a13199" providerId="ADAL" clId="{9C461479-F4F3-5015-BAF0-5BAE78F468E2}" dt="2026-01-09T14:53:25.657" v="4584" actId="20577"/>
        <pc:sldMkLst>
          <pc:docMk/>
          <pc:sldMk cId="0" sldId="2147480734"/>
        </pc:sldMkLst>
        <pc:spChg chg="mod">
          <ac:chgData name="Pannaros Lertchai" userId="e603b5ad-0aa8-4f83-b111-226af2a13199" providerId="ADAL" clId="{9C461479-F4F3-5015-BAF0-5BAE78F468E2}" dt="2026-01-09T14:53:25.657" v="4584" actId="20577"/>
          <ac:spMkLst>
            <pc:docMk/>
            <pc:sldMk cId="0" sldId="2147480734"/>
            <ac:spMk id="2" creationId="{00000000-0000-0000-0000-000000000000}"/>
          </ac:spMkLst>
        </pc:spChg>
        <pc:graphicFrameChg chg="modGraphic">
          <ac:chgData name="Pannaros Lertchai" userId="e603b5ad-0aa8-4f83-b111-226af2a13199" providerId="ADAL" clId="{9C461479-F4F3-5015-BAF0-5BAE78F468E2}" dt="2026-01-09T11:11:01.985" v="3096" actId="207"/>
          <ac:graphicFrameMkLst>
            <pc:docMk/>
            <pc:sldMk cId="0" sldId="2147480734"/>
            <ac:graphicFrameMk id="10" creationId="{00000000-0000-0000-0000-000000000000}"/>
          </ac:graphicFrameMkLst>
        </pc:graphicFrameChg>
      </pc:sldChg>
      <pc:sldChg chg="modSp mod">
        <pc:chgData name="Pannaros Lertchai" userId="e603b5ad-0aa8-4f83-b111-226af2a13199" providerId="ADAL" clId="{9C461479-F4F3-5015-BAF0-5BAE78F468E2}" dt="2026-01-09T14:53:30.039" v="4588" actId="20577"/>
        <pc:sldMkLst>
          <pc:docMk/>
          <pc:sldMk cId="0" sldId="2147480735"/>
        </pc:sldMkLst>
        <pc:spChg chg="mod">
          <ac:chgData name="Pannaros Lertchai" userId="e603b5ad-0aa8-4f83-b111-226af2a13199" providerId="ADAL" clId="{9C461479-F4F3-5015-BAF0-5BAE78F468E2}" dt="2026-01-09T14:53:30.039" v="4588" actId="20577"/>
          <ac:spMkLst>
            <pc:docMk/>
            <pc:sldMk cId="0" sldId="2147480735"/>
            <ac:spMk id="2" creationId="{00000000-0000-0000-0000-000000000000}"/>
          </ac:spMkLst>
        </pc:spChg>
      </pc:sldChg>
      <pc:sldChg chg="modSp mod">
        <pc:chgData name="Pannaros Lertchai" userId="e603b5ad-0aa8-4f83-b111-226af2a13199" providerId="ADAL" clId="{9C461479-F4F3-5015-BAF0-5BAE78F468E2}" dt="2026-01-09T14:53:36.789" v="4592" actId="20577"/>
        <pc:sldMkLst>
          <pc:docMk/>
          <pc:sldMk cId="0" sldId="2147480736"/>
        </pc:sldMkLst>
        <pc:spChg chg="mod">
          <ac:chgData name="Pannaros Lertchai" userId="e603b5ad-0aa8-4f83-b111-226af2a13199" providerId="ADAL" clId="{9C461479-F4F3-5015-BAF0-5BAE78F468E2}" dt="2026-01-09T14:53:36.789" v="4592" actId="20577"/>
          <ac:spMkLst>
            <pc:docMk/>
            <pc:sldMk cId="0" sldId="2147480736"/>
            <ac:spMk id="2" creationId="{00000000-0000-0000-0000-000000000000}"/>
          </ac:spMkLst>
        </pc:spChg>
      </pc:sldChg>
      <pc:sldChg chg="modSp mod">
        <pc:chgData name="Pannaros Lertchai" userId="e603b5ad-0aa8-4f83-b111-226af2a13199" providerId="ADAL" clId="{9C461479-F4F3-5015-BAF0-5BAE78F468E2}" dt="2026-01-09T14:53:41.486" v="4596" actId="20577"/>
        <pc:sldMkLst>
          <pc:docMk/>
          <pc:sldMk cId="0" sldId="2147480737"/>
        </pc:sldMkLst>
        <pc:spChg chg="mod">
          <ac:chgData name="Pannaros Lertchai" userId="e603b5ad-0aa8-4f83-b111-226af2a13199" providerId="ADAL" clId="{9C461479-F4F3-5015-BAF0-5BAE78F468E2}" dt="2026-01-09T14:53:41.486" v="4596" actId="20577"/>
          <ac:spMkLst>
            <pc:docMk/>
            <pc:sldMk cId="0" sldId="2147480737"/>
            <ac:spMk id="2" creationId="{00000000-0000-0000-0000-000000000000}"/>
          </ac:spMkLst>
        </pc:spChg>
      </pc:sldChg>
      <pc:sldChg chg="modSp mod">
        <pc:chgData name="Pannaros Lertchai" userId="e603b5ad-0aa8-4f83-b111-226af2a13199" providerId="ADAL" clId="{9C461479-F4F3-5015-BAF0-5BAE78F468E2}" dt="2026-01-09T14:53:50.426" v="4600" actId="20577"/>
        <pc:sldMkLst>
          <pc:docMk/>
          <pc:sldMk cId="0" sldId="2147480738"/>
        </pc:sldMkLst>
        <pc:spChg chg="mod">
          <ac:chgData name="Pannaros Lertchai" userId="e603b5ad-0aa8-4f83-b111-226af2a13199" providerId="ADAL" clId="{9C461479-F4F3-5015-BAF0-5BAE78F468E2}" dt="2026-01-09T14:53:50.426" v="4600" actId="20577"/>
          <ac:spMkLst>
            <pc:docMk/>
            <pc:sldMk cId="0" sldId="2147480738"/>
            <ac:spMk id="2" creationId="{00000000-0000-0000-0000-000000000000}"/>
          </ac:spMkLst>
        </pc:spChg>
      </pc:sldChg>
      <pc:sldChg chg="modSp mod">
        <pc:chgData name="Pannaros Lertchai" userId="e603b5ad-0aa8-4f83-b111-226af2a13199" providerId="ADAL" clId="{9C461479-F4F3-5015-BAF0-5BAE78F468E2}" dt="2026-01-09T14:53:57.938" v="4604" actId="20577"/>
        <pc:sldMkLst>
          <pc:docMk/>
          <pc:sldMk cId="0" sldId="2147480739"/>
        </pc:sldMkLst>
        <pc:spChg chg="mod">
          <ac:chgData name="Pannaros Lertchai" userId="e603b5ad-0aa8-4f83-b111-226af2a13199" providerId="ADAL" clId="{9C461479-F4F3-5015-BAF0-5BAE78F468E2}" dt="2026-01-09T14:53:57.938" v="4604" actId="20577"/>
          <ac:spMkLst>
            <pc:docMk/>
            <pc:sldMk cId="0" sldId="2147480739"/>
            <ac:spMk id="2" creationId="{00000000-0000-0000-0000-000000000000}"/>
          </ac:spMkLst>
        </pc:spChg>
      </pc:sldChg>
      <pc:sldChg chg="modSp mod">
        <pc:chgData name="Pannaros Lertchai" userId="e603b5ad-0aa8-4f83-b111-226af2a13199" providerId="ADAL" clId="{9C461479-F4F3-5015-BAF0-5BAE78F468E2}" dt="2026-01-09T14:56:37.955" v="4614" actId="20577"/>
        <pc:sldMkLst>
          <pc:docMk/>
          <pc:sldMk cId="0" sldId="2147480740"/>
        </pc:sldMkLst>
        <pc:spChg chg="mod">
          <ac:chgData name="Pannaros Lertchai" userId="e603b5ad-0aa8-4f83-b111-226af2a13199" providerId="ADAL" clId="{9C461479-F4F3-5015-BAF0-5BAE78F468E2}" dt="2026-01-09T14:56:37.955" v="4614" actId="20577"/>
          <ac:spMkLst>
            <pc:docMk/>
            <pc:sldMk cId="0" sldId="2147480740"/>
            <ac:spMk id="2" creationId="{00000000-0000-0000-0000-000000000000}"/>
          </ac:spMkLst>
        </pc:spChg>
      </pc:sldChg>
      <pc:sldChg chg="modSp mod">
        <pc:chgData name="Pannaros Lertchai" userId="e603b5ad-0aa8-4f83-b111-226af2a13199" providerId="ADAL" clId="{9C461479-F4F3-5015-BAF0-5BAE78F468E2}" dt="2026-01-09T14:56:43.253" v="4618" actId="20577"/>
        <pc:sldMkLst>
          <pc:docMk/>
          <pc:sldMk cId="0" sldId="2147480741"/>
        </pc:sldMkLst>
        <pc:spChg chg="mod">
          <ac:chgData name="Pannaros Lertchai" userId="e603b5ad-0aa8-4f83-b111-226af2a13199" providerId="ADAL" clId="{9C461479-F4F3-5015-BAF0-5BAE78F468E2}" dt="2026-01-09T14:56:43.253" v="4618" actId="20577"/>
          <ac:spMkLst>
            <pc:docMk/>
            <pc:sldMk cId="0" sldId="2147480741"/>
            <ac:spMk id="2" creationId="{00000000-0000-0000-0000-000000000000}"/>
          </ac:spMkLst>
        </pc:spChg>
      </pc:sldChg>
      <pc:sldChg chg="modSp mod">
        <pc:chgData name="Pannaros Lertchai" userId="e603b5ad-0aa8-4f83-b111-226af2a13199" providerId="ADAL" clId="{9C461479-F4F3-5015-BAF0-5BAE78F468E2}" dt="2026-01-09T14:56:48.900" v="4622" actId="20577"/>
        <pc:sldMkLst>
          <pc:docMk/>
          <pc:sldMk cId="0" sldId="2147480742"/>
        </pc:sldMkLst>
        <pc:spChg chg="mod">
          <ac:chgData name="Pannaros Lertchai" userId="e603b5ad-0aa8-4f83-b111-226af2a13199" providerId="ADAL" clId="{9C461479-F4F3-5015-BAF0-5BAE78F468E2}" dt="2026-01-09T14:56:48.900" v="4622" actId="20577"/>
          <ac:spMkLst>
            <pc:docMk/>
            <pc:sldMk cId="0" sldId="2147480742"/>
            <ac:spMk id="2" creationId="{00000000-0000-0000-0000-000000000000}"/>
          </ac:spMkLst>
        </pc:spChg>
      </pc:sldChg>
      <pc:sldChg chg="modSp mod">
        <pc:chgData name="Pannaros Lertchai" userId="e603b5ad-0aa8-4f83-b111-226af2a13199" providerId="ADAL" clId="{9C461479-F4F3-5015-BAF0-5BAE78F468E2}" dt="2026-01-09T14:57:14.787" v="4626" actId="20577"/>
        <pc:sldMkLst>
          <pc:docMk/>
          <pc:sldMk cId="0" sldId="2147480743"/>
        </pc:sldMkLst>
        <pc:spChg chg="mod">
          <ac:chgData name="Pannaros Lertchai" userId="e603b5ad-0aa8-4f83-b111-226af2a13199" providerId="ADAL" clId="{9C461479-F4F3-5015-BAF0-5BAE78F468E2}" dt="2026-01-09T14:57:14.787" v="4626" actId="20577"/>
          <ac:spMkLst>
            <pc:docMk/>
            <pc:sldMk cId="0" sldId="2147480743"/>
            <ac:spMk id="2" creationId="{00000000-0000-0000-0000-000000000000}"/>
          </ac:spMkLst>
        </pc:spChg>
      </pc:sldChg>
      <pc:sldChg chg="modSp mod">
        <pc:chgData name="Pannaros Lertchai" userId="e603b5ad-0aa8-4f83-b111-226af2a13199" providerId="ADAL" clId="{9C461479-F4F3-5015-BAF0-5BAE78F468E2}" dt="2026-01-09T14:57:25.626" v="4630" actId="20577"/>
        <pc:sldMkLst>
          <pc:docMk/>
          <pc:sldMk cId="0" sldId="2147480744"/>
        </pc:sldMkLst>
        <pc:spChg chg="mod">
          <ac:chgData name="Pannaros Lertchai" userId="e603b5ad-0aa8-4f83-b111-226af2a13199" providerId="ADAL" clId="{9C461479-F4F3-5015-BAF0-5BAE78F468E2}" dt="2026-01-09T14:57:25.626" v="4630" actId="20577"/>
          <ac:spMkLst>
            <pc:docMk/>
            <pc:sldMk cId="0" sldId="2147480744"/>
            <ac:spMk id="2" creationId="{00000000-0000-0000-0000-000000000000}"/>
          </ac:spMkLst>
        </pc:spChg>
      </pc:sldChg>
      <pc:sldChg chg="modSp mod">
        <pc:chgData name="Pannaros Lertchai" userId="e603b5ad-0aa8-4f83-b111-226af2a13199" providerId="ADAL" clId="{9C461479-F4F3-5015-BAF0-5BAE78F468E2}" dt="2026-01-09T14:57:34.050" v="4634" actId="20577"/>
        <pc:sldMkLst>
          <pc:docMk/>
          <pc:sldMk cId="0" sldId="2147480745"/>
        </pc:sldMkLst>
        <pc:spChg chg="mod">
          <ac:chgData name="Pannaros Lertchai" userId="e603b5ad-0aa8-4f83-b111-226af2a13199" providerId="ADAL" clId="{9C461479-F4F3-5015-BAF0-5BAE78F468E2}" dt="2026-01-09T14:57:34.050" v="4634" actId="20577"/>
          <ac:spMkLst>
            <pc:docMk/>
            <pc:sldMk cId="0" sldId="2147480745"/>
            <ac:spMk id="2" creationId="{00000000-0000-0000-0000-000000000000}"/>
          </ac:spMkLst>
        </pc:spChg>
      </pc:sldChg>
      <pc:sldChg chg="modSp mod">
        <pc:chgData name="Pannaros Lertchai" userId="e603b5ad-0aa8-4f83-b111-226af2a13199" providerId="ADAL" clId="{9C461479-F4F3-5015-BAF0-5BAE78F468E2}" dt="2026-01-09T14:57:51.274" v="4642" actId="20577"/>
        <pc:sldMkLst>
          <pc:docMk/>
          <pc:sldMk cId="0" sldId="2147480747"/>
        </pc:sldMkLst>
        <pc:spChg chg="mod">
          <ac:chgData name="Pannaros Lertchai" userId="e603b5ad-0aa8-4f83-b111-226af2a13199" providerId="ADAL" clId="{9C461479-F4F3-5015-BAF0-5BAE78F468E2}" dt="2026-01-09T14:57:51.274" v="4642" actId="20577"/>
          <ac:spMkLst>
            <pc:docMk/>
            <pc:sldMk cId="0" sldId="2147480747"/>
            <ac:spMk id="2" creationId="{00000000-0000-0000-0000-000000000000}"/>
          </ac:spMkLst>
        </pc:spChg>
      </pc:sldChg>
      <pc:sldChg chg="delSp modSp add mod">
        <pc:chgData name="Pannaros Lertchai" userId="e603b5ad-0aa8-4f83-b111-226af2a13199" providerId="ADAL" clId="{9C461479-F4F3-5015-BAF0-5BAE78F468E2}" dt="2026-01-09T14:33:34.172" v="4224" actId="20577"/>
        <pc:sldMkLst>
          <pc:docMk/>
          <pc:sldMk cId="2747141112" sldId="2147480749"/>
        </pc:sldMkLst>
        <pc:spChg chg="mod">
          <ac:chgData name="Pannaros Lertchai" userId="e603b5ad-0aa8-4f83-b111-226af2a13199" providerId="ADAL" clId="{9C461479-F4F3-5015-BAF0-5BAE78F468E2}" dt="2026-01-09T14:33:34.172" v="4224" actId="20577"/>
          <ac:spMkLst>
            <pc:docMk/>
            <pc:sldMk cId="2747141112" sldId="2147480749"/>
            <ac:spMk id="2" creationId="{2C1F000A-27D5-4BEC-027C-0519A9F325ED}"/>
          </ac:spMkLst>
        </pc:spChg>
        <pc:spChg chg="mod">
          <ac:chgData name="Pannaros Lertchai" userId="e603b5ad-0aa8-4f83-b111-226af2a13199" providerId="ADAL" clId="{9C461479-F4F3-5015-BAF0-5BAE78F468E2}" dt="2026-01-09T05:37:21.638" v="1836" actId="20577"/>
          <ac:spMkLst>
            <pc:docMk/>
            <pc:sldMk cId="2747141112" sldId="2147480749"/>
            <ac:spMk id="8" creationId="{DC04D053-D82F-443E-F63B-8D5898FB21DE}"/>
          </ac:spMkLst>
        </pc:spChg>
        <pc:spChg chg="mod">
          <ac:chgData name="Pannaros Lertchai" userId="e603b5ad-0aa8-4f83-b111-226af2a13199" providerId="ADAL" clId="{9C461479-F4F3-5015-BAF0-5BAE78F468E2}" dt="2026-01-09T05:42:00.904" v="1942" actId="1076"/>
          <ac:spMkLst>
            <pc:docMk/>
            <pc:sldMk cId="2747141112" sldId="2147480749"/>
            <ac:spMk id="12" creationId="{4B136A0A-ABEA-B8AF-CE45-4B46B6D7479D}"/>
          </ac:spMkLst>
        </pc:spChg>
        <pc:spChg chg="mod">
          <ac:chgData name="Pannaros Lertchai" userId="e603b5ad-0aa8-4f83-b111-226af2a13199" providerId="ADAL" clId="{9C461479-F4F3-5015-BAF0-5BAE78F468E2}" dt="2026-01-09T05:42:05.332" v="1944" actId="207"/>
          <ac:spMkLst>
            <pc:docMk/>
            <pc:sldMk cId="2747141112" sldId="2147480749"/>
            <ac:spMk id="17" creationId="{DB1F9BD2-8E99-BAE3-33F8-9F3C5EA6181C}"/>
          </ac:spMkLst>
        </pc:spChg>
        <pc:spChg chg="del">
          <ac:chgData name="Pannaros Lertchai" userId="e603b5ad-0aa8-4f83-b111-226af2a13199" providerId="ADAL" clId="{9C461479-F4F3-5015-BAF0-5BAE78F468E2}" dt="2026-01-09T05:42:02.757" v="1943" actId="478"/>
          <ac:spMkLst>
            <pc:docMk/>
            <pc:sldMk cId="2747141112" sldId="2147480749"/>
            <ac:spMk id="18" creationId="{994F228F-3359-F15B-7B84-C88F1319F320}"/>
          </ac:spMkLst>
        </pc:spChg>
        <pc:graphicFrameChg chg="mod modGraphic">
          <ac:chgData name="Pannaros Lertchai" userId="e603b5ad-0aa8-4f83-b111-226af2a13199" providerId="ADAL" clId="{9C461479-F4F3-5015-BAF0-5BAE78F468E2}" dt="2026-01-09T05:41:57.968" v="1941" actId="14100"/>
          <ac:graphicFrameMkLst>
            <pc:docMk/>
            <pc:sldMk cId="2747141112" sldId="2147480749"/>
            <ac:graphicFrameMk id="10" creationId="{35FAD65E-FFEA-336A-E023-DEE951497679}"/>
          </ac:graphicFrameMkLst>
        </pc:graphicFrameChg>
        <pc:graphicFrameChg chg="mod modGraphic">
          <ac:chgData name="Pannaros Lertchai" userId="e603b5ad-0aa8-4f83-b111-226af2a13199" providerId="ADAL" clId="{9C461479-F4F3-5015-BAF0-5BAE78F468E2}" dt="2026-01-09T05:39:48.416" v="1875" actId="14100"/>
          <ac:graphicFrameMkLst>
            <pc:docMk/>
            <pc:sldMk cId="2747141112" sldId="2147480749"/>
            <ac:graphicFrameMk id="19" creationId="{E165E28A-FD8E-BC1C-7031-9E7ADD0CD5CC}"/>
          </ac:graphicFrameMkLst>
        </pc:graphicFrameChg>
      </pc:sldChg>
      <pc:sldChg chg="addSp delSp modSp add mod">
        <pc:chgData name="Pannaros Lertchai" userId="e603b5ad-0aa8-4f83-b111-226af2a13199" providerId="ADAL" clId="{9C461479-F4F3-5015-BAF0-5BAE78F468E2}" dt="2026-01-09T14:43:59.065" v="4455" actId="20577"/>
        <pc:sldMkLst>
          <pc:docMk/>
          <pc:sldMk cId="1421371455" sldId="2147480760"/>
        </pc:sldMkLst>
        <pc:spChg chg="mod">
          <ac:chgData name="Pannaros Lertchai" userId="e603b5ad-0aa8-4f83-b111-226af2a13199" providerId="ADAL" clId="{9C461479-F4F3-5015-BAF0-5BAE78F468E2}" dt="2026-01-09T14:43:59.065" v="4455" actId="20577"/>
          <ac:spMkLst>
            <pc:docMk/>
            <pc:sldMk cId="1421371455" sldId="2147480760"/>
            <ac:spMk id="3" creationId="{FDF426BA-9AD2-DE69-8704-EA7322258106}"/>
          </ac:spMkLst>
        </pc:spChg>
        <pc:spChg chg="add mod">
          <ac:chgData name="Pannaros Lertchai" userId="e603b5ad-0aa8-4f83-b111-226af2a13199" providerId="ADAL" clId="{9C461479-F4F3-5015-BAF0-5BAE78F468E2}" dt="2026-01-09T09:02:35.686" v="2255"/>
          <ac:spMkLst>
            <pc:docMk/>
            <pc:sldMk cId="1421371455" sldId="2147480760"/>
            <ac:spMk id="19" creationId="{F0700870-09ED-EA38-548E-7BDD83B8EF77}"/>
          </ac:spMkLst>
        </pc:spChg>
        <pc:spChg chg="add del mod">
          <ac:chgData name="Pannaros Lertchai" userId="e603b5ad-0aa8-4f83-b111-226af2a13199" providerId="ADAL" clId="{9C461479-F4F3-5015-BAF0-5BAE78F468E2}" dt="2026-01-09T09:02:30.459" v="2254" actId="478"/>
          <ac:spMkLst>
            <pc:docMk/>
            <pc:sldMk cId="1421371455" sldId="2147480760"/>
            <ac:spMk id="20" creationId="{D03F888C-E7DA-9E3D-F50A-362A1F265BE7}"/>
          </ac:spMkLst>
        </pc:spChg>
      </pc:sldChg>
      <pc:sldChg chg="modSp add mod">
        <pc:chgData name="Pannaros Lertchai" userId="e603b5ad-0aa8-4f83-b111-226af2a13199" providerId="ADAL" clId="{9C461479-F4F3-5015-BAF0-5BAE78F468E2}" dt="2026-01-09T16:49:21.697" v="4829" actId="2711"/>
        <pc:sldMkLst>
          <pc:docMk/>
          <pc:sldMk cId="0" sldId="2147480761"/>
        </pc:sldMkLst>
        <pc:spChg chg="mod">
          <ac:chgData name="Pannaros Lertchai" userId="e603b5ad-0aa8-4f83-b111-226af2a13199" providerId="ADAL" clId="{9C461479-F4F3-5015-BAF0-5BAE78F468E2}" dt="2026-01-09T16:47:48.085" v="4821" actId="1076"/>
          <ac:spMkLst>
            <pc:docMk/>
            <pc:sldMk cId="0" sldId="2147480761"/>
            <ac:spMk id="6" creationId="{4C8C219C-36D8-1228-3965-EA6E61C9279A}"/>
          </ac:spMkLst>
        </pc:spChg>
        <pc:graphicFrameChg chg="mod modGraphic">
          <ac:chgData name="Pannaros Lertchai" userId="e603b5ad-0aa8-4f83-b111-226af2a13199" providerId="ADAL" clId="{9C461479-F4F3-5015-BAF0-5BAE78F468E2}" dt="2026-01-09T16:49:21.697" v="4829" actId="2711"/>
          <ac:graphicFrameMkLst>
            <pc:docMk/>
            <pc:sldMk cId="0" sldId="2147480761"/>
            <ac:graphicFrameMk id="8" creationId="{CED3F493-142B-92F2-C762-084E32017883}"/>
          </ac:graphicFrameMkLst>
        </pc:graphicFrameChg>
      </pc:sldChg>
      <pc:sldChg chg="modSp add mod">
        <pc:chgData name="Pannaros Lertchai" userId="e603b5ad-0aa8-4f83-b111-226af2a13199" providerId="ADAL" clId="{9C461479-F4F3-5015-BAF0-5BAE78F468E2}" dt="2026-01-09T14:32:13.311" v="4193" actId="20577"/>
        <pc:sldMkLst>
          <pc:docMk/>
          <pc:sldMk cId="0" sldId="2147480762"/>
        </pc:sldMkLst>
        <pc:spChg chg="mod">
          <ac:chgData name="Pannaros Lertchai" userId="e603b5ad-0aa8-4f83-b111-226af2a13199" providerId="ADAL" clId="{9C461479-F4F3-5015-BAF0-5BAE78F468E2}" dt="2026-01-09T14:32:13.311" v="4193" actId="20577"/>
          <ac:spMkLst>
            <pc:docMk/>
            <pc:sldMk cId="0" sldId="2147480762"/>
            <ac:spMk id="5" creationId="{00000000-0000-0000-0000-000000000000}"/>
          </ac:spMkLst>
        </pc:spChg>
      </pc:sldChg>
      <pc:sldChg chg="add">
        <pc:chgData name="Pannaros Lertchai" userId="e603b5ad-0aa8-4f83-b111-226af2a13199" providerId="ADAL" clId="{9C461479-F4F3-5015-BAF0-5BAE78F468E2}" dt="2026-01-09T11:59:56.731" v="3295"/>
        <pc:sldMkLst>
          <pc:docMk/>
          <pc:sldMk cId="0" sldId="2147480763"/>
        </pc:sldMkLst>
      </pc:sldChg>
      <pc:sldChg chg="modSp add mod ord">
        <pc:chgData name="Pannaros Lertchai" userId="e603b5ad-0aa8-4f83-b111-226af2a13199" providerId="ADAL" clId="{9C461479-F4F3-5015-BAF0-5BAE78F468E2}" dt="2026-01-09T14:43:31.445" v="4428" actId="20577"/>
        <pc:sldMkLst>
          <pc:docMk/>
          <pc:sldMk cId="4231741367" sldId="2147480764"/>
        </pc:sldMkLst>
        <pc:spChg chg="mod">
          <ac:chgData name="Pannaros Lertchai" userId="e603b5ad-0aa8-4f83-b111-226af2a13199" providerId="ADAL" clId="{9C461479-F4F3-5015-BAF0-5BAE78F468E2}" dt="2026-01-09T14:43:31.445" v="4428" actId="20577"/>
          <ac:spMkLst>
            <pc:docMk/>
            <pc:sldMk cId="4231741367" sldId="2147480764"/>
            <ac:spMk id="3" creationId="{BCCE033D-50F4-A9EE-C51D-BB6F8D0C5E7B}"/>
          </ac:spMkLst>
        </pc:spChg>
      </pc:sldChg>
      <pc:sldChg chg="modSp add mod">
        <pc:chgData name="Pannaros Lertchai" userId="e603b5ad-0aa8-4f83-b111-226af2a13199" providerId="ADAL" clId="{9C461479-F4F3-5015-BAF0-5BAE78F468E2}" dt="2026-01-09T14:43:39.584" v="4434" actId="20577"/>
        <pc:sldMkLst>
          <pc:docMk/>
          <pc:sldMk cId="2902453960" sldId="2147480765"/>
        </pc:sldMkLst>
        <pc:spChg chg="mod">
          <ac:chgData name="Pannaros Lertchai" userId="e603b5ad-0aa8-4f83-b111-226af2a13199" providerId="ADAL" clId="{9C461479-F4F3-5015-BAF0-5BAE78F468E2}" dt="2026-01-09T14:43:39.584" v="4434" actId="20577"/>
          <ac:spMkLst>
            <pc:docMk/>
            <pc:sldMk cId="2902453960" sldId="2147480765"/>
            <ac:spMk id="5" creationId="{4D477535-D70D-ACB3-EBD8-DC6B356E8444}"/>
          </ac:spMkLst>
        </pc:spChg>
      </pc:sldChg>
      <pc:sldChg chg="modSp add mod">
        <pc:chgData name="Pannaros Lertchai" userId="e603b5ad-0aa8-4f83-b111-226af2a13199" providerId="ADAL" clId="{9C461479-F4F3-5015-BAF0-5BAE78F468E2}" dt="2026-01-09T14:43:44.067" v="4440" actId="20577"/>
        <pc:sldMkLst>
          <pc:docMk/>
          <pc:sldMk cId="0" sldId="2147480766"/>
        </pc:sldMkLst>
        <pc:spChg chg="mod">
          <ac:chgData name="Pannaros Lertchai" userId="e603b5ad-0aa8-4f83-b111-226af2a13199" providerId="ADAL" clId="{9C461479-F4F3-5015-BAF0-5BAE78F468E2}" dt="2026-01-09T14:43:44.067" v="4440" actId="20577"/>
          <ac:spMkLst>
            <pc:docMk/>
            <pc:sldMk cId="0" sldId="2147480766"/>
            <ac:spMk id="5" creationId="{00000000-0000-0000-0000-000000000000}"/>
          </ac:spMkLst>
        </pc:spChg>
      </pc:sldChg>
      <pc:sldChg chg="modSp add mod ord">
        <pc:chgData name="Pannaros Lertchai" userId="e603b5ad-0aa8-4f83-b111-226af2a13199" providerId="ADAL" clId="{9C461479-F4F3-5015-BAF0-5BAE78F468E2}" dt="2026-01-09T14:45:23.012" v="4470" actId="20577"/>
        <pc:sldMkLst>
          <pc:docMk/>
          <pc:sldMk cId="2202168305" sldId="2147480767"/>
        </pc:sldMkLst>
        <pc:spChg chg="mod">
          <ac:chgData name="Pannaros Lertchai" userId="e603b5ad-0aa8-4f83-b111-226af2a13199" providerId="ADAL" clId="{9C461479-F4F3-5015-BAF0-5BAE78F468E2}" dt="2026-01-09T14:45:23.012" v="4470" actId="20577"/>
          <ac:spMkLst>
            <pc:docMk/>
            <pc:sldMk cId="2202168305" sldId="2147480767"/>
            <ac:spMk id="3" creationId="{A347DEFC-5F2A-99AF-E67C-6C74A1FB0AFF}"/>
          </ac:spMkLst>
        </pc:spChg>
      </pc:sldChg>
      <pc:sldChg chg="modSp add mod ord">
        <pc:chgData name="Pannaros Lertchai" userId="e603b5ad-0aa8-4f83-b111-226af2a13199" providerId="ADAL" clId="{9C461479-F4F3-5015-BAF0-5BAE78F468E2}" dt="2026-01-09T14:47:04.135" v="4489" actId="20577"/>
        <pc:sldMkLst>
          <pc:docMk/>
          <pc:sldMk cId="1576453208" sldId="2147480768"/>
        </pc:sldMkLst>
        <pc:spChg chg="mod">
          <ac:chgData name="Pannaros Lertchai" userId="e603b5ad-0aa8-4f83-b111-226af2a13199" providerId="ADAL" clId="{9C461479-F4F3-5015-BAF0-5BAE78F468E2}" dt="2026-01-09T14:47:04.135" v="4489" actId="20577"/>
          <ac:spMkLst>
            <pc:docMk/>
            <pc:sldMk cId="1576453208" sldId="2147480768"/>
            <ac:spMk id="3" creationId="{C9C4DDCD-6FAD-AA40-7719-1A6F44D45F88}"/>
          </ac:spMkLst>
        </pc:spChg>
      </pc:sldChg>
      <pc:sldChg chg="modSp add mod">
        <pc:chgData name="Pannaros Lertchai" userId="e603b5ad-0aa8-4f83-b111-226af2a13199" providerId="ADAL" clId="{9C461479-F4F3-5015-BAF0-5BAE78F468E2}" dt="2026-01-09T14:48:12.300" v="4519" actId="20577"/>
        <pc:sldMkLst>
          <pc:docMk/>
          <pc:sldMk cId="2570048802" sldId="2147480769"/>
        </pc:sldMkLst>
        <pc:spChg chg="mod">
          <ac:chgData name="Pannaros Lertchai" userId="e603b5ad-0aa8-4f83-b111-226af2a13199" providerId="ADAL" clId="{9C461479-F4F3-5015-BAF0-5BAE78F468E2}" dt="2026-01-09T14:48:12.300" v="4519" actId="20577"/>
          <ac:spMkLst>
            <pc:docMk/>
            <pc:sldMk cId="2570048802" sldId="2147480769"/>
            <ac:spMk id="3" creationId="{D995F76C-703F-0CA0-7DC9-7B64D1121792}"/>
          </ac:spMkLst>
        </pc:spChg>
      </pc:sldChg>
      <pc:sldChg chg="modSp add mod">
        <pc:chgData name="Pannaros Lertchai" userId="e603b5ad-0aa8-4f83-b111-226af2a13199" providerId="ADAL" clId="{9C461479-F4F3-5015-BAF0-5BAE78F468E2}" dt="2026-01-09T14:48:17.424" v="4523" actId="20577"/>
        <pc:sldMkLst>
          <pc:docMk/>
          <pc:sldMk cId="4103683258" sldId="2147480770"/>
        </pc:sldMkLst>
        <pc:spChg chg="mod">
          <ac:chgData name="Pannaros Lertchai" userId="e603b5ad-0aa8-4f83-b111-226af2a13199" providerId="ADAL" clId="{9C461479-F4F3-5015-BAF0-5BAE78F468E2}" dt="2026-01-09T14:48:17.424" v="4523" actId="20577"/>
          <ac:spMkLst>
            <pc:docMk/>
            <pc:sldMk cId="4103683258" sldId="2147480770"/>
            <ac:spMk id="3" creationId="{8D4DC3BC-F2ED-73EC-9347-F293EDA41C64}"/>
          </ac:spMkLst>
        </pc:spChg>
      </pc:sldChg>
      <pc:sldChg chg="modSp add mod">
        <pc:chgData name="Pannaros Lertchai" userId="e603b5ad-0aa8-4f83-b111-226af2a13199" providerId="ADAL" clId="{9C461479-F4F3-5015-BAF0-5BAE78F468E2}" dt="2026-01-09T14:48:21.635" v="4527" actId="20577"/>
        <pc:sldMkLst>
          <pc:docMk/>
          <pc:sldMk cId="4198244203" sldId="2147480771"/>
        </pc:sldMkLst>
        <pc:spChg chg="mod">
          <ac:chgData name="Pannaros Lertchai" userId="e603b5ad-0aa8-4f83-b111-226af2a13199" providerId="ADAL" clId="{9C461479-F4F3-5015-BAF0-5BAE78F468E2}" dt="2026-01-09T14:48:21.635" v="4527" actId="20577"/>
          <ac:spMkLst>
            <pc:docMk/>
            <pc:sldMk cId="4198244203" sldId="2147480771"/>
            <ac:spMk id="3" creationId="{B6BA066A-01C7-020E-91AC-AB22A65D2501}"/>
          </ac:spMkLst>
        </pc:spChg>
      </pc:sldChg>
      <pc:sldChg chg="modSp add mod">
        <pc:chgData name="Pannaros Lertchai" userId="e603b5ad-0aa8-4f83-b111-226af2a13199" providerId="ADAL" clId="{9C461479-F4F3-5015-BAF0-5BAE78F468E2}" dt="2026-01-09T14:48:31.477" v="4532" actId="403"/>
        <pc:sldMkLst>
          <pc:docMk/>
          <pc:sldMk cId="1234658873" sldId="2147480772"/>
        </pc:sldMkLst>
        <pc:spChg chg="mod">
          <ac:chgData name="Pannaros Lertchai" userId="e603b5ad-0aa8-4f83-b111-226af2a13199" providerId="ADAL" clId="{9C461479-F4F3-5015-BAF0-5BAE78F468E2}" dt="2026-01-09T14:48:31.477" v="4532" actId="403"/>
          <ac:spMkLst>
            <pc:docMk/>
            <pc:sldMk cId="1234658873" sldId="2147480772"/>
            <ac:spMk id="3" creationId="{C9C4DDCD-6FAD-AA40-7719-1A6F44D45F88}"/>
          </ac:spMkLst>
        </pc:spChg>
      </pc:sldChg>
      <pc:sldChg chg="modSp add mod">
        <pc:chgData name="Pannaros Lertchai" userId="e603b5ad-0aa8-4f83-b111-226af2a13199" providerId="ADAL" clId="{9C461479-F4F3-5015-BAF0-5BAE78F468E2}" dt="2026-01-09T14:50:02.267" v="4546" actId="20577"/>
        <pc:sldMkLst>
          <pc:docMk/>
          <pc:sldMk cId="4016949505" sldId="2147480773"/>
        </pc:sldMkLst>
        <pc:spChg chg="mod">
          <ac:chgData name="Pannaros Lertchai" userId="e603b5ad-0aa8-4f83-b111-226af2a13199" providerId="ADAL" clId="{9C461479-F4F3-5015-BAF0-5BAE78F468E2}" dt="2026-01-09T14:50:02.267" v="4546" actId="20577"/>
          <ac:spMkLst>
            <pc:docMk/>
            <pc:sldMk cId="4016949505" sldId="2147480773"/>
            <ac:spMk id="3" creationId="{C9C4DDCD-6FAD-AA40-7719-1A6F44D45F88}"/>
          </ac:spMkLst>
        </pc:spChg>
      </pc:sldChg>
      <pc:sldChg chg="modSp add mod">
        <pc:chgData name="Pannaros Lertchai" userId="e603b5ad-0aa8-4f83-b111-226af2a13199" providerId="ADAL" clId="{9C461479-F4F3-5015-BAF0-5BAE78F468E2}" dt="2026-01-09T14:50:05.180" v="4548" actId="20577"/>
        <pc:sldMkLst>
          <pc:docMk/>
          <pc:sldMk cId="1984066641" sldId="2147480774"/>
        </pc:sldMkLst>
        <pc:spChg chg="mod">
          <ac:chgData name="Pannaros Lertchai" userId="e603b5ad-0aa8-4f83-b111-226af2a13199" providerId="ADAL" clId="{9C461479-F4F3-5015-BAF0-5BAE78F468E2}" dt="2026-01-09T14:50:05.180" v="4548" actId="20577"/>
          <ac:spMkLst>
            <pc:docMk/>
            <pc:sldMk cId="1984066641" sldId="2147480774"/>
            <ac:spMk id="3" creationId="{C9C4DDCD-6FAD-AA40-7719-1A6F44D45F88}"/>
          </ac:spMkLst>
        </pc:spChg>
      </pc:sldChg>
      <pc:sldChg chg="modSp add mod">
        <pc:chgData name="Pannaros Lertchai" userId="e603b5ad-0aa8-4f83-b111-226af2a13199" providerId="ADAL" clId="{9C461479-F4F3-5015-BAF0-5BAE78F468E2}" dt="2026-01-09T14:53:02.180" v="4572" actId="20577"/>
        <pc:sldMkLst>
          <pc:docMk/>
          <pc:sldMk cId="3152754939" sldId="2147480775"/>
        </pc:sldMkLst>
        <pc:spChg chg="mod">
          <ac:chgData name="Pannaros Lertchai" userId="e603b5ad-0aa8-4f83-b111-226af2a13199" providerId="ADAL" clId="{9C461479-F4F3-5015-BAF0-5BAE78F468E2}" dt="2026-01-09T14:53:02.180" v="4572" actId="20577"/>
          <ac:spMkLst>
            <pc:docMk/>
            <pc:sldMk cId="3152754939" sldId="2147480775"/>
            <ac:spMk id="3" creationId="{C9C4DDCD-6FAD-AA40-7719-1A6F44D45F88}"/>
          </ac:spMkLst>
        </pc:spChg>
      </pc:sldChg>
      <pc:sldChg chg="modSp add mod">
        <pc:chgData name="Pannaros Lertchai" userId="e603b5ad-0aa8-4f83-b111-226af2a13199" providerId="ADAL" clId="{9C461479-F4F3-5015-BAF0-5BAE78F468E2}" dt="2026-01-09T14:53:06.483" v="4576" actId="20577"/>
        <pc:sldMkLst>
          <pc:docMk/>
          <pc:sldMk cId="0" sldId="2147480776"/>
        </pc:sldMkLst>
        <pc:spChg chg="mod">
          <ac:chgData name="Pannaros Lertchai" userId="e603b5ad-0aa8-4f83-b111-226af2a13199" providerId="ADAL" clId="{9C461479-F4F3-5015-BAF0-5BAE78F468E2}" dt="2026-01-09T14:53:06.483" v="4576" actId="20577"/>
          <ac:spMkLst>
            <pc:docMk/>
            <pc:sldMk cId="0" sldId="2147480776"/>
            <ac:spMk id="5" creationId="{00000000-0000-0000-0000-000000000000}"/>
          </ac:spMkLst>
        </pc:spChg>
      </pc:sldChg>
      <pc:sldChg chg="modSp add mod">
        <pc:chgData name="Pannaros Lertchai" userId="e603b5ad-0aa8-4f83-b111-226af2a13199" providerId="ADAL" clId="{9C461479-F4F3-5015-BAF0-5BAE78F468E2}" dt="2026-01-09T14:54:02.955" v="4608" actId="20577"/>
        <pc:sldMkLst>
          <pc:docMk/>
          <pc:sldMk cId="1568342997" sldId="2147480777"/>
        </pc:sldMkLst>
        <pc:spChg chg="mod">
          <ac:chgData name="Pannaros Lertchai" userId="e603b5ad-0aa8-4f83-b111-226af2a13199" providerId="ADAL" clId="{9C461479-F4F3-5015-BAF0-5BAE78F468E2}" dt="2026-01-09T14:54:02.955" v="4608" actId="20577"/>
          <ac:spMkLst>
            <pc:docMk/>
            <pc:sldMk cId="1568342997" sldId="2147480777"/>
            <ac:spMk id="5" creationId="{BF6892D5-41EB-1C39-E307-FE94A3888C90}"/>
          </ac:spMkLst>
        </pc:spChg>
      </pc:sldChg>
      <pc:sldChg chg="modSp add mod">
        <pc:chgData name="Pannaros Lertchai" userId="e603b5ad-0aa8-4f83-b111-226af2a13199" providerId="ADAL" clId="{9C461479-F4F3-5015-BAF0-5BAE78F468E2}" dt="2026-01-09T14:57:57.534" v="4646" actId="20577"/>
        <pc:sldMkLst>
          <pc:docMk/>
          <pc:sldMk cId="0" sldId="2147480778"/>
        </pc:sldMkLst>
        <pc:spChg chg="mod">
          <ac:chgData name="Pannaros Lertchai" userId="e603b5ad-0aa8-4f83-b111-226af2a13199" providerId="ADAL" clId="{9C461479-F4F3-5015-BAF0-5BAE78F468E2}" dt="2026-01-09T14:57:57.534" v="4646" actId="20577"/>
          <ac:spMkLst>
            <pc:docMk/>
            <pc:sldMk cId="0" sldId="2147480778"/>
            <ac:spMk id="5" creationId="{00000000-0000-0000-0000-000000000000}"/>
          </ac:spMkLst>
        </pc:spChg>
      </pc:sldChg>
      <pc:sldChg chg="modSp add mod ord modTransition">
        <pc:chgData name="Pannaros Lertchai" userId="e603b5ad-0aa8-4f83-b111-226af2a13199" providerId="ADAL" clId="{9C461479-F4F3-5015-BAF0-5BAE78F468E2}" dt="2026-01-09T14:43:34.899" v="4430" actId="20577"/>
        <pc:sldMkLst>
          <pc:docMk/>
          <pc:sldMk cId="0" sldId="2147480779"/>
        </pc:sldMkLst>
        <pc:spChg chg="mod">
          <ac:chgData name="Pannaros Lertchai" userId="e603b5ad-0aa8-4f83-b111-226af2a13199" providerId="ADAL" clId="{9C461479-F4F3-5015-BAF0-5BAE78F468E2}" dt="2026-01-09T14:43:34.899" v="4430" actId="20577"/>
          <ac:spMkLst>
            <pc:docMk/>
            <pc:sldMk cId="0" sldId="2147480779"/>
            <ac:spMk id="2" creationId="{00000000-0000-0000-0000-000000000000}"/>
          </ac:spMkLst>
        </pc:spChg>
        <pc:spChg chg="mod">
          <ac:chgData name="Pannaros Lertchai" userId="e603b5ad-0aa8-4f83-b111-226af2a13199" providerId="ADAL" clId="{9C461479-F4F3-5015-BAF0-5BAE78F468E2}" dt="2026-01-09T13:33:41.561" v="3369" actId="20577"/>
          <ac:spMkLst>
            <pc:docMk/>
            <pc:sldMk cId="0" sldId="2147480779"/>
            <ac:spMk id="12" creationId="{00000000-0000-0000-0000-000000000000}"/>
          </ac:spMkLst>
        </pc:spChg>
        <pc:graphicFrameChg chg="mod modGraphic">
          <ac:chgData name="Pannaros Lertchai" userId="e603b5ad-0aa8-4f83-b111-226af2a13199" providerId="ADAL" clId="{9C461479-F4F3-5015-BAF0-5BAE78F468E2}" dt="2026-01-09T13:37:12.537" v="3376" actId="14100"/>
          <ac:graphicFrameMkLst>
            <pc:docMk/>
            <pc:sldMk cId="0" sldId="2147480779"/>
            <ac:graphicFrameMk id="10" creationId="{00000000-0000-0000-0000-000000000000}"/>
          </ac:graphicFrameMkLst>
        </pc:graphicFrameChg>
        <pc:graphicFrameChg chg="mod modGraphic">
          <ac:chgData name="Pannaros Lertchai" userId="e603b5ad-0aa8-4f83-b111-226af2a13199" providerId="ADAL" clId="{9C461479-F4F3-5015-BAF0-5BAE78F468E2}" dt="2026-01-09T13:33:31.383" v="3367" actId="14100"/>
          <ac:graphicFrameMkLst>
            <pc:docMk/>
            <pc:sldMk cId="0" sldId="2147480779"/>
            <ac:graphicFrameMk id="11" creationId="{00000000-0000-0000-0000-000000000000}"/>
          </ac:graphicFrameMkLst>
        </pc:graphicFrameChg>
      </pc:sldChg>
      <pc:sldChg chg="modSp add mod modTransition">
        <pc:chgData name="Pannaros Lertchai" userId="e603b5ad-0aa8-4f83-b111-226af2a13199" providerId="ADAL" clId="{9C461479-F4F3-5015-BAF0-5BAE78F468E2}" dt="2026-01-09T14:57:41.234" v="4638" actId="20577"/>
        <pc:sldMkLst>
          <pc:docMk/>
          <pc:sldMk cId="0" sldId="2147480780"/>
        </pc:sldMkLst>
        <pc:spChg chg="mod">
          <ac:chgData name="Pannaros Lertchai" userId="e603b5ad-0aa8-4f83-b111-226af2a13199" providerId="ADAL" clId="{9C461479-F4F3-5015-BAF0-5BAE78F468E2}" dt="2026-01-09T14:57:41.234" v="4638" actId="20577"/>
          <ac:spMkLst>
            <pc:docMk/>
            <pc:sldMk cId="0" sldId="2147480780"/>
            <ac:spMk id="2" creationId="{00000000-0000-0000-0000-000000000000}"/>
          </ac:spMkLst>
        </pc:spChg>
        <pc:graphicFrameChg chg="mod modGraphic">
          <ac:chgData name="Pannaros Lertchai" userId="e603b5ad-0aa8-4f83-b111-226af2a13199" providerId="ADAL" clId="{9C461479-F4F3-5015-BAF0-5BAE78F468E2}" dt="2026-01-09T13:39:36.855" v="3382" actId="14100"/>
          <ac:graphicFrameMkLst>
            <pc:docMk/>
            <pc:sldMk cId="0" sldId="2147480780"/>
            <ac:graphicFrameMk id="10" creationId="{00000000-0000-0000-0000-000000000000}"/>
          </ac:graphicFrameMkLst>
        </pc:graphicFrameChg>
        <pc:graphicFrameChg chg="mod modGraphic">
          <ac:chgData name="Pannaros Lertchai" userId="e603b5ad-0aa8-4f83-b111-226af2a13199" providerId="ADAL" clId="{9C461479-F4F3-5015-BAF0-5BAE78F468E2}" dt="2026-01-09T13:39:50.127" v="3385" actId="14100"/>
          <ac:graphicFrameMkLst>
            <pc:docMk/>
            <pc:sldMk cId="0" sldId="2147480780"/>
            <ac:graphicFrameMk id="15" creationId="{00000000-0000-0000-0000-000000000000}"/>
          </ac:graphicFrameMkLst>
        </pc:graphicFrameChg>
      </pc:sldChg>
      <pc:sldChg chg="addSp modSp add mod modTransition">
        <pc:chgData name="Pannaros Lertchai" userId="e603b5ad-0aa8-4f83-b111-226af2a13199" providerId="ADAL" clId="{9C461479-F4F3-5015-BAF0-5BAE78F468E2}" dt="2026-01-09T14:44:04.538" v="4459" actId="20577"/>
        <pc:sldMkLst>
          <pc:docMk/>
          <pc:sldMk cId="0" sldId="2147480781"/>
        </pc:sldMkLst>
        <pc:spChg chg="mod">
          <ac:chgData name="Pannaros Lertchai" userId="e603b5ad-0aa8-4f83-b111-226af2a13199" providerId="ADAL" clId="{9C461479-F4F3-5015-BAF0-5BAE78F468E2}" dt="2026-01-09T14:44:04.538" v="4459" actId="20577"/>
          <ac:spMkLst>
            <pc:docMk/>
            <pc:sldMk cId="0" sldId="2147480781"/>
            <ac:spMk id="2" creationId="{00000000-0000-0000-0000-000000000000}"/>
          </ac:spMkLst>
        </pc:spChg>
        <pc:spChg chg="mod">
          <ac:chgData name="Pannaros Lertchai" userId="e603b5ad-0aa8-4f83-b111-226af2a13199" providerId="ADAL" clId="{9C461479-F4F3-5015-BAF0-5BAE78F468E2}" dt="2026-01-09T13:51:17.883" v="3507" actId="1076"/>
          <ac:spMkLst>
            <pc:docMk/>
            <pc:sldMk cId="0" sldId="2147480781"/>
            <ac:spMk id="12" creationId="{00000000-0000-0000-0000-000000000000}"/>
          </ac:spMkLst>
        </pc:spChg>
        <pc:graphicFrameChg chg="mod modGraphic">
          <ac:chgData name="Pannaros Lertchai" userId="e603b5ad-0aa8-4f83-b111-226af2a13199" providerId="ADAL" clId="{9C461479-F4F3-5015-BAF0-5BAE78F468E2}" dt="2026-01-09T13:55:01.541" v="3532" actId="14100"/>
          <ac:graphicFrameMkLst>
            <pc:docMk/>
            <pc:sldMk cId="0" sldId="2147480781"/>
            <ac:graphicFrameMk id="10" creationId="{00000000-0000-0000-0000-000000000000}"/>
          </ac:graphicFrameMkLst>
        </pc:graphicFrameChg>
        <pc:graphicFrameChg chg="mod modGraphic">
          <ac:chgData name="Pannaros Lertchai" userId="e603b5ad-0aa8-4f83-b111-226af2a13199" providerId="ADAL" clId="{9C461479-F4F3-5015-BAF0-5BAE78F468E2}" dt="2026-01-09T13:56:31.446" v="3538" actId="14100"/>
          <ac:graphicFrameMkLst>
            <pc:docMk/>
            <pc:sldMk cId="0" sldId="2147480781"/>
            <ac:graphicFrameMk id="11" creationId="{00000000-0000-0000-0000-000000000000}"/>
          </ac:graphicFrameMkLst>
        </pc:graphicFrameChg>
        <pc:graphicFrameChg chg="add mod">
          <ac:chgData name="Pannaros Lertchai" userId="e603b5ad-0aa8-4f83-b111-226af2a13199" providerId="ADAL" clId="{9C461479-F4F3-5015-BAF0-5BAE78F468E2}" dt="2026-01-09T13:56:53.910" v="3540" actId="14100"/>
          <ac:graphicFrameMkLst>
            <pc:docMk/>
            <pc:sldMk cId="0" sldId="2147480781"/>
            <ac:graphicFrameMk id="13" creationId="{E4D09229-1142-CC2C-DC55-E55CC71D9C78}"/>
          </ac:graphicFrameMkLst>
        </pc:graphicFrameChg>
      </pc:sldChg>
      <pc:sldChg chg="modSp add del mod">
        <pc:chgData name="Pannaros Lertchai" userId="e603b5ad-0aa8-4f83-b111-226af2a13199" providerId="ADAL" clId="{9C461479-F4F3-5015-BAF0-5BAE78F468E2}" dt="2026-01-09T14:01:46.236" v="3556" actId="2696"/>
        <pc:sldMkLst>
          <pc:docMk/>
          <pc:sldMk cId="1621539269" sldId="2147480782"/>
        </pc:sldMkLst>
        <pc:spChg chg="mod">
          <ac:chgData name="Pannaros Lertchai" userId="e603b5ad-0aa8-4f83-b111-226af2a13199" providerId="ADAL" clId="{9C461479-F4F3-5015-BAF0-5BAE78F468E2}" dt="2026-01-09T14:01:40.740" v="3555" actId="2711"/>
          <ac:spMkLst>
            <pc:docMk/>
            <pc:sldMk cId="1621539269" sldId="2147480782"/>
            <ac:spMk id="2" creationId="{F967EF13-EC55-741C-BFC6-2958B5E2E077}"/>
          </ac:spMkLst>
        </pc:spChg>
      </pc:sldChg>
      <pc:sldChg chg="addSp delSp modSp add mod ord">
        <pc:chgData name="Pannaros Lertchai" userId="e603b5ad-0aa8-4f83-b111-226af2a13199" providerId="ADAL" clId="{9C461479-F4F3-5015-BAF0-5BAE78F468E2}" dt="2026-01-09T14:46:09.959" v="4479" actId="20577"/>
        <pc:sldMkLst>
          <pc:docMk/>
          <pc:sldMk cId="2867121637" sldId="2147480782"/>
        </pc:sldMkLst>
        <pc:spChg chg="mod">
          <ac:chgData name="Pannaros Lertchai" userId="e603b5ad-0aa8-4f83-b111-226af2a13199" providerId="ADAL" clId="{9C461479-F4F3-5015-BAF0-5BAE78F468E2}" dt="2026-01-09T14:46:09.959" v="4479" actId="20577"/>
          <ac:spMkLst>
            <pc:docMk/>
            <pc:sldMk cId="2867121637" sldId="2147480782"/>
            <ac:spMk id="2" creationId="{270E777F-0AE6-5B28-9CE5-375B2C2FF8A5}"/>
          </ac:spMkLst>
        </pc:spChg>
        <pc:spChg chg="del mod">
          <ac:chgData name="Pannaros Lertchai" userId="e603b5ad-0aa8-4f83-b111-226af2a13199" providerId="ADAL" clId="{9C461479-F4F3-5015-BAF0-5BAE78F468E2}" dt="2026-01-09T14:19:28.622" v="3787" actId="478"/>
          <ac:spMkLst>
            <pc:docMk/>
            <pc:sldMk cId="2867121637" sldId="2147480782"/>
            <ac:spMk id="13" creationId="{9F4AD16C-110B-58BD-1423-FF3EDCB6C805}"/>
          </ac:spMkLst>
        </pc:spChg>
        <pc:graphicFrameChg chg="mod modGraphic">
          <ac:chgData name="Pannaros Lertchai" userId="e603b5ad-0aa8-4f83-b111-226af2a13199" providerId="ADAL" clId="{9C461479-F4F3-5015-BAF0-5BAE78F468E2}" dt="2026-01-09T14:18:43.983" v="3783" actId="20577"/>
          <ac:graphicFrameMkLst>
            <pc:docMk/>
            <pc:sldMk cId="2867121637" sldId="2147480782"/>
            <ac:graphicFrameMk id="19" creationId="{757E6ED8-A5E9-D12B-C209-BF23BC8E8EEF}"/>
          </ac:graphicFrameMkLst>
        </pc:graphicFrameChg>
        <pc:graphicFrameChg chg="mod modGraphic">
          <ac:chgData name="Pannaros Lertchai" userId="e603b5ad-0aa8-4f83-b111-226af2a13199" providerId="ADAL" clId="{9C461479-F4F3-5015-BAF0-5BAE78F468E2}" dt="2026-01-09T14:14:40.109" v="3639" actId="2711"/>
          <ac:graphicFrameMkLst>
            <pc:docMk/>
            <pc:sldMk cId="2867121637" sldId="2147480782"/>
            <ac:graphicFrameMk id="37" creationId="{371B76B8-B205-3815-AF79-1D91517B38B8}"/>
          </ac:graphicFrameMkLst>
        </pc:graphicFrameChg>
        <pc:picChg chg="del">
          <ac:chgData name="Pannaros Lertchai" userId="e603b5ad-0aa8-4f83-b111-226af2a13199" providerId="ADAL" clId="{9C461479-F4F3-5015-BAF0-5BAE78F468E2}" dt="2026-01-09T14:19:31.569" v="3788" actId="478"/>
          <ac:picMkLst>
            <pc:docMk/>
            <pc:sldMk cId="2867121637" sldId="2147480782"/>
            <ac:picMk id="11" creationId="{2B4A654E-2BC4-2645-577A-64AC2536D0DC}"/>
          </ac:picMkLst>
        </pc:picChg>
        <pc:picChg chg="add mod">
          <ac:chgData name="Pannaros Lertchai" userId="e603b5ad-0aa8-4f83-b111-226af2a13199" providerId="ADAL" clId="{9C461479-F4F3-5015-BAF0-5BAE78F468E2}" dt="2026-01-09T14:19:43.658" v="3793" actId="14100"/>
          <ac:picMkLst>
            <pc:docMk/>
            <pc:sldMk cId="2867121637" sldId="2147480782"/>
            <ac:picMk id="1026" creationId="{8673F90F-4430-7DFE-D20D-9CA22998D7B7}"/>
          </ac:picMkLst>
        </pc:picChg>
      </pc:sldChg>
      <pc:sldChg chg="add del">
        <pc:chgData name="Pannaros Lertchai" userId="e603b5ad-0aa8-4f83-b111-226af2a13199" providerId="ADAL" clId="{9C461479-F4F3-5015-BAF0-5BAE78F468E2}" dt="2026-01-09T14:00:49.246" v="3544" actId="2696"/>
        <pc:sldMkLst>
          <pc:docMk/>
          <pc:sldMk cId="4100326406" sldId="2147480782"/>
        </pc:sldMkLst>
      </pc:sldChg>
      <pc:sldChg chg="addSp delSp modSp add mod">
        <pc:chgData name="Pannaros Lertchai" userId="e603b5ad-0aa8-4f83-b111-226af2a13199" providerId="ADAL" clId="{9C461479-F4F3-5015-BAF0-5BAE78F468E2}" dt="2026-01-09T15:10:23.798" v="4820" actId="2711"/>
        <pc:sldMkLst>
          <pc:docMk/>
          <pc:sldMk cId="895996521" sldId="2147480783"/>
        </pc:sldMkLst>
        <pc:spChg chg="mod">
          <ac:chgData name="Pannaros Lertchai" userId="e603b5ad-0aa8-4f83-b111-226af2a13199" providerId="ADAL" clId="{9C461479-F4F3-5015-BAF0-5BAE78F468E2}" dt="2026-01-09T15:01:18.641" v="4690" actId="113"/>
          <ac:spMkLst>
            <pc:docMk/>
            <pc:sldMk cId="895996521" sldId="2147480783"/>
            <ac:spMk id="2" creationId="{15117F4E-9127-AF9D-99CB-D9B3D4F32F08}"/>
          </ac:spMkLst>
        </pc:spChg>
        <pc:spChg chg="mod">
          <ac:chgData name="Pannaros Lertchai" userId="e603b5ad-0aa8-4f83-b111-226af2a13199" providerId="ADAL" clId="{9C461479-F4F3-5015-BAF0-5BAE78F468E2}" dt="2026-01-09T15:00:45.427" v="4683" actId="20577"/>
          <ac:spMkLst>
            <pc:docMk/>
            <pc:sldMk cId="895996521" sldId="2147480783"/>
            <ac:spMk id="12" creationId="{495D1A4C-EF71-94AA-1324-56A5200537ED}"/>
          </ac:spMkLst>
        </pc:spChg>
        <pc:graphicFrameChg chg="mod modGraphic">
          <ac:chgData name="Pannaros Lertchai" userId="e603b5ad-0aa8-4f83-b111-226af2a13199" providerId="ADAL" clId="{9C461479-F4F3-5015-BAF0-5BAE78F468E2}" dt="2026-01-09T15:10:23.798" v="4820" actId="2711"/>
          <ac:graphicFrameMkLst>
            <pc:docMk/>
            <pc:sldMk cId="895996521" sldId="2147480783"/>
            <ac:graphicFrameMk id="29" creationId="{F57B36FB-8A74-7BB9-4350-5DC36E7C87E4}"/>
          </ac:graphicFrameMkLst>
        </pc:graphicFrameChg>
        <pc:graphicFrameChg chg="mod modGraphic">
          <ac:chgData name="Pannaros Lertchai" userId="e603b5ad-0aa8-4f83-b111-226af2a13199" providerId="ADAL" clId="{9C461479-F4F3-5015-BAF0-5BAE78F468E2}" dt="2026-01-09T15:08:44.746" v="4808" actId="14100"/>
          <ac:graphicFrameMkLst>
            <pc:docMk/>
            <pc:sldMk cId="895996521" sldId="2147480783"/>
            <ac:graphicFrameMk id="57" creationId="{4407DF27-4BD7-E792-5612-C3A75A2A1621}"/>
          </ac:graphicFrameMkLst>
        </pc:graphicFrameChg>
        <pc:picChg chg="del">
          <ac:chgData name="Pannaros Lertchai" userId="e603b5ad-0aa8-4f83-b111-226af2a13199" providerId="ADAL" clId="{9C461479-F4F3-5015-BAF0-5BAE78F468E2}" dt="2026-01-09T15:00:19.430" v="4676" actId="478"/>
          <ac:picMkLst>
            <pc:docMk/>
            <pc:sldMk cId="895996521" sldId="2147480783"/>
            <ac:picMk id="11" creationId="{CFE9B04C-578D-B1DA-33B9-83319AB20F8C}"/>
          </ac:picMkLst>
        </pc:picChg>
        <pc:picChg chg="add mod">
          <ac:chgData name="Pannaros Lertchai" userId="e603b5ad-0aa8-4f83-b111-226af2a13199" providerId="ADAL" clId="{9C461479-F4F3-5015-BAF0-5BAE78F468E2}" dt="2026-01-09T15:06:08.198" v="4791" actId="1076"/>
          <ac:picMkLst>
            <pc:docMk/>
            <pc:sldMk cId="895996521" sldId="2147480783"/>
            <ac:picMk id="2050" creationId="{D85967DA-9485-2769-F7DE-2C347B5CEFA3}"/>
          </ac:picMkLst>
        </pc:picChg>
      </pc:sldChg>
    </pc:docChg>
  </pc:docChgLst>
  <pc:docChgLst>
    <pc:chgData name="Aiichiro Iio" userId="f28c8bda-1809-487d-875d-3c42bf06fe8f" providerId="ADAL" clId="{B4749B0D-8BB1-5AB6-BF25-8FC2D933BEBA}"/>
    <pc:docChg chg="modSld">
      <pc:chgData name="Aiichiro Iio" userId="f28c8bda-1809-487d-875d-3c42bf06fe8f" providerId="ADAL" clId="{B4749B0D-8BB1-5AB6-BF25-8FC2D933BEBA}" dt="2026-01-06T08:46:42.638" v="1" actId="20577"/>
      <pc:docMkLst>
        <pc:docMk/>
      </pc:docMkLst>
      <pc:sldChg chg="modSp mod">
        <pc:chgData name="Aiichiro Iio" userId="f28c8bda-1809-487d-875d-3c42bf06fe8f" providerId="ADAL" clId="{B4749B0D-8BB1-5AB6-BF25-8FC2D933BEBA}" dt="2026-01-06T08:46:42.638" v="1" actId="20577"/>
        <pc:sldMkLst>
          <pc:docMk/>
          <pc:sldMk cId="2436066934" sldId="2147480711"/>
        </pc:sldMkLst>
        <pc:graphicFrameChg chg="modGraphic">
          <ac:chgData name="Aiichiro Iio" userId="f28c8bda-1809-487d-875d-3c42bf06fe8f" providerId="ADAL" clId="{B4749B0D-8BB1-5AB6-BF25-8FC2D933BEBA}" dt="2026-01-06T08:46:42.638" v="1" actId="20577"/>
          <ac:graphicFrameMkLst>
            <pc:docMk/>
            <pc:sldMk cId="2436066934" sldId="2147480711"/>
            <ac:graphicFrameMk id="8" creationId="{1B8D047B-7AFA-5ECB-941F-D5628F7BF9F0}"/>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312253898251686E-2"/>
          <c:y val="0.15962185173572635"/>
          <c:w val="0.83333721130027638"/>
          <c:h val="0.69571523274507996"/>
        </c:manualLayout>
      </c:layout>
      <c:barChart>
        <c:barDir val="col"/>
        <c:grouping val="clustered"/>
        <c:varyColors val="0"/>
        <c:ser>
          <c:idx val="0"/>
          <c:order val="0"/>
          <c:tx>
            <c:strRef>
              <c:f>Sheet1!$B$1</c:f>
              <c:strCache>
                <c:ptCount val="1"/>
                <c:pt idx="0">
                  <c:v>売上</c:v>
                </c:pt>
              </c:strCache>
            </c:strRef>
          </c:tx>
          <c:spPr>
            <a:solidFill>
              <a:schemeClr val="accent5">
                <a:lumMod val="25000"/>
                <a:lumOff val="75000"/>
              </a:schemeClr>
            </a:solidFill>
            <a:ln>
              <a:noFill/>
            </a:ln>
            <a:effectLst/>
          </c:spPr>
          <c:invertIfNegative val="0"/>
          <c:dLbls>
            <c:dLbl>
              <c:idx val="2"/>
              <c:layout>
                <c:manualLayout>
                  <c:x val="0"/>
                  <c:y val="1.10022269095357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801-5F4B-959B-FDAD05A82A8D}"/>
                </c:ext>
              </c:extLst>
            </c:dLbl>
            <c:dLbl>
              <c:idx val="3"/>
              <c:layout>
                <c:manualLayout>
                  <c:x val="-2.2730852389066282E-3"/>
                  <c:y val="6.223976915416643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801-5F4B-959B-FDAD05A82A8D}"/>
                </c:ext>
              </c:extLst>
            </c:dLbl>
            <c:numFmt formatCode="#,##0" sourceLinked="0"/>
            <c:spPr>
              <a:noFill/>
              <a:ln>
                <a:noFill/>
              </a:ln>
              <a:effectLst/>
            </c:spPr>
            <c:txPr>
              <a:bodyPr rot="0" spcFirstLastPara="1" vertOverflow="ellipsis" vert="horz" wrap="square" anchor="ctr" anchorCtr="1"/>
              <a:lstStyle/>
              <a:p>
                <a:pPr>
                  <a:defRPr lang="ja-JP" sz="1400" b="1" i="0" u="none" strike="noStrike" kern="1200" baseline="0">
                    <a:solidFill>
                      <a:schemeClr val="tx1"/>
                    </a:solidFill>
                    <a:latin typeface="+mn-ea"/>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2022</c:v>
                </c:pt>
                <c:pt idx="1">
                  <c:v>2023</c:v>
                </c:pt>
              </c:numCache>
            </c:numRef>
          </c:cat>
          <c:val>
            <c:numRef>
              <c:f>Sheet1!$B$2:$B$3</c:f>
              <c:numCache>
                <c:formatCode>#,##0</c:formatCode>
                <c:ptCount val="2"/>
                <c:pt idx="0">
                  <c:v>18.8</c:v>
                </c:pt>
                <c:pt idx="1">
                  <c:v>250.3</c:v>
                </c:pt>
              </c:numCache>
            </c:numRef>
          </c:val>
          <c:extLst>
            <c:ext xmlns:c16="http://schemas.microsoft.com/office/drawing/2014/chart" uri="{C3380CC4-5D6E-409C-BE32-E72D297353CC}">
              <c16:uniqueId val="{00000002-F801-5F4B-959B-FDAD05A82A8D}"/>
            </c:ext>
          </c:extLst>
        </c:ser>
        <c:dLbls>
          <c:showLegendKey val="0"/>
          <c:showVal val="1"/>
          <c:showCatName val="0"/>
          <c:showSerName val="0"/>
          <c:showPercent val="0"/>
          <c:showBubbleSize val="0"/>
        </c:dLbls>
        <c:gapWidth val="50"/>
        <c:axId val="1409222848"/>
        <c:axId val="1409243008"/>
      </c:barChart>
      <c:lineChart>
        <c:grouping val="standard"/>
        <c:varyColors val="0"/>
        <c:ser>
          <c:idx val="1"/>
          <c:order val="1"/>
          <c:tx>
            <c:strRef>
              <c:f>Sheet1!$C$1</c:f>
              <c:strCache>
                <c:ptCount val="1"/>
                <c:pt idx="0">
                  <c:v>営業利益率</c:v>
                </c:pt>
              </c:strCache>
            </c:strRef>
          </c:tx>
          <c:spPr>
            <a:ln w="28575" cap="rnd">
              <a:solidFill>
                <a:schemeClr val="accent6"/>
              </a:solidFill>
              <a:round/>
            </a:ln>
            <a:effectLst/>
          </c:spPr>
          <c:marker>
            <c:symbol val="none"/>
          </c:marker>
          <c:dLbls>
            <c:numFmt formatCode="0.0%" sourceLinked="0"/>
            <c:spPr>
              <a:noFill/>
              <a:ln>
                <a:noFill/>
              </a:ln>
              <a:effectLst/>
            </c:spPr>
            <c:txPr>
              <a:bodyPr rot="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2022</c:v>
                </c:pt>
                <c:pt idx="1">
                  <c:v>2023</c:v>
                </c:pt>
              </c:numCache>
            </c:numRef>
          </c:cat>
          <c:val>
            <c:numRef>
              <c:f>Sheet1!$C$2:$C$3</c:f>
              <c:numCache>
                <c:formatCode>0.0%</c:formatCode>
                <c:ptCount val="2"/>
                <c:pt idx="0">
                  <c:v>0.04</c:v>
                </c:pt>
                <c:pt idx="1">
                  <c:v>3.2000000000000001E-2</c:v>
                </c:pt>
              </c:numCache>
            </c:numRef>
          </c:val>
          <c:smooth val="0"/>
          <c:extLst>
            <c:ext xmlns:c16="http://schemas.microsoft.com/office/drawing/2014/chart" uri="{C3380CC4-5D6E-409C-BE32-E72D297353CC}">
              <c16:uniqueId val="{00000003-F801-5F4B-959B-FDAD05A82A8D}"/>
            </c:ext>
          </c:extLst>
        </c:ser>
        <c:dLbls>
          <c:showLegendKey val="0"/>
          <c:showVal val="1"/>
          <c:showCatName val="0"/>
          <c:showSerName val="0"/>
          <c:showPercent val="0"/>
          <c:showBubbleSize val="0"/>
        </c:dLbls>
        <c:marker val="1"/>
        <c:smooth val="0"/>
        <c:axId val="328413968"/>
        <c:axId val="328425968"/>
      </c:lineChart>
      <c:catAx>
        <c:axId val="1409222848"/>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1409243008"/>
        <c:crosses val="autoZero"/>
        <c:auto val="1"/>
        <c:lblAlgn val="ctr"/>
        <c:lblOffset val="0"/>
        <c:noMultiLvlLbl val="0"/>
      </c:catAx>
      <c:valAx>
        <c:axId val="1409243008"/>
        <c:scaling>
          <c:orientation val="minMax"/>
          <c:min val="0"/>
        </c:scaling>
        <c:delete val="0"/>
        <c:axPos val="l"/>
        <c:majorGridlines>
          <c:spPr>
            <a:ln w="9525" cap="flat" cmpd="sng" algn="ctr">
              <a:solidFill>
                <a:schemeClr val="bg1">
                  <a:lumMod val="85000"/>
                </a:schemeClr>
              </a:solidFill>
              <a:round/>
            </a:ln>
            <a:effectLst/>
          </c:spPr>
        </c:majorGridlines>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1409222848"/>
        <c:crosses val="autoZero"/>
        <c:crossBetween val="between"/>
      </c:valAx>
      <c:valAx>
        <c:axId val="328425968"/>
        <c:scaling>
          <c:orientation val="minMax"/>
          <c:max val="6.0000000000000012E-2"/>
          <c:min val="0"/>
        </c:scaling>
        <c:delete val="0"/>
        <c:axPos val="r"/>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328413968"/>
        <c:crosses val="max"/>
        <c:crossBetween val="between"/>
        <c:majorUnit val="2.0000000000000004E-2"/>
      </c:valAx>
      <c:catAx>
        <c:axId val="328413968"/>
        <c:scaling>
          <c:orientation val="minMax"/>
        </c:scaling>
        <c:delete val="1"/>
        <c:axPos val="b"/>
        <c:numFmt formatCode="General" sourceLinked="1"/>
        <c:majorTickMark val="out"/>
        <c:minorTickMark val="none"/>
        <c:tickLblPos val="nextTo"/>
        <c:crossAx val="328425968"/>
        <c:crosses val="autoZero"/>
        <c:auto val="1"/>
        <c:lblAlgn val="ctr"/>
        <c:lblOffset val="100"/>
        <c:noMultiLvlLbl val="0"/>
      </c:catAx>
      <c:spPr>
        <a:noFill/>
        <a:ln>
          <a:noFill/>
        </a:ln>
        <a:effectLst/>
      </c:spPr>
    </c:plotArea>
    <c:legend>
      <c:legendPos val="t"/>
      <c:layout>
        <c:manualLayout>
          <c:xMode val="edge"/>
          <c:yMode val="edge"/>
          <c:x val="0.16107511562307594"/>
          <c:y val="1.7886836884253857E-2"/>
          <c:w val="0.67784958977075849"/>
          <c:h val="0.11697822123379616"/>
        </c:manualLayout>
      </c:layout>
      <c:overlay val="0"/>
      <c:spPr>
        <a:noFill/>
        <a:ln>
          <a:noFill/>
        </a:ln>
        <a:effectLst/>
      </c:spPr>
      <c:txPr>
        <a:bodyPr rot="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latin typeface="+mn-ea"/>
          <a:ea typeface="+mn-ea"/>
          <a:cs typeface="Segoe UI" panose="020B0502040204020203"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312253898251686E-2"/>
          <c:y val="0.15962185173572635"/>
          <c:w val="0.83333721130027638"/>
          <c:h val="0.69571523274507996"/>
        </c:manualLayout>
      </c:layout>
      <c:barChart>
        <c:barDir val="col"/>
        <c:grouping val="clustered"/>
        <c:varyColors val="0"/>
        <c:ser>
          <c:idx val="0"/>
          <c:order val="0"/>
          <c:tx>
            <c:strRef>
              <c:f>Sheet1!$B$1</c:f>
              <c:strCache>
                <c:ptCount val="1"/>
                <c:pt idx="0">
                  <c:v>売上</c:v>
                </c:pt>
              </c:strCache>
            </c:strRef>
          </c:tx>
          <c:spPr>
            <a:solidFill>
              <a:schemeClr val="accent5">
                <a:lumMod val="25000"/>
                <a:lumOff val="75000"/>
              </a:schemeClr>
            </a:solidFill>
            <a:ln>
              <a:noFill/>
            </a:ln>
            <a:effectLst/>
          </c:spPr>
          <c:invertIfNegative val="0"/>
          <c:dLbls>
            <c:dLbl>
              <c:idx val="2"/>
              <c:layout>
                <c:manualLayout>
                  <c:x val="0"/>
                  <c:y val="1.10022269095357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919-3247-9C3C-9DBB0A8E2884}"/>
                </c:ext>
              </c:extLst>
            </c:dLbl>
            <c:dLbl>
              <c:idx val="3"/>
              <c:layout>
                <c:manualLayout>
                  <c:x val="-2.2730852389066282E-3"/>
                  <c:y val="6.223976915416643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919-3247-9C3C-9DBB0A8E2884}"/>
                </c:ext>
              </c:extLst>
            </c:dLbl>
            <c:dLbl>
              <c:idx val="4"/>
              <c:layout>
                <c:manualLayout>
                  <c:x val="2.2730852389066282E-3"/>
                  <c:y val="-2.079828285883042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26D-6941-8C75-C88744F3D6E0}"/>
                </c:ext>
              </c:extLst>
            </c:dLbl>
            <c:numFmt formatCode="#,##0" sourceLinked="0"/>
            <c:spPr>
              <a:noFill/>
              <a:ln>
                <a:noFill/>
              </a:ln>
              <a:effectLst/>
            </c:spPr>
            <c:txPr>
              <a:bodyPr rot="0" spcFirstLastPara="1" vertOverflow="ellipsis" vert="horz" wrap="square" anchor="ctr" anchorCtr="1"/>
              <a:lstStyle/>
              <a:p>
                <a:pPr>
                  <a:defRPr lang="ja-JP" sz="1400" b="1" i="0" u="none" strike="noStrike" kern="1200" baseline="0">
                    <a:solidFill>
                      <a:schemeClr val="tx1"/>
                    </a:solidFill>
                    <a:latin typeface="+mn-ea"/>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2021</c:v>
                </c:pt>
                <c:pt idx="1">
                  <c:v>2022</c:v>
                </c:pt>
                <c:pt idx="2">
                  <c:v>2023</c:v>
                </c:pt>
                <c:pt idx="3">
                  <c:v>2024</c:v>
                </c:pt>
                <c:pt idx="4">
                  <c:v>2025</c:v>
                </c:pt>
              </c:numCache>
            </c:numRef>
          </c:cat>
          <c:val>
            <c:numRef>
              <c:f>Sheet1!$B$2:$B$6</c:f>
              <c:numCache>
                <c:formatCode>#,##0</c:formatCode>
                <c:ptCount val="5"/>
                <c:pt idx="0">
                  <c:v>54</c:v>
                </c:pt>
                <c:pt idx="1">
                  <c:v>48</c:v>
                </c:pt>
                <c:pt idx="2">
                  <c:v>76</c:v>
                </c:pt>
                <c:pt idx="3">
                  <c:v>65</c:v>
                </c:pt>
                <c:pt idx="4">
                  <c:v>105</c:v>
                </c:pt>
              </c:numCache>
            </c:numRef>
          </c:val>
          <c:extLst>
            <c:ext xmlns:c16="http://schemas.microsoft.com/office/drawing/2014/chart" uri="{C3380CC4-5D6E-409C-BE32-E72D297353CC}">
              <c16:uniqueId val="{00000002-8919-3247-9C3C-9DBB0A8E2884}"/>
            </c:ext>
          </c:extLst>
        </c:ser>
        <c:dLbls>
          <c:showLegendKey val="0"/>
          <c:showVal val="1"/>
          <c:showCatName val="0"/>
          <c:showSerName val="0"/>
          <c:showPercent val="0"/>
          <c:showBubbleSize val="0"/>
        </c:dLbls>
        <c:gapWidth val="50"/>
        <c:axId val="1409222848"/>
        <c:axId val="1409243008"/>
      </c:barChart>
      <c:lineChart>
        <c:grouping val="standard"/>
        <c:varyColors val="0"/>
        <c:ser>
          <c:idx val="1"/>
          <c:order val="1"/>
          <c:tx>
            <c:strRef>
              <c:f>Sheet1!$C$1</c:f>
              <c:strCache>
                <c:ptCount val="1"/>
                <c:pt idx="0">
                  <c:v>営業利益率</c:v>
                </c:pt>
              </c:strCache>
            </c:strRef>
          </c:tx>
          <c:spPr>
            <a:ln w="28575" cap="rnd">
              <a:solidFill>
                <a:schemeClr val="accent6"/>
              </a:solidFill>
              <a:round/>
            </a:ln>
            <a:effectLst/>
          </c:spPr>
          <c:marker>
            <c:symbol val="none"/>
          </c:marker>
          <c:dLbls>
            <c:dLbl>
              <c:idx val="4"/>
              <c:layout>
                <c:manualLayout>
                  <c:x val="-6.1515414023683122E-2"/>
                  <c:y val="0.14078745246691654"/>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226D-6941-8C75-C88744F3D6E0}"/>
                </c:ext>
              </c:extLst>
            </c:dLbl>
            <c:numFmt formatCode="0.0%" sourceLinked="0"/>
            <c:spPr>
              <a:noFill/>
              <a:ln>
                <a:noFill/>
              </a:ln>
              <a:effectLst/>
            </c:spPr>
            <c:txPr>
              <a:bodyPr rot="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2021</c:v>
                </c:pt>
                <c:pt idx="1">
                  <c:v>2022</c:v>
                </c:pt>
                <c:pt idx="2">
                  <c:v>2023</c:v>
                </c:pt>
                <c:pt idx="3">
                  <c:v>2024</c:v>
                </c:pt>
                <c:pt idx="4">
                  <c:v>2025</c:v>
                </c:pt>
              </c:numCache>
            </c:numRef>
          </c:cat>
          <c:val>
            <c:numRef>
              <c:f>Sheet1!$C$2:$C$6</c:f>
              <c:numCache>
                <c:formatCode>0.0%</c:formatCode>
                <c:ptCount val="5"/>
                <c:pt idx="0">
                  <c:v>-2.3E-2</c:v>
                </c:pt>
                <c:pt idx="1">
                  <c:v>-2.7E-2</c:v>
                </c:pt>
                <c:pt idx="2">
                  <c:v>5.8000000000000003E-2</c:v>
                </c:pt>
                <c:pt idx="3">
                  <c:v>-1.2999999999999999E-2</c:v>
                </c:pt>
                <c:pt idx="4">
                  <c:v>0.158</c:v>
                </c:pt>
              </c:numCache>
            </c:numRef>
          </c:val>
          <c:smooth val="0"/>
          <c:extLst>
            <c:ext xmlns:c16="http://schemas.microsoft.com/office/drawing/2014/chart" uri="{C3380CC4-5D6E-409C-BE32-E72D297353CC}">
              <c16:uniqueId val="{00000003-8919-3247-9C3C-9DBB0A8E2884}"/>
            </c:ext>
          </c:extLst>
        </c:ser>
        <c:dLbls>
          <c:showLegendKey val="0"/>
          <c:showVal val="1"/>
          <c:showCatName val="0"/>
          <c:showSerName val="0"/>
          <c:showPercent val="0"/>
          <c:showBubbleSize val="0"/>
        </c:dLbls>
        <c:marker val="1"/>
        <c:smooth val="0"/>
        <c:axId val="328413968"/>
        <c:axId val="328425968"/>
      </c:lineChart>
      <c:catAx>
        <c:axId val="1409222848"/>
        <c:scaling>
          <c:orientation val="minMax"/>
        </c:scaling>
        <c:delete val="0"/>
        <c:axPos val="b"/>
        <c:numFmt formatCode="General" sourceLinked="1"/>
        <c:majorTickMark val="out"/>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1409243008"/>
        <c:crosses val="autoZero"/>
        <c:auto val="1"/>
        <c:lblAlgn val="ctr"/>
        <c:lblOffset val="0"/>
        <c:noMultiLvlLbl val="0"/>
      </c:catAx>
      <c:valAx>
        <c:axId val="1409243008"/>
        <c:scaling>
          <c:orientation val="minMax"/>
          <c:max val="200"/>
          <c:min val="-100"/>
        </c:scaling>
        <c:delete val="0"/>
        <c:axPos val="l"/>
        <c:majorGridlines>
          <c:spPr>
            <a:ln w="9525" cap="flat" cmpd="sng" algn="ctr">
              <a:solidFill>
                <a:schemeClr val="bg1">
                  <a:lumMod val="85000"/>
                </a:schemeClr>
              </a:solidFill>
              <a:round/>
            </a:ln>
            <a:effectLst/>
          </c:spPr>
        </c:majorGridlines>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1409222848"/>
        <c:crosses val="autoZero"/>
        <c:crossBetween val="between"/>
        <c:majorUnit val="100"/>
      </c:valAx>
      <c:valAx>
        <c:axId val="328425968"/>
        <c:scaling>
          <c:orientation val="minMax"/>
        </c:scaling>
        <c:delete val="0"/>
        <c:axPos val="r"/>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328413968"/>
        <c:crosses val="max"/>
        <c:crossBetween val="between"/>
        <c:majorUnit val="0.1"/>
      </c:valAx>
      <c:catAx>
        <c:axId val="328413968"/>
        <c:scaling>
          <c:orientation val="minMax"/>
        </c:scaling>
        <c:delete val="1"/>
        <c:axPos val="b"/>
        <c:numFmt formatCode="General" sourceLinked="1"/>
        <c:majorTickMark val="out"/>
        <c:minorTickMark val="none"/>
        <c:tickLblPos val="nextTo"/>
        <c:crossAx val="328425968"/>
        <c:crosses val="autoZero"/>
        <c:auto val="1"/>
        <c:lblAlgn val="ctr"/>
        <c:lblOffset val="100"/>
        <c:noMultiLvlLbl val="0"/>
      </c:catAx>
      <c:spPr>
        <a:noFill/>
        <a:ln>
          <a:noFill/>
        </a:ln>
        <a:effectLst/>
      </c:spPr>
    </c:plotArea>
    <c:legend>
      <c:legendPos val="t"/>
      <c:layout>
        <c:manualLayout>
          <c:xMode val="edge"/>
          <c:yMode val="edge"/>
          <c:x val="0.16107511562307594"/>
          <c:y val="1.7886836884253857E-2"/>
          <c:w val="0.67784958977075849"/>
          <c:h val="0.11697822123379616"/>
        </c:manualLayout>
      </c:layout>
      <c:overlay val="0"/>
      <c:spPr>
        <a:noFill/>
        <a:ln>
          <a:noFill/>
        </a:ln>
        <a:effectLst/>
      </c:spPr>
      <c:txPr>
        <a:bodyPr rot="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latin typeface="+mn-ea"/>
          <a:ea typeface="+mn-ea"/>
          <a:cs typeface="Segoe UI" panose="020B0502040204020203"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312253898251686E-2"/>
          <c:y val="0.23477948928543696"/>
          <c:w val="0.83333721130027638"/>
          <c:h val="0.61564539157784515"/>
        </c:manualLayout>
      </c:layout>
      <c:barChart>
        <c:barDir val="col"/>
        <c:grouping val="clustered"/>
        <c:varyColors val="0"/>
        <c:ser>
          <c:idx val="0"/>
          <c:order val="0"/>
          <c:tx>
            <c:strRef>
              <c:f>Sheet1!$B$1</c:f>
              <c:strCache>
                <c:ptCount val="1"/>
                <c:pt idx="0">
                  <c:v>売上</c:v>
                </c:pt>
              </c:strCache>
            </c:strRef>
          </c:tx>
          <c:spPr>
            <a:solidFill>
              <a:schemeClr val="accent5">
                <a:lumMod val="25000"/>
                <a:lumOff val="75000"/>
              </a:schemeClr>
            </a:solidFill>
            <a:ln>
              <a:noFill/>
            </a:ln>
            <a:effectLst/>
          </c:spPr>
          <c:invertIfNegative val="0"/>
          <c:dLbls>
            <c:dLbl>
              <c:idx val="2"/>
              <c:layout>
                <c:manualLayout>
                  <c:x val="0"/>
                  <c:y val="1.10022269095357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636-954C-B1F1-751F22E0129B}"/>
                </c:ext>
              </c:extLst>
            </c:dLbl>
            <c:dLbl>
              <c:idx val="3"/>
              <c:layout>
                <c:manualLayout>
                  <c:x val="-2.2730852389066282E-3"/>
                  <c:y val="6.223976915416643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636-954C-B1F1-751F22E0129B}"/>
                </c:ext>
              </c:extLst>
            </c:dLbl>
            <c:numFmt formatCode="#,##0.0" sourceLinked="0"/>
            <c:spPr>
              <a:noFill/>
              <a:ln>
                <a:noFill/>
              </a:ln>
              <a:effectLst/>
            </c:spPr>
            <c:txPr>
              <a:bodyPr rot="0" spcFirstLastPara="1" vertOverflow="ellipsis" vert="horz" wrap="square" anchor="ctr" anchorCtr="1"/>
              <a:lstStyle/>
              <a:p>
                <a:pPr>
                  <a:defRPr lang="ja-JP" sz="1400" b="1" i="0" u="none" strike="noStrike" kern="1200" baseline="0">
                    <a:solidFill>
                      <a:schemeClr val="tx1"/>
                    </a:solidFill>
                    <a:latin typeface="+mn-ea"/>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2020</c:v>
                </c:pt>
                <c:pt idx="1">
                  <c:v>2021</c:v>
                </c:pt>
                <c:pt idx="2">
                  <c:v>2022</c:v>
                </c:pt>
                <c:pt idx="3">
                  <c:v>2023</c:v>
                </c:pt>
                <c:pt idx="4">
                  <c:v>2024</c:v>
                </c:pt>
              </c:numCache>
            </c:numRef>
          </c:cat>
          <c:val>
            <c:numRef>
              <c:f>Sheet1!$B$2:$B$6</c:f>
              <c:numCache>
                <c:formatCode>#,##0.0</c:formatCode>
                <c:ptCount val="5"/>
                <c:pt idx="0">
                  <c:v>55</c:v>
                </c:pt>
                <c:pt idx="1">
                  <c:v>46</c:v>
                </c:pt>
                <c:pt idx="2">
                  <c:v>53</c:v>
                </c:pt>
                <c:pt idx="3">
                  <c:v>55</c:v>
                </c:pt>
                <c:pt idx="4">
                  <c:v>54</c:v>
                </c:pt>
              </c:numCache>
            </c:numRef>
          </c:val>
          <c:extLst>
            <c:ext xmlns:c16="http://schemas.microsoft.com/office/drawing/2014/chart" uri="{C3380CC4-5D6E-409C-BE32-E72D297353CC}">
              <c16:uniqueId val="{00000002-6636-954C-B1F1-751F22E0129B}"/>
            </c:ext>
          </c:extLst>
        </c:ser>
        <c:dLbls>
          <c:showLegendKey val="0"/>
          <c:showVal val="1"/>
          <c:showCatName val="0"/>
          <c:showSerName val="0"/>
          <c:showPercent val="0"/>
          <c:showBubbleSize val="0"/>
        </c:dLbls>
        <c:gapWidth val="50"/>
        <c:axId val="1409222848"/>
        <c:axId val="1409243008"/>
      </c:barChart>
      <c:lineChart>
        <c:grouping val="standard"/>
        <c:varyColors val="0"/>
        <c:ser>
          <c:idx val="1"/>
          <c:order val="1"/>
          <c:tx>
            <c:strRef>
              <c:f>Sheet1!$C$1</c:f>
              <c:strCache>
                <c:ptCount val="1"/>
                <c:pt idx="0">
                  <c:v>営業利益率</c:v>
                </c:pt>
              </c:strCache>
            </c:strRef>
          </c:tx>
          <c:spPr>
            <a:ln w="28575" cap="rnd">
              <a:solidFill>
                <a:schemeClr val="accent6"/>
              </a:solidFill>
              <a:round/>
            </a:ln>
            <a:effectLst/>
          </c:spPr>
          <c:marker>
            <c:symbol val="none"/>
          </c:marker>
          <c:dLbls>
            <c:dLbl>
              <c:idx val="3"/>
              <c:dLblPos val="t"/>
              <c:showLegendKey val="0"/>
              <c:showVal val="1"/>
              <c:showCatName val="0"/>
              <c:showSerName val="0"/>
              <c:showPercent val="0"/>
              <c:showBubbleSize val="0"/>
              <c:extLst>
                <c:ext xmlns:c15="http://schemas.microsoft.com/office/drawing/2012/chart" uri="{CE6537A1-D6FC-4f65-9D91-7224C49458BB}">
                  <c15:layout>
                    <c:manualLayout>
                      <c:w val="9.4184909269518072E-2"/>
                      <c:h val="0.16061149305474501"/>
                    </c:manualLayout>
                  </c15:layout>
                </c:ext>
                <c:ext xmlns:c16="http://schemas.microsoft.com/office/drawing/2014/chart" uri="{C3380CC4-5D6E-409C-BE32-E72D297353CC}">
                  <c16:uniqueId val="{00000004-6636-954C-B1F1-751F22E0129B}"/>
                </c:ext>
              </c:extLst>
            </c:dLbl>
            <c:numFmt formatCode="0.0%" sourceLinked="0"/>
            <c:spPr>
              <a:noFill/>
              <a:ln>
                <a:noFill/>
              </a:ln>
              <a:effectLst/>
            </c:spPr>
            <c:txPr>
              <a:bodyPr rot="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2020</c:v>
                </c:pt>
                <c:pt idx="1">
                  <c:v>2021</c:v>
                </c:pt>
                <c:pt idx="2">
                  <c:v>2022</c:v>
                </c:pt>
                <c:pt idx="3">
                  <c:v>2023</c:v>
                </c:pt>
                <c:pt idx="4">
                  <c:v>2024</c:v>
                </c:pt>
              </c:numCache>
            </c:numRef>
          </c:cat>
          <c:val>
            <c:numRef>
              <c:f>Sheet1!$C$2:$C$6</c:f>
              <c:numCache>
                <c:formatCode>0.0%</c:formatCode>
                <c:ptCount val="5"/>
                <c:pt idx="0">
                  <c:v>3.6999999999999998E-2</c:v>
                </c:pt>
                <c:pt idx="1">
                  <c:v>4.3999999999999997E-2</c:v>
                </c:pt>
                <c:pt idx="2">
                  <c:v>2.9000000000000001E-2</c:v>
                </c:pt>
                <c:pt idx="3">
                  <c:v>3.5000000000000003E-2</c:v>
                </c:pt>
                <c:pt idx="4">
                  <c:v>3.2000000000000001E-2</c:v>
                </c:pt>
              </c:numCache>
            </c:numRef>
          </c:val>
          <c:smooth val="0"/>
          <c:extLst>
            <c:ext xmlns:c16="http://schemas.microsoft.com/office/drawing/2014/chart" uri="{C3380CC4-5D6E-409C-BE32-E72D297353CC}">
              <c16:uniqueId val="{00000005-6636-954C-B1F1-751F22E0129B}"/>
            </c:ext>
          </c:extLst>
        </c:ser>
        <c:dLbls>
          <c:showLegendKey val="0"/>
          <c:showVal val="1"/>
          <c:showCatName val="0"/>
          <c:showSerName val="0"/>
          <c:showPercent val="0"/>
          <c:showBubbleSize val="0"/>
        </c:dLbls>
        <c:marker val="1"/>
        <c:smooth val="0"/>
        <c:axId val="328413968"/>
        <c:axId val="328425968"/>
      </c:lineChart>
      <c:catAx>
        <c:axId val="1409222848"/>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1409243008"/>
        <c:crosses val="autoZero"/>
        <c:auto val="1"/>
        <c:lblAlgn val="ctr"/>
        <c:lblOffset val="0"/>
        <c:noMultiLvlLbl val="0"/>
      </c:catAx>
      <c:valAx>
        <c:axId val="1409243008"/>
        <c:scaling>
          <c:orientation val="minMax"/>
          <c:min val="0"/>
        </c:scaling>
        <c:delete val="0"/>
        <c:axPos val="l"/>
        <c:majorGridlines>
          <c:spPr>
            <a:ln w="9525" cap="flat" cmpd="sng" algn="ctr">
              <a:solidFill>
                <a:schemeClr val="bg1">
                  <a:lumMod val="85000"/>
                </a:schemeClr>
              </a:solidFill>
              <a:round/>
            </a:ln>
            <a:effectLst/>
          </c:spPr>
        </c:majorGridlines>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1409222848"/>
        <c:crosses val="autoZero"/>
        <c:crossBetween val="between"/>
        <c:majorUnit val="30"/>
      </c:valAx>
      <c:valAx>
        <c:axId val="328425968"/>
        <c:scaling>
          <c:orientation val="minMax"/>
          <c:max val="0.1"/>
        </c:scaling>
        <c:delete val="0"/>
        <c:axPos val="r"/>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328413968"/>
        <c:crosses val="max"/>
        <c:crossBetween val="between"/>
        <c:majorUnit val="0.05"/>
      </c:valAx>
      <c:catAx>
        <c:axId val="328413968"/>
        <c:scaling>
          <c:orientation val="minMax"/>
        </c:scaling>
        <c:delete val="1"/>
        <c:axPos val="b"/>
        <c:numFmt formatCode="General" sourceLinked="1"/>
        <c:majorTickMark val="out"/>
        <c:minorTickMark val="none"/>
        <c:tickLblPos val="nextTo"/>
        <c:crossAx val="328425968"/>
        <c:crosses val="autoZero"/>
        <c:auto val="1"/>
        <c:lblAlgn val="ctr"/>
        <c:lblOffset val="100"/>
        <c:noMultiLvlLbl val="0"/>
      </c:catAx>
      <c:spPr>
        <a:noFill/>
        <a:ln>
          <a:noFill/>
        </a:ln>
        <a:effectLst/>
      </c:spPr>
    </c:plotArea>
    <c:legend>
      <c:legendPos val="t"/>
      <c:layout>
        <c:manualLayout>
          <c:xMode val="edge"/>
          <c:yMode val="edge"/>
          <c:x val="0.16107511562307594"/>
          <c:y val="1.7886836884253857E-2"/>
          <c:w val="0.67784958977075849"/>
          <c:h val="0.11697822123379616"/>
        </c:manualLayout>
      </c:layout>
      <c:overlay val="0"/>
      <c:spPr>
        <a:noFill/>
        <a:ln>
          <a:noFill/>
        </a:ln>
        <a:effectLst/>
      </c:spPr>
      <c:txPr>
        <a:bodyPr rot="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latin typeface="+mn-ea"/>
          <a:ea typeface="+mn-ea"/>
          <a:cs typeface="Segoe UI" panose="020B0502040204020203"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312253898251686E-2"/>
          <c:y val="0.15962185173572635"/>
          <c:w val="0.83333721130027638"/>
          <c:h val="0.69571523274507996"/>
        </c:manualLayout>
      </c:layout>
      <c:barChart>
        <c:barDir val="col"/>
        <c:grouping val="clustered"/>
        <c:varyColors val="0"/>
        <c:ser>
          <c:idx val="0"/>
          <c:order val="0"/>
          <c:tx>
            <c:strRef>
              <c:f>Sheet1!$B$1</c:f>
              <c:strCache>
                <c:ptCount val="1"/>
                <c:pt idx="0">
                  <c:v>売上</c:v>
                </c:pt>
              </c:strCache>
            </c:strRef>
          </c:tx>
          <c:spPr>
            <a:solidFill>
              <a:schemeClr val="accent5">
                <a:lumMod val="25000"/>
                <a:lumOff val="75000"/>
              </a:schemeClr>
            </a:solidFill>
            <a:ln>
              <a:noFill/>
            </a:ln>
            <a:effectLst/>
          </c:spPr>
          <c:invertIfNegative val="0"/>
          <c:dLbls>
            <c:dLbl>
              <c:idx val="2"/>
              <c:layout>
                <c:manualLayout>
                  <c:x val="0"/>
                  <c:y val="1.10022269095357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4E9-B74E-95A8-D32B81B3CF63}"/>
                </c:ext>
              </c:extLst>
            </c:dLbl>
            <c:dLbl>
              <c:idx val="3"/>
              <c:layout>
                <c:manualLayout>
                  <c:x val="-2.2730852389066282E-3"/>
                  <c:y val="6.223976915416643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4E9-B74E-95A8-D32B81B3CF63}"/>
                </c:ext>
              </c:extLst>
            </c:dLbl>
            <c:numFmt formatCode="#,##0" sourceLinked="0"/>
            <c:spPr>
              <a:noFill/>
              <a:ln>
                <a:noFill/>
              </a:ln>
              <a:effectLst/>
            </c:spPr>
            <c:txPr>
              <a:bodyPr rot="0" spcFirstLastPara="1" vertOverflow="ellipsis" vert="horz" wrap="square" anchor="ctr" anchorCtr="1"/>
              <a:lstStyle/>
              <a:p>
                <a:pPr>
                  <a:defRPr lang="ja-JP" sz="1400" b="1" i="0" u="none" strike="noStrike" kern="1200" baseline="0">
                    <a:solidFill>
                      <a:schemeClr val="tx1"/>
                    </a:solidFill>
                    <a:latin typeface="+mn-ea"/>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2020</c:v>
                </c:pt>
                <c:pt idx="1">
                  <c:v>2021</c:v>
                </c:pt>
                <c:pt idx="2">
                  <c:v>2022</c:v>
                </c:pt>
                <c:pt idx="3">
                  <c:v>2023</c:v>
                </c:pt>
                <c:pt idx="4">
                  <c:v>2024</c:v>
                </c:pt>
              </c:numCache>
            </c:numRef>
          </c:cat>
          <c:val>
            <c:numRef>
              <c:f>Sheet1!$B$2:$B$6</c:f>
              <c:numCache>
                <c:formatCode>#,##0</c:formatCode>
                <c:ptCount val="5"/>
                <c:pt idx="0">
                  <c:v>69</c:v>
                </c:pt>
                <c:pt idx="1">
                  <c:v>112</c:v>
                </c:pt>
                <c:pt idx="2">
                  <c:v>124</c:v>
                </c:pt>
                <c:pt idx="3">
                  <c:v>141</c:v>
                </c:pt>
                <c:pt idx="4">
                  <c:v>176</c:v>
                </c:pt>
              </c:numCache>
            </c:numRef>
          </c:val>
          <c:extLst>
            <c:ext xmlns:c16="http://schemas.microsoft.com/office/drawing/2014/chart" uri="{C3380CC4-5D6E-409C-BE32-E72D297353CC}">
              <c16:uniqueId val="{00000002-74E9-B74E-95A8-D32B81B3CF63}"/>
            </c:ext>
          </c:extLst>
        </c:ser>
        <c:dLbls>
          <c:showLegendKey val="0"/>
          <c:showVal val="1"/>
          <c:showCatName val="0"/>
          <c:showSerName val="0"/>
          <c:showPercent val="0"/>
          <c:showBubbleSize val="0"/>
        </c:dLbls>
        <c:gapWidth val="50"/>
        <c:axId val="1409222848"/>
        <c:axId val="1409243008"/>
      </c:barChart>
      <c:lineChart>
        <c:grouping val="standard"/>
        <c:varyColors val="0"/>
        <c:ser>
          <c:idx val="1"/>
          <c:order val="1"/>
          <c:tx>
            <c:strRef>
              <c:f>Sheet1!$C$1</c:f>
              <c:strCache>
                <c:ptCount val="1"/>
                <c:pt idx="0">
                  <c:v>営業利益率</c:v>
                </c:pt>
              </c:strCache>
            </c:strRef>
          </c:tx>
          <c:spPr>
            <a:ln w="28575" cap="rnd">
              <a:solidFill>
                <a:schemeClr val="accent6"/>
              </a:solidFill>
              <a:round/>
            </a:ln>
            <a:effectLst/>
          </c:spPr>
          <c:marker>
            <c:symbol val="none"/>
          </c:marker>
          <c:dLbls>
            <c:numFmt formatCode="0.0%" sourceLinked="0"/>
            <c:spPr>
              <a:noFill/>
              <a:ln>
                <a:noFill/>
              </a:ln>
              <a:effectLst/>
            </c:spPr>
            <c:txPr>
              <a:bodyPr rot="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2020</c:v>
                </c:pt>
                <c:pt idx="1">
                  <c:v>2021</c:v>
                </c:pt>
                <c:pt idx="2">
                  <c:v>2022</c:v>
                </c:pt>
                <c:pt idx="3">
                  <c:v>2023</c:v>
                </c:pt>
                <c:pt idx="4">
                  <c:v>2024</c:v>
                </c:pt>
              </c:numCache>
            </c:numRef>
          </c:cat>
          <c:val>
            <c:numRef>
              <c:f>Sheet1!$C$2:$C$6</c:f>
              <c:numCache>
                <c:formatCode>0.0%</c:formatCode>
                <c:ptCount val="5"/>
                <c:pt idx="0">
                  <c:v>2.8000000000000001E-2</c:v>
                </c:pt>
                <c:pt idx="1">
                  <c:v>3.5000000000000003E-2</c:v>
                </c:pt>
                <c:pt idx="2">
                  <c:v>3.5000000000000003E-2</c:v>
                </c:pt>
                <c:pt idx="3">
                  <c:v>2.9000000000000001E-2</c:v>
                </c:pt>
                <c:pt idx="4">
                  <c:v>4.1000000000000002E-2</c:v>
                </c:pt>
              </c:numCache>
            </c:numRef>
          </c:val>
          <c:smooth val="0"/>
          <c:extLst>
            <c:ext xmlns:c16="http://schemas.microsoft.com/office/drawing/2014/chart" uri="{C3380CC4-5D6E-409C-BE32-E72D297353CC}">
              <c16:uniqueId val="{00000004-74E9-B74E-95A8-D32B81B3CF63}"/>
            </c:ext>
          </c:extLst>
        </c:ser>
        <c:dLbls>
          <c:showLegendKey val="0"/>
          <c:showVal val="1"/>
          <c:showCatName val="0"/>
          <c:showSerName val="0"/>
          <c:showPercent val="0"/>
          <c:showBubbleSize val="0"/>
        </c:dLbls>
        <c:marker val="1"/>
        <c:smooth val="0"/>
        <c:axId val="328413968"/>
        <c:axId val="328425968"/>
      </c:lineChart>
      <c:catAx>
        <c:axId val="1409222848"/>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1409243008"/>
        <c:crosses val="autoZero"/>
        <c:auto val="1"/>
        <c:lblAlgn val="ctr"/>
        <c:lblOffset val="100"/>
        <c:noMultiLvlLbl val="0"/>
      </c:catAx>
      <c:valAx>
        <c:axId val="1409243008"/>
        <c:scaling>
          <c:orientation val="minMax"/>
          <c:max val="200"/>
          <c:min val="0"/>
        </c:scaling>
        <c:delete val="0"/>
        <c:axPos val="l"/>
        <c:majorGridlines>
          <c:spPr>
            <a:ln w="9525" cap="flat" cmpd="sng" algn="ctr">
              <a:solidFill>
                <a:schemeClr val="bg1">
                  <a:lumMod val="85000"/>
                </a:schemeClr>
              </a:solidFill>
              <a:round/>
            </a:ln>
            <a:effectLst/>
          </c:spPr>
        </c:majorGridlines>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1409222848"/>
        <c:crosses val="autoZero"/>
        <c:crossBetween val="between"/>
      </c:valAx>
      <c:valAx>
        <c:axId val="328425968"/>
        <c:scaling>
          <c:orientation val="minMax"/>
          <c:max val="8.0000000000000016E-2"/>
          <c:min val="0"/>
        </c:scaling>
        <c:delete val="0"/>
        <c:axPos val="r"/>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328413968"/>
        <c:crosses val="max"/>
        <c:crossBetween val="between"/>
        <c:majorUnit val="2.0000000000000004E-2"/>
      </c:valAx>
      <c:catAx>
        <c:axId val="328413968"/>
        <c:scaling>
          <c:orientation val="minMax"/>
        </c:scaling>
        <c:delete val="1"/>
        <c:axPos val="b"/>
        <c:numFmt formatCode="General" sourceLinked="1"/>
        <c:majorTickMark val="out"/>
        <c:minorTickMark val="none"/>
        <c:tickLblPos val="nextTo"/>
        <c:crossAx val="328425968"/>
        <c:crosses val="autoZero"/>
        <c:auto val="1"/>
        <c:lblAlgn val="ctr"/>
        <c:lblOffset val="100"/>
        <c:noMultiLvlLbl val="0"/>
      </c:catAx>
      <c:spPr>
        <a:noFill/>
        <a:ln>
          <a:noFill/>
        </a:ln>
        <a:effectLst/>
      </c:spPr>
    </c:plotArea>
    <c:legend>
      <c:legendPos val="t"/>
      <c:layout>
        <c:manualLayout>
          <c:xMode val="edge"/>
          <c:yMode val="edge"/>
          <c:x val="0.16107511562307594"/>
          <c:y val="1.7886836884253857E-2"/>
          <c:w val="0.67784958977075849"/>
          <c:h val="0.11697822123379616"/>
        </c:manualLayout>
      </c:layout>
      <c:overlay val="0"/>
      <c:spPr>
        <a:noFill/>
        <a:ln>
          <a:noFill/>
        </a:ln>
        <a:effectLst/>
      </c:spPr>
      <c:txPr>
        <a:bodyPr rot="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latin typeface="+mn-ea"/>
          <a:ea typeface="+mn-ea"/>
          <a:cs typeface="Segoe UI" panose="020B0502040204020203"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312253898251686E-2"/>
          <c:y val="0.15962185173572635"/>
          <c:w val="0.83333721130027638"/>
          <c:h val="0.69571523274507996"/>
        </c:manualLayout>
      </c:layout>
      <c:barChart>
        <c:barDir val="col"/>
        <c:grouping val="clustered"/>
        <c:varyColors val="0"/>
        <c:ser>
          <c:idx val="0"/>
          <c:order val="0"/>
          <c:tx>
            <c:strRef>
              <c:f>Sheet1!$B$1</c:f>
              <c:strCache>
                <c:ptCount val="1"/>
                <c:pt idx="0">
                  <c:v>Revenue</c:v>
                </c:pt>
              </c:strCache>
            </c:strRef>
          </c:tx>
          <c:spPr>
            <a:solidFill>
              <a:schemeClr val="accent5">
                <a:lumMod val="25000"/>
                <a:lumOff val="75000"/>
              </a:schemeClr>
            </a:solidFill>
            <a:ln>
              <a:noFill/>
            </a:ln>
            <a:effectLst/>
          </c:spPr>
          <c:invertIfNegative val="0"/>
          <c:dLbls>
            <c:dLbl>
              <c:idx val="2"/>
              <c:layout>
                <c:manualLayout>
                  <c:x val="0"/>
                  <c:y val="1.10022269095357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4E9-B74E-95A8-D32B81B3CF63}"/>
                </c:ext>
              </c:extLst>
            </c:dLbl>
            <c:dLbl>
              <c:idx val="3"/>
              <c:layout>
                <c:manualLayout>
                  <c:x val="-2.2730852389066282E-3"/>
                  <c:y val="6.223976915416643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4E9-B74E-95A8-D32B81B3CF63}"/>
                </c:ext>
              </c:extLst>
            </c:dLbl>
            <c:numFmt formatCode="#,##0" sourceLinked="0"/>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2020</c:v>
                </c:pt>
                <c:pt idx="1">
                  <c:v>2021</c:v>
                </c:pt>
                <c:pt idx="2">
                  <c:v>2022</c:v>
                </c:pt>
                <c:pt idx="3">
                  <c:v>2023</c:v>
                </c:pt>
                <c:pt idx="4">
                  <c:v>2024</c:v>
                </c:pt>
              </c:numCache>
            </c:numRef>
          </c:cat>
          <c:val>
            <c:numRef>
              <c:f>Sheet1!$B$2:$B$6</c:f>
              <c:numCache>
                <c:formatCode>#,##0</c:formatCode>
                <c:ptCount val="5"/>
                <c:pt idx="0">
                  <c:v>77</c:v>
                </c:pt>
                <c:pt idx="1">
                  <c:v>64</c:v>
                </c:pt>
                <c:pt idx="2">
                  <c:v>67</c:v>
                </c:pt>
                <c:pt idx="3">
                  <c:v>78</c:v>
                </c:pt>
                <c:pt idx="4">
                  <c:v>70</c:v>
                </c:pt>
              </c:numCache>
            </c:numRef>
          </c:val>
          <c:extLst>
            <c:ext xmlns:c16="http://schemas.microsoft.com/office/drawing/2014/chart" uri="{C3380CC4-5D6E-409C-BE32-E72D297353CC}">
              <c16:uniqueId val="{00000002-74E9-B74E-95A8-D32B81B3CF63}"/>
            </c:ext>
          </c:extLst>
        </c:ser>
        <c:dLbls>
          <c:showLegendKey val="0"/>
          <c:showVal val="1"/>
          <c:showCatName val="0"/>
          <c:showSerName val="0"/>
          <c:showPercent val="0"/>
          <c:showBubbleSize val="0"/>
        </c:dLbls>
        <c:gapWidth val="50"/>
        <c:axId val="1409222848"/>
        <c:axId val="1409243008"/>
      </c:barChart>
      <c:lineChart>
        <c:grouping val="standard"/>
        <c:varyColors val="0"/>
        <c:ser>
          <c:idx val="1"/>
          <c:order val="1"/>
          <c:tx>
            <c:strRef>
              <c:f>Sheet1!$C$1</c:f>
              <c:strCache>
                <c:ptCount val="1"/>
                <c:pt idx="0">
                  <c:v>Operating Margin</c:v>
                </c:pt>
              </c:strCache>
            </c:strRef>
          </c:tx>
          <c:spPr>
            <a:ln w="28575" cap="rnd">
              <a:solidFill>
                <a:schemeClr val="accent6"/>
              </a:solidFill>
              <a:round/>
            </a:ln>
            <a:effectLst/>
          </c:spPr>
          <c:marker>
            <c:symbol val="none"/>
          </c:marker>
          <c:dLbls>
            <c:numFmt formatCode="0.0%" sourceLinked="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2020</c:v>
                </c:pt>
                <c:pt idx="1">
                  <c:v>2021</c:v>
                </c:pt>
                <c:pt idx="2">
                  <c:v>2022</c:v>
                </c:pt>
                <c:pt idx="3">
                  <c:v>2023</c:v>
                </c:pt>
                <c:pt idx="4">
                  <c:v>2024</c:v>
                </c:pt>
              </c:numCache>
            </c:numRef>
          </c:cat>
          <c:val>
            <c:numRef>
              <c:f>Sheet1!$C$2:$C$6</c:f>
              <c:numCache>
                <c:formatCode>0.0%</c:formatCode>
                <c:ptCount val="5"/>
                <c:pt idx="0">
                  <c:v>4.9000000000000002E-2</c:v>
                </c:pt>
                <c:pt idx="1">
                  <c:v>5.1999999999999998E-2</c:v>
                </c:pt>
                <c:pt idx="2">
                  <c:v>6.0999999999999999E-2</c:v>
                </c:pt>
                <c:pt idx="3">
                  <c:v>5.5E-2</c:v>
                </c:pt>
                <c:pt idx="4">
                  <c:v>6.8000000000000005E-2</c:v>
                </c:pt>
              </c:numCache>
            </c:numRef>
          </c:val>
          <c:smooth val="0"/>
          <c:extLst>
            <c:ext xmlns:c16="http://schemas.microsoft.com/office/drawing/2014/chart" uri="{C3380CC4-5D6E-409C-BE32-E72D297353CC}">
              <c16:uniqueId val="{00000004-74E9-B74E-95A8-D32B81B3CF63}"/>
            </c:ext>
          </c:extLst>
        </c:ser>
        <c:dLbls>
          <c:showLegendKey val="0"/>
          <c:showVal val="1"/>
          <c:showCatName val="0"/>
          <c:showSerName val="0"/>
          <c:showPercent val="0"/>
          <c:showBubbleSize val="0"/>
        </c:dLbls>
        <c:marker val="1"/>
        <c:smooth val="0"/>
        <c:axId val="328413968"/>
        <c:axId val="328425968"/>
      </c:lineChart>
      <c:catAx>
        <c:axId val="1409222848"/>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1409243008"/>
        <c:crosses val="autoZero"/>
        <c:auto val="1"/>
        <c:lblAlgn val="ctr"/>
        <c:lblOffset val="100"/>
        <c:noMultiLvlLbl val="0"/>
      </c:catAx>
      <c:valAx>
        <c:axId val="1409243008"/>
        <c:scaling>
          <c:orientation val="minMax"/>
          <c:min val="0"/>
        </c:scaling>
        <c:delete val="0"/>
        <c:axPos val="l"/>
        <c:majorGridlines>
          <c:spPr>
            <a:ln w="9525" cap="flat" cmpd="sng" algn="ctr">
              <a:solidFill>
                <a:schemeClr val="bg1">
                  <a:lumMod val="85000"/>
                </a:schemeClr>
              </a:solidFill>
              <a:round/>
            </a:ln>
            <a:effectLst/>
          </c:spPr>
        </c:majorGridlines>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1409222848"/>
        <c:crosses val="autoZero"/>
        <c:crossBetween val="between"/>
      </c:valAx>
      <c:valAx>
        <c:axId val="328425968"/>
        <c:scaling>
          <c:orientation val="minMax"/>
          <c:max val="0.1"/>
          <c:min val="0"/>
        </c:scaling>
        <c:delete val="0"/>
        <c:axPos val="r"/>
        <c:numFmt formatCode="0.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328413968"/>
        <c:crosses val="max"/>
        <c:crossBetween val="between"/>
      </c:valAx>
      <c:catAx>
        <c:axId val="328413968"/>
        <c:scaling>
          <c:orientation val="minMax"/>
        </c:scaling>
        <c:delete val="1"/>
        <c:axPos val="b"/>
        <c:numFmt formatCode="General" sourceLinked="1"/>
        <c:majorTickMark val="out"/>
        <c:minorTickMark val="none"/>
        <c:tickLblPos val="nextTo"/>
        <c:crossAx val="328425968"/>
        <c:crosses val="autoZero"/>
        <c:auto val="1"/>
        <c:lblAlgn val="ctr"/>
        <c:lblOffset val="100"/>
        <c:noMultiLvlLbl val="0"/>
      </c:catAx>
      <c:spPr>
        <a:noFill/>
        <a:ln>
          <a:noFill/>
        </a:ln>
        <a:effectLst/>
      </c:spPr>
    </c:plotArea>
    <c:legend>
      <c:legendPos val="t"/>
      <c:layout>
        <c:manualLayout>
          <c:xMode val="edge"/>
          <c:yMode val="edge"/>
          <c:x val="0.16107511562307594"/>
          <c:y val="1.7886836884253857E-2"/>
          <c:w val="0.67784958977075849"/>
          <c:h val="0.11697822123379616"/>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latin typeface="Segoe UI" panose="020B0502040204020203" pitchFamily="34" charset="0"/>
          <a:ea typeface="+mn-ea"/>
          <a:cs typeface="Segoe UI" panose="020B0502040204020203"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312253898251686E-2"/>
          <c:y val="0.15962185173572635"/>
          <c:w val="0.83333721130027638"/>
          <c:h val="0.69571523274507996"/>
        </c:manualLayout>
      </c:layout>
      <c:barChart>
        <c:barDir val="col"/>
        <c:grouping val="clustered"/>
        <c:varyColors val="0"/>
        <c:ser>
          <c:idx val="0"/>
          <c:order val="0"/>
          <c:tx>
            <c:strRef>
              <c:f>Sheet1!$B$1</c:f>
              <c:strCache>
                <c:ptCount val="1"/>
                <c:pt idx="0">
                  <c:v>Revenue</c:v>
                </c:pt>
              </c:strCache>
            </c:strRef>
          </c:tx>
          <c:spPr>
            <a:solidFill>
              <a:schemeClr val="accent5">
                <a:lumMod val="25000"/>
                <a:lumOff val="75000"/>
              </a:schemeClr>
            </a:solidFill>
            <a:ln>
              <a:noFill/>
            </a:ln>
            <a:effectLst/>
          </c:spPr>
          <c:invertIfNegative val="0"/>
          <c:dLbls>
            <c:dLbl>
              <c:idx val="2"/>
              <c:layout>
                <c:manualLayout>
                  <c:x val="0"/>
                  <c:y val="1.10022269095357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9DD-6149-BBB2-CE869EF385EB}"/>
                </c:ext>
              </c:extLst>
            </c:dLbl>
            <c:dLbl>
              <c:idx val="3"/>
              <c:layout>
                <c:manualLayout>
                  <c:x val="-2.2730852389066282E-3"/>
                  <c:y val="6.223976915416643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9DD-6149-BBB2-CE869EF385EB}"/>
                </c:ext>
              </c:extLst>
            </c:dLbl>
            <c:numFmt formatCode="#,##0" sourceLinked="0"/>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2020</c:v>
                </c:pt>
                <c:pt idx="1">
                  <c:v>2021</c:v>
                </c:pt>
                <c:pt idx="2">
                  <c:v>2022</c:v>
                </c:pt>
                <c:pt idx="3">
                  <c:v>2023</c:v>
                </c:pt>
                <c:pt idx="4">
                  <c:v>2024</c:v>
                </c:pt>
              </c:numCache>
            </c:numRef>
          </c:cat>
          <c:val>
            <c:numRef>
              <c:f>Sheet1!$B$2:$B$6</c:f>
              <c:numCache>
                <c:formatCode>#,##0</c:formatCode>
                <c:ptCount val="5"/>
                <c:pt idx="0">
                  <c:v>28</c:v>
                </c:pt>
                <c:pt idx="1">
                  <c:v>35</c:v>
                </c:pt>
                <c:pt idx="2">
                  <c:v>63</c:v>
                </c:pt>
                <c:pt idx="3">
                  <c:v>64</c:v>
                </c:pt>
                <c:pt idx="4">
                  <c:v>63</c:v>
                </c:pt>
              </c:numCache>
            </c:numRef>
          </c:val>
          <c:extLst>
            <c:ext xmlns:c16="http://schemas.microsoft.com/office/drawing/2014/chart" uri="{C3380CC4-5D6E-409C-BE32-E72D297353CC}">
              <c16:uniqueId val="{00000002-49DD-6149-BBB2-CE869EF385EB}"/>
            </c:ext>
          </c:extLst>
        </c:ser>
        <c:dLbls>
          <c:showLegendKey val="0"/>
          <c:showVal val="1"/>
          <c:showCatName val="0"/>
          <c:showSerName val="0"/>
          <c:showPercent val="0"/>
          <c:showBubbleSize val="0"/>
        </c:dLbls>
        <c:gapWidth val="50"/>
        <c:axId val="1409222848"/>
        <c:axId val="1409243008"/>
      </c:barChart>
      <c:lineChart>
        <c:grouping val="standard"/>
        <c:varyColors val="0"/>
        <c:ser>
          <c:idx val="1"/>
          <c:order val="1"/>
          <c:tx>
            <c:strRef>
              <c:f>Sheet1!$C$1</c:f>
              <c:strCache>
                <c:ptCount val="1"/>
                <c:pt idx="0">
                  <c:v>Operating Margin</c:v>
                </c:pt>
              </c:strCache>
            </c:strRef>
          </c:tx>
          <c:spPr>
            <a:ln w="28575" cap="rnd">
              <a:solidFill>
                <a:schemeClr val="accent6"/>
              </a:solidFill>
              <a:round/>
            </a:ln>
            <a:effectLst/>
          </c:spPr>
          <c:marker>
            <c:symbol val="none"/>
          </c:marker>
          <c:dLbls>
            <c:dLbl>
              <c:idx val="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9DD-6149-BBB2-CE869EF385EB}"/>
                </c:ext>
              </c:extLst>
            </c:dLbl>
            <c:dLbl>
              <c:idx val="1"/>
              <c:dLblPos val="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7-49DD-6149-BBB2-CE869EF385EB}"/>
                </c:ext>
              </c:extLst>
            </c:dLbl>
            <c:dLbl>
              <c:idx val="3"/>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9DD-6149-BBB2-CE869EF385EB}"/>
                </c:ext>
              </c:extLst>
            </c:dLbl>
            <c:numFmt formatCode="0.0%" sourceLinked="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2020</c:v>
                </c:pt>
                <c:pt idx="1">
                  <c:v>2021</c:v>
                </c:pt>
                <c:pt idx="2">
                  <c:v>2022</c:v>
                </c:pt>
                <c:pt idx="3">
                  <c:v>2023</c:v>
                </c:pt>
                <c:pt idx="4">
                  <c:v>2024</c:v>
                </c:pt>
              </c:numCache>
            </c:numRef>
          </c:cat>
          <c:val>
            <c:numRef>
              <c:f>Sheet1!$C$2:$C$6</c:f>
              <c:numCache>
                <c:formatCode>0.0%</c:formatCode>
                <c:ptCount val="5"/>
                <c:pt idx="0">
                  <c:v>0.06</c:v>
                </c:pt>
                <c:pt idx="1">
                  <c:v>0.01</c:v>
                </c:pt>
                <c:pt idx="2">
                  <c:v>7.0000000000000007E-2</c:v>
                </c:pt>
                <c:pt idx="3">
                  <c:v>0.01</c:v>
                </c:pt>
                <c:pt idx="4">
                  <c:v>7.0000000000000007E-2</c:v>
                </c:pt>
              </c:numCache>
            </c:numRef>
          </c:val>
          <c:smooth val="0"/>
          <c:extLst>
            <c:ext xmlns:c16="http://schemas.microsoft.com/office/drawing/2014/chart" uri="{C3380CC4-5D6E-409C-BE32-E72D297353CC}">
              <c16:uniqueId val="{00000003-49DD-6149-BBB2-CE869EF385EB}"/>
            </c:ext>
          </c:extLst>
        </c:ser>
        <c:dLbls>
          <c:showLegendKey val="0"/>
          <c:showVal val="1"/>
          <c:showCatName val="0"/>
          <c:showSerName val="0"/>
          <c:showPercent val="0"/>
          <c:showBubbleSize val="0"/>
        </c:dLbls>
        <c:marker val="1"/>
        <c:smooth val="0"/>
        <c:axId val="328413968"/>
        <c:axId val="328425968"/>
      </c:lineChart>
      <c:catAx>
        <c:axId val="1409222848"/>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1409243008"/>
        <c:crosses val="autoZero"/>
        <c:auto val="1"/>
        <c:lblAlgn val="ctr"/>
        <c:lblOffset val="100"/>
        <c:noMultiLvlLbl val="0"/>
      </c:catAx>
      <c:valAx>
        <c:axId val="1409243008"/>
        <c:scaling>
          <c:orientation val="minMax"/>
          <c:max val="120"/>
          <c:min val="0"/>
        </c:scaling>
        <c:delete val="0"/>
        <c:axPos val="l"/>
        <c:majorGridlines>
          <c:spPr>
            <a:ln w="9525" cap="flat" cmpd="sng" algn="ctr">
              <a:solidFill>
                <a:schemeClr val="bg1">
                  <a:lumMod val="85000"/>
                </a:schemeClr>
              </a:solidFill>
              <a:round/>
            </a:ln>
            <a:effectLst/>
          </c:spPr>
        </c:majorGridlines>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1409222848"/>
        <c:crosses val="autoZero"/>
        <c:crossBetween val="between"/>
        <c:majorUnit val="40"/>
      </c:valAx>
      <c:valAx>
        <c:axId val="328425968"/>
        <c:scaling>
          <c:orientation val="minMax"/>
          <c:max val="0.15"/>
        </c:scaling>
        <c:delete val="0"/>
        <c:axPos val="r"/>
        <c:numFmt formatCode="0.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328413968"/>
        <c:crosses val="max"/>
        <c:crossBetween val="between"/>
        <c:majorUnit val="0.05"/>
      </c:valAx>
      <c:catAx>
        <c:axId val="328413968"/>
        <c:scaling>
          <c:orientation val="minMax"/>
        </c:scaling>
        <c:delete val="1"/>
        <c:axPos val="b"/>
        <c:numFmt formatCode="General" sourceLinked="1"/>
        <c:majorTickMark val="out"/>
        <c:minorTickMark val="none"/>
        <c:tickLblPos val="nextTo"/>
        <c:crossAx val="328425968"/>
        <c:crosses val="autoZero"/>
        <c:auto val="1"/>
        <c:lblAlgn val="ctr"/>
        <c:lblOffset val="100"/>
        <c:noMultiLvlLbl val="0"/>
      </c:catAx>
      <c:spPr>
        <a:noFill/>
        <a:ln>
          <a:noFill/>
        </a:ln>
        <a:effectLst/>
      </c:spPr>
    </c:plotArea>
    <c:legend>
      <c:legendPos val="t"/>
      <c:layout>
        <c:manualLayout>
          <c:xMode val="edge"/>
          <c:yMode val="edge"/>
          <c:x val="0.16107511562307594"/>
          <c:y val="1.7886836884253857E-2"/>
          <c:w val="0.67784958977075849"/>
          <c:h val="0.11697822123379616"/>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latin typeface="Segoe UI" panose="020B0502040204020203" pitchFamily="34" charset="0"/>
          <a:ea typeface="+mn-ea"/>
          <a:cs typeface="Segoe UI" panose="020B0502040204020203" pitchFamily="34"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312253898251686E-2"/>
          <c:y val="0.17427619051846197"/>
          <c:w val="0.83333721130027638"/>
          <c:h val="0.67614853304314493"/>
        </c:manualLayout>
      </c:layout>
      <c:barChart>
        <c:barDir val="col"/>
        <c:grouping val="clustered"/>
        <c:varyColors val="0"/>
        <c:ser>
          <c:idx val="0"/>
          <c:order val="0"/>
          <c:tx>
            <c:strRef>
              <c:f>Sheet1!$B$1</c:f>
              <c:strCache>
                <c:ptCount val="1"/>
                <c:pt idx="0">
                  <c:v>売上</c:v>
                </c:pt>
              </c:strCache>
            </c:strRef>
          </c:tx>
          <c:spPr>
            <a:solidFill>
              <a:schemeClr val="accent5">
                <a:lumMod val="25000"/>
                <a:lumOff val="75000"/>
              </a:schemeClr>
            </a:solidFill>
            <a:ln>
              <a:noFill/>
            </a:ln>
            <a:effectLst/>
          </c:spPr>
          <c:invertIfNegative val="0"/>
          <c:dLbls>
            <c:dLbl>
              <c:idx val="2"/>
              <c:layout>
                <c:manualLayout>
                  <c:x val="0"/>
                  <c:y val="1.10022269095357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0F1-4A03-9E9D-C5AA51093DC2}"/>
                </c:ext>
              </c:extLst>
            </c:dLbl>
            <c:dLbl>
              <c:idx val="3"/>
              <c:layout>
                <c:manualLayout>
                  <c:x val="-2.2730852389066282E-3"/>
                  <c:y val="6.223976915416643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0F1-4A03-9E9D-C5AA51093DC2}"/>
                </c:ext>
              </c:extLst>
            </c:dLbl>
            <c:numFmt formatCode="#,##0.0" sourceLinked="0"/>
            <c:spPr>
              <a:noFill/>
              <a:ln>
                <a:noFill/>
              </a:ln>
              <a:effectLst/>
            </c:spPr>
            <c:txPr>
              <a:bodyPr rot="0" spcFirstLastPara="1" vertOverflow="ellipsis" vert="horz" wrap="square" anchor="ctr" anchorCtr="1"/>
              <a:lstStyle/>
              <a:p>
                <a:pPr>
                  <a:defRPr lang="ja-JP" sz="1400" b="1" i="0" u="none" strike="noStrike" kern="1200" baseline="0">
                    <a:solidFill>
                      <a:schemeClr val="tx1"/>
                    </a:solidFill>
                    <a:latin typeface="+mn-ea"/>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2019</c:v>
                </c:pt>
                <c:pt idx="1">
                  <c:v>2020</c:v>
                </c:pt>
                <c:pt idx="2">
                  <c:v>2021</c:v>
                </c:pt>
                <c:pt idx="3">
                  <c:v>2022</c:v>
                </c:pt>
                <c:pt idx="4">
                  <c:v>2023</c:v>
                </c:pt>
              </c:numCache>
            </c:numRef>
          </c:cat>
          <c:val>
            <c:numRef>
              <c:f>Sheet1!$B$2:$B$6</c:f>
              <c:numCache>
                <c:formatCode>#,##0.0</c:formatCode>
                <c:ptCount val="5"/>
                <c:pt idx="0">
                  <c:v>2.718086</c:v>
                </c:pt>
                <c:pt idx="1">
                  <c:v>6.8483640000000001</c:v>
                </c:pt>
                <c:pt idx="2">
                  <c:v>6.6700929999999996</c:v>
                </c:pt>
                <c:pt idx="3">
                  <c:v>11.691041</c:v>
                </c:pt>
                <c:pt idx="4">
                  <c:v>9.4005519999999994</c:v>
                </c:pt>
              </c:numCache>
            </c:numRef>
          </c:val>
          <c:extLst>
            <c:ext xmlns:c16="http://schemas.microsoft.com/office/drawing/2014/chart" uri="{C3380CC4-5D6E-409C-BE32-E72D297353CC}">
              <c16:uniqueId val="{00000002-70F1-4A03-9E9D-C5AA51093DC2}"/>
            </c:ext>
          </c:extLst>
        </c:ser>
        <c:dLbls>
          <c:showLegendKey val="0"/>
          <c:showVal val="1"/>
          <c:showCatName val="0"/>
          <c:showSerName val="0"/>
          <c:showPercent val="0"/>
          <c:showBubbleSize val="0"/>
        </c:dLbls>
        <c:gapWidth val="50"/>
        <c:axId val="1409222848"/>
        <c:axId val="1409243008"/>
      </c:barChart>
      <c:lineChart>
        <c:grouping val="standard"/>
        <c:varyColors val="0"/>
        <c:ser>
          <c:idx val="1"/>
          <c:order val="1"/>
          <c:tx>
            <c:strRef>
              <c:f>Sheet1!$C$1</c:f>
              <c:strCache>
                <c:ptCount val="1"/>
                <c:pt idx="0">
                  <c:v>営業利益率</c:v>
                </c:pt>
              </c:strCache>
            </c:strRef>
          </c:tx>
          <c:spPr>
            <a:ln w="28575" cap="rnd">
              <a:solidFill>
                <a:schemeClr val="accent6"/>
              </a:solidFill>
              <a:round/>
            </a:ln>
            <a:effectLst/>
          </c:spPr>
          <c:marker>
            <c:symbol val="none"/>
          </c:marker>
          <c:dLbls>
            <c:dLbl>
              <c:idx val="0"/>
              <c:layout>
                <c:manualLayout>
                  <c:x val="-4.8393984736322115E-2"/>
                  <c:y val="-5.091044461471548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0F1-4A03-9E9D-C5AA51093DC2}"/>
                </c:ext>
              </c:extLst>
            </c:dLbl>
            <c:dLbl>
              <c:idx val="3"/>
              <c:layout>
                <c:manualLayout>
                  <c:x val="-2.2054564784719139E-2"/>
                  <c:y val="-9.2520159960365111E-2"/>
                </c:manualLayout>
              </c:layout>
              <c:dLblPos val="r"/>
              <c:showLegendKey val="0"/>
              <c:showVal val="1"/>
              <c:showCatName val="0"/>
              <c:showSerName val="0"/>
              <c:showPercent val="0"/>
              <c:showBubbleSize val="0"/>
              <c:extLst>
                <c:ext xmlns:c15="http://schemas.microsoft.com/office/drawing/2012/chart" uri="{CE6537A1-D6FC-4f65-9D91-7224C49458BB}">
                  <c15:layout>
                    <c:manualLayout>
                      <c:w val="8.275175761394063E-2"/>
                      <c:h val="0.16061125931652878"/>
                    </c:manualLayout>
                  </c15:layout>
                </c:ext>
                <c:ext xmlns:c16="http://schemas.microsoft.com/office/drawing/2014/chart" uri="{C3380CC4-5D6E-409C-BE32-E72D297353CC}">
                  <c16:uniqueId val="{00000000-C1EF-854B-84F7-ABA3F15625E4}"/>
                </c:ext>
              </c:extLst>
            </c:dLbl>
            <c:numFmt formatCode="0.0%" sourceLinked="0"/>
            <c:spPr>
              <a:noFill/>
              <a:ln>
                <a:noFill/>
              </a:ln>
              <a:effectLst/>
            </c:spPr>
            <c:txPr>
              <a:bodyPr rot="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2019</c:v>
                </c:pt>
                <c:pt idx="1">
                  <c:v>2020</c:v>
                </c:pt>
                <c:pt idx="2">
                  <c:v>2021</c:v>
                </c:pt>
                <c:pt idx="3">
                  <c:v>2022</c:v>
                </c:pt>
                <c:pt idx="4">
                  <c:v>2023</c:v>
                </c:pt>
              </c:numCache>
            </c:numRef>
          </c:cat>
          <c:val>
            <c:numRef>
              <c:f>Sheet1!$C$2:$C$6</c:f>
              <c:numCache>
                <c:formatCode>0.0%</c:formatCode>
                <c:ptCount val="5"/>
                <c:pt idx="0">
                  <c:v>2.6560233929316439E-2</c:v>
                </c:pt>
                <c:pt idx="1">
                  <c:v>2.9686506149497895E-2</c:v>
                </c:pt>
                <c:pt idx="2">
                  <c:v>5.4380950910279661E-2</c:v>
                </c:pt>
                <c:pt idx="3">
                  <c:v>9.7441280036568174E-3</c:v>
                </c:pt>
                <c:pt idx="4">
                  <c:v>2.049124349293531E-2</c:v>
                </c:pt>
              </c:numCache>
            </c:numRef>
          </c:val>
          <c:smooth val="0"/>
          <c:extLst>
            <c:ext xmlns:c16="http://schemas.microsoft.com/office/drawing/2014/chart" uri="{C3380CC4-5D6E-409C-BE32-E72D297353CC}">
              <c16:uniqueId val="{00000003-70F1-4A03-9E9D-C5AA51093DC2}"/>
            </c:ext>
          </c:extLst>
        </c:ser>
        <c:dLbls>
          <c:showLegendKey val="0"/>
          <c:showVal val="1"/>
          <c:showCatName val="0"/>
          <c:showSerName val="0"/>
          <c:showPercent val="0"/>
          <c:showBubbleSize val="0"/>
        </c:dLbls>
        <c:marker val="1"/>
        <c:smooth val="0"/>
        <c:axId val="328413968"/>
        <c:axId val="328425968"/>
      </c:lineChart>
      <c:catAx>
        <c:axId val="1409222848"/>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1409243008"/>
        <c:crosses val="autoZero"/>
        <c:auto val="1"/>
        <c:lblAlgn val="ctr"/>
        <c:lblOffset val="0"/>
        <c:noMultiLvlLbl val="0"/>
      </c:catAx>
      <c:valAx>
        <c:axId val="1409243008"/>
        <c:scaling>
          <c:orientation val="minMax"/>
          <c:min val="0"/>
        </c:scaling>
        <c:delete val="0"/>
        <c:axPos val="l"/>
        <c:majorGridlines>
          <c:spPr>
            <a:ln w="9525" cap="flat" cmpd="sng" algn="ctr">
              <a:solidFill>
                <a:schemeClr val="bg1">
                  <a:lumMod val="85000"/>
                </a:schemeClr>
              </a:solidFill>
              <a:round/>
            </a:ln>
            <a:effectLst/>
          </c:spPr>
        </c:majorGridlines>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1409222848"/>
        <c:crosses val="autoZero"/>
        <c:crossBetween val="between"/>
      </c:valAx>
      <c:valAx>
        <c:axId val="328425968"/>
        <c:scaling>
          <c:orientation val="minMax"/>
        </c:scaling>
        <c:delete val="0"/>
        <c:axPos val="r"/>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328413968"/>
        <c:crosses val="max"/>
        <c:crossBetween val="between"/>
      </c:valAx>
      <c:catAx>
        <c:axId val="328413968"/>
        <c:scaling>
          <c:orientation val="minMax"/>
        </c:scaling>
        <c:delete val="1"/>
        <c:axPos val="b"/>
        <c:numFmt formatCode="General" sourceLinked="1"/>
        <c:majorTickMark val="out"/>
        <c:minorTickMark val="none"/>
        <c:tickLblPos val="nextTo"/>
        <c:crossAx val="328425968"/>
        <c:crosses val="autoZero"/>
        <c:auto val="1"/>
        <c:lblAlgn val="ctr"/>
        <c:lblOffset val="100"/>
        <c:noMultiLvlLbl val="0"/>
      </c:catAx>
      <c:spPr>
        <a:noFill/>
        <a:ln>
          <a:noFill/>
        </a:ln>
        <a:effectLst/>
      </c:spPr>
    </c:plotArea>
    <c:legend>
      <c:legendPos val="t"/>
      <c:layout>
        <c:manualLayout>
          <c:xMode val="edge"/>
          <c:yMode val="edge"/>
          <c:x val="0.16107511562307594"/>
          <c:y val="1.7886836884253857E-2"/>
          <c:w val="0.67784958977075849"/>
          <c:h val="0.11697822123379616"/>
        </c:manualLayout>
      </c:layout>
      <c:overlay val="0"/>
      <c:spPr>
        <a:noFill/>
        <a:ln>
          <a:noFill/>
        </a:ln>
        <a:effectLst/>
      </c:spPr>
      <c:txPr>
        <a:bodyPr rot="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latin typeface="+mn-ea"/>
          <a:ea typeface="+mn-ea"/>
          <a:cs typeface="Segoe UI" panose="020B0502040204020203" pitchFamily="34"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312253898251686E-2"/>
          <c:y val="0.17427619051846197"/>
          <c:w val="0.83333721130027638"/>
          <c:h val="0.67614853304314493"/>
        </c:manualLayout>
      </c:layout>
      <c:barChart>
        <c:barDir val="col"/>
        <c:grouping val="clustered"/>
        <c:varyColors val="0"/>
        <c:ser>
          <c:idx val="0"/>
          <c:order val="0"/>
          <c:tx>
            <c:strRef>
              <c:f>Sheet1!$B$1</c:f>
              <c:strCache>
                <c:ptCount val="1"/>
                <c:pt idx="0">
                  <c:v>売上</c:v>
                </c:pt>
              </c:strCache>
            </c:strRef>
          </c:tx>
          <c:spPr>
            <a:solidFill>
              <a:schemeClr val="accent5">
                <a:lumMod val="25000"/>
                <a:lumOff val="75000"/>
              </a:schemeClr>
            </a:solidFill>
            <a:ln>
              <a:noFill/>
            </a:ln>
            <a:effectLst/>
          </c:spPr>
          <c:invertIfNegative val="0"/>
          <c:dLbls>
            <c:dLbl>
              <c:idx val="1"/>
              <c:layout>
                <c:manualLayout>
                  <c:x val="-4.1672747972814192E-17"/>
                  <c:y val="5.858509161647337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C95-2A4C-8E78-6956E1043322}"/>
                </c:ext>
              </c:extLst>
            </c:dLbl>
            <c:dLbl>
              <c:idx val="2"/>
              <c:layout>
                <c:manualLayout>
                  <c:x val="0"/>
                  <c:y val="1.10022269095357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0F1-4A03-9E9D-C5AA51093DC2}"/>
                </c:ext>
              </c:extLst>
            </c:dLbl>
            <c:dLbl>
              <c:idx val="3"/>
              <c:layout>
                <c:manualLayout>
                  <c:x val="-2.2730852389066282E-3"/>
                  <c:y val="6.223976915416643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0F1-4A03-9E9D-C5AA51093DC2}"/>
                </c:ext>
              </c:extLst>
            </c:dLbl>
            <c:numFmt formatCode="#,##0.0" sourceLinked="0"/>
            <c:spPr>
              <a:noFill/>
              <a:ln>
                <a:noFill/>
              </a:ln>
              <a:effectLst/>
            </c:spPr>
            <c:txPr>
              <a:bodyPr rot="0" spcFirstLastPara="1" vertOverflow="ellipsis" vert="horz" wrap="square" anchor="ctr" anchorCtr="1"/>
              <a:lstStyle/>
              <a:p>
                <a:pPr>
                  <a:defRPr lang="ja-JP" sz="1400" b="1" i="0" u="none" strike="noStrike" kern="1200" baseline="0">
                    <a:solidFill>
                      <a:schemeClr val="tx1"/>
                    </a:solidFill>
                    <a:latin typeface="+mn-ea"/>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2019</c:v>
                </c:pt>
                <c:pt idx="1">
                  <c:v>2020</c:v>
                </c:pt>
                <c:pt idx="2">
                  <c:v>2021</c:v>
                </c:pt>
                <c:pt idx="3">
                  <c:v>2022</c:v>
                </c:pt>
                <c:pt idx="4">
                  <c:v>2023</c:v>
                </c:pt>
              </c:numCache>
            </c:numRef>
          </c:cat>
          <c:val>
            <c:numRef>
              <c:f>Sheet1!$B$2:$B$6</c:f>
              <c:numCache>
                <c:formatCode>#,##0.0</c:formatCode>
                <c:ptCount val="5"/>
                <c:pt idx="0">
                  <c:v>5.9679609999999998</c:v>
                </c:pt>
                <c:pt idx="1">
                  <c:v>7.425808</c:v>
                </c:pt>
                <c:pt idx="2">
                  <c:v>5.2090909999999999</c:v>
                </c:pt>
                <c:pt idx="3">
                  <c:v>4.936064</c:v>
                </c:pt>
                <c:pt idx="4">
                  <c:v>6.1885589999999997</c:v>
                </c:pt>
              </c:numCache>
            </c:numRef>
          </c:val>
          <c:extLst>
            <c:ext xmlns:c16="http://schemas.microsoft.com/office/drawing/2014/chart" uri="{C3380CC4-5D6E-409C-BE32-E72D297353CC}">
              <c16:uniqueId val="{00000002-70F1-4A03-9E9D-C5AA51093DC2}"/>
            </c:ext>
          </c:extLst>
        </c:ser>
        <c:dLbls>
          <c:showLegendKey val="0"/>
          <c:showVal val="1"/>
          <c:showCatName val="0"/>
          <c:showSerName val="0"/>
          <c:showPercent val="0"/>
          <c:showBubbleSize val="0"/>
        </c:dLbls>
        <c:gapWidth val="50"/>
        <c:axId val="1409222848"/>
        <c:axId val="1409243008"/>
      </c:barChart>
      <c:lineChart>
        <c:grouping val="standard"/>
        <c:varyColors val="0"/>
        <c:ser>
          <c:idx val="1"/>
          <c:order val="1"/>
          <c:tx>
            <c:strRef>
              <c:f>Sheet1!$C$1</c:f>
              <c:strCache>
                <c:ptCount val="1"/>
                <c:pt idx="0">
                  <c:v>営業利益率</c:v>
                </c:pt>
              </c:strCache>
            </c:strRef>
          </c:tx>
          <c:spPr>
            <a:ln w="28575" cap="rnd">
              <a:solidFill>
                <a:schemeClr val="accent6"/>
              </a:solidFill>
              <a:round/>
            </a:ln>
            <a:effectLst/>
          </c:spPr>
          <c:marker>
            <c:symbol val="none"/>
          </c:marker>
          <c:dLbls>
            <c:dLbl>
              <c:idx val="0"/>
              <c:layout>
                <c:manualLayout>
                  <c:x val="-5.066706997522874E-2"/>
                  <c:y val="0.10726930274976278"/>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0F1-4A03-9E9D-C5AA51093DC2}"/>
                </c:ext>
              </c:extLst>
            </c:dLbl>
            <c:numFmt formatCode="0.0%" sourceLinked="0"/>
            <c:spPr>
              <a:noFill/>
              <a:ln>
                <a:noFill/>
              </a:ln>
              <a:effectLst/>
            </c:spPr>
            <c:txPr>
              <a:bodyPr rot="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2019</c:v>
                </c:pt>
                <c:pt idx="1">
                  <c:v>2020</c:v>
                </c:pt>
                <c:pt idx="2">
                  <c:v>2021</c:v>
                </c:pt>
                <c:pt idx="3">
                  <c:v>2022</c:v>
                </c:pt>
                <c:pt idx="4">
                  <c:v>2023</c:v>
                </c:pt>
              </c:numCache>
            </c:numRef>
          </c:cat>
          <c:val>
            <c:numRef>
              <c:f>Sheet1!$C$2:$C$6</c:f>
              <c:numCache>
                <c:formatCode>0.0%</c:formatCode>
                <c:ptCount val="5"/>
                <c:pt idx="0">
                  <c:v>2.7623672473731001E-2</c:v>
                </c:pt>
                <c:pt idx="1">
                  <c:v>4.686614574467856E-2</c:v>
                </c:pt>
                <c:pt idx="2">
                  <c:v>2.2569196813801106E-2</c:v>
                </c:pt>
                <c:pt idx="3">
                  <c:v>3.324389635142494E-2</c:v>
                </c:pt>
                <c:pt idx="4">
                  <c:v>4.3694501417858342E-2</c:v>
                </c:pt>
              </c:numCache>
            </c:numRef>
          </c:val>
          <c:smooth val="0"/>
          <c:extLst>
            <c:ext xmlns:c16="http://schemas.microsoft.com/office/drawing/2014/chart" uri="{C3380CC4-5D6E-409C-BE32-E72D297353CC}">
              <c16:uniqueId val="{00000003-70F1-4A03-9E9D-C5AA51093DC2}"/>
            </c:ext>
          </c:extLst>
        </c:ser>
        <c:dLbls>
          <c:showLegendKey val="0"/>
          <c:showVal val="1"/>
          <c:showCatName val="0"/>
          <c:showSerName val="0"/>
          <c:showPercent val="0"/>
          <c:showBubbleSize val="0"/>
        </c:dLbls>
        <c:marker val="1"/>
        <c:smooth val="0"/>
        <c:axId val="328413968"/>
        <c:axId val="328425968"/>
      </c:lineChart>
      <c:catAx>
        <c:axId val="1409222848"/>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1409243008"/>
        <c:crosses val="autoZero"/>
        <c:auto val="1"/>
        <c:lblAlgn val="ctr"/>
        <c:lblOffset val="0"/>
        <c:noMultiLvlLbl val="0"/>
      </c:catAx>
      <c:valAx>
        <c:axId val="1409243008"/>
        <c:scaling>
          <c:orientation val="minMax"/>
          <c:min val="0"/>
        </c:scaling>
        <c:delete val="0"/>
        <c:axPos val="l"/>
        <c:majorGridlines>
          <c:spPr>
            <a:ln w="9525" cap="flat" cmpd="sng" algn="ctr">
              <a:solidFill>
                <a:schemeClr val="bg1">
                  <a:lumMod val="85000"/>
                </a:schemeClr>
              </a:solidFill>
              <a:round/>
            </a:ln>
            <a:effectLst/>
          </c:spPr>
        </c:majorGridlines>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1409222848"/>
        <c:crosses val="autoZero"/>
        <c:crossBetween val="between"/>
      </c:valAx>
      <c:valAx>
        <c:axId val="328425968"/>
        <c:scaling>
          <c:orientation val="minMax"/>
          <c:max val="8.0000000000000016E-2"/>
          <c:min val="0"/>
        </c:scaling>
        <c:delete val="0"/>
        <c:axPos val="r"/>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328413968"/>
        <c:crosses val="max"/>
        <c:crossBetween val="between"/>
        <c:majorUnit val="2.0000000000000004E-2"/>
      </c:valAx>
      <c:catAx>
        <c:axId val="328413968"/>
        <c:scaling>
          <c:orientation val="minMax"/>
        </c:scaling>
        <c:delete val="1"/>
        <c:axPos val="b"/>
        <c:numFmt formatCode="General" sourceLinked="1"/>
        <c:majorTickMark val="out"/>
        <c:minorTickMark val="none"/>
        <c:tickLblPos val="nextTo"/>
        <c:crossAx val="328425968"/>
        <c:crosses val="autoZero"/>
        <c:auto val="1"/>
        <c:lblAlgn val="ctr"/>
        <c:lblOffset val="100"/>
        <c:noMultiLvlLbl val="0"/>
      </c:catAx>
      <c:spPr>
        <a:noFill/>
        <a:ln>
          <a:noFill/>
        </a:ln>
        <a:effectLst/>
      </c:spPr>
    </c:plotArea>
    <c:legend>
      <c:legendPos val="t"/>
      <c:layout>
        <c:manualLayout>
          <c:xMode val="edge"/>
          <c:yMode val="edge"/>
          <c:x val="0.16107511562307594"/>
          <c:y val="1.7886836884253857E-2"/>
          <c:w val="0.67784958977075849"/>
          <c:h val="0.11697822123379616"/>
        </c:manualLayout>
      </c:layout>
      <c:overlay val="0"/>
      <c:spPr>
        <a:noFill/>
        <a:ln>
          <a:noFill/>
        </a:ln>
        <a:effectLst/>
      </c:spPr>
      <c:txPr>
        <a:bodyPr rot="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latin typeface="+mn-ea"/>
          <a:ea typeface="+mn-ea"/>
          <a:cs typeface="Segoe UI" panose="020B0502040204020203"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3869337704783298E-2"/>
          <c:y val="0.23132515695503492"/>
          <c:w val="0.83333721130027638"/>
          <c:h val="0.68198178648128882"/>
        </c:manualLayout>
      </c:layout>
      <c:barChart>
        <c:barDir val="col"/>
        <c:grouping val="clustered"/>
        <c:varyColors val="0"/>
        <c:ser>
          <c:idx val="0"/>
          <c:order val="0"/>
          <c:tx>
            <c:strRef>
              <c:f>Sheet1!$B$1</c:f>
              <c:strCache>
                <c:ptCount val="1"/>
                <c:pt idx="0">
                  <c:v>売上</c:v>
                </c:pt>
              </c:strCache>
            </c:strRef>
          </c:tx>
          <c:spPr>
            <a:solidFill>
              <a:schemeClr val="accent5">
                <a:lumMod val="25000"/>
                <a:lumOff val="75000"/>
              </a:schemeClr>
            </a:solidFill>
            <a:ln>
              <a:noFill/>
            </a:ln>
            <a:effectLst/>
          </c:spPr>
          <c:invertIfNegative val="0"/>
          <c:dLbls>
            <c:dLbl>
              <c:idx val="2"/>
              <c:layout>
                <c:manualLayout>
                  <c:x val="0"/>
                  <c:y val="1.10022269095357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F0C-4AF8-AB76-5C51109DBE39}"/>
                </c:ext>
              </c:extLst>
            </c:dLbl>
            <c:dLbl>
              <c:idx val="3"/>
              <c:layout>
                <c:manualLayout>
                  <c:x val="-2.2730852389066282E-3"/>
                  <c:y val="6.223976915416643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F0C-4AF8-AB76-5C51109DBE39}"/>
                </c:ext>
              </c:extLst>
            </c:dLbl>
            <c:numFmt formatCode="#,##0" sourceLinked="0"/>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c:f>
              <c:numCache>
                <c:formatCode>General</c:formatCode>
                <c:ptCount val="4"/>
                <c:pt idx="0">
                  <c:v>2020</c:v>
                </c:pt>
                <c:pt idx="1">
                  <c:v>2021</c:v>
                </c:pt>
                <c:pt idx="2">
                  <c:v>2022</c:v>
                </c:pt>
                <c:pt idx="3">
                  <c:v>2023</c:v>
                </c:pt>
              </c:numCache>
            </c:numRef>
          </c:cat>
          <c:val>
            <c:numRef>
              <c:f>Sheet1!$B$2:$B$5</c:f>
              <c:numCache>
                <c:formatCode>#,##0</c:formatCode>
                <c:ptCount val="4"/>
                <c:pt idx="0">
                  <c:v>3</c:v>
                </c:pt>
                <c:pt idx="1">
                  <c:v>3</c:v>
                </c:pt>
                <c:pt idx="2">
                  <c:v>3</c:v>
                </c:pt>
                <c:pt idx="3">
                  <c:v>4</c:v>
                </c:pt>
              </c:numCache>
            </c:numRef>
          </c:val>
          <c:extLst>
            <c:ext xmlns:c16="http://schemas.microsoft.com/office/drawing/2014/chart" uri="{C3380CC4-5D6E-409C-BE32-E72D297353CC}">
              <c16:uniqueId val="{00000002-4F0C-4AF8-AB76-5C51109DBE39}"/>
            </c:ext>
          </c:extLst>
        </c:ser>
        <c:dLbls>
          <c:showLegendKey val="0"/>
          <c:showVal val="1"/>
          <c:showCatName val="0"/>
          <c:showSerName val="0"/>
          <c:showPercent val="0"/>
          <c:showBubbleSize val="0"/>
        </c:dLbls>
        <c:gapWidth val="50"/>
        <c:axId val="1409222848"/>
        <c:axId val="1409243008"/>
      </c:barChart>
      <c:lineChart>
        <c:grouping val="standard"/>
        <c:varyColors val="0"/>
        <c:ser>
          <c:idx val="1"/>
          <c:order val="1"/>
          <c:tx>
            <c:strRef>
              <c:f>Sheet1!$C$1</c:f>
              <c:strCache>
                <c:ptCount val="1"/>
                <c:pt idx="0">
                  <c:v>営業利益率</c:v>
                </c:pt>
              </c:strCache>
            </c:strRef>
          </c:tx>
          <c:spPr>
            <a:ln w="28575" cap="rnd">
              <a:solidFill>
                <a:schemeClr val="accent6"/>
              </a:solidFill>
              <a:round/>
            </a:ln>
            <a:effectLst/>
          </c:spPr>
          <c:marker>
            <c:symbol val="none"/>
          </c:marker>
          <c:dLbls>
            <c:dLbl>
              <c:idx val="4"/>
              <c:layout>
                <c:manualLayout>
                  <c:x val="-5.2940155214135372E-2"/>
                  <c:y val="4.084408177590594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F0C-4AF8-AB76-5C51109DBE39}"/>
                </c:ext>
              </c:extLst>
            </c:dLbl>
            <c:numFmt formatCode="0.0%" sourceLinked="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c:f>
              <c:numCache>
                <c:formatCode>General</c:formatCode>
                <c:ptCount val="4"/>
                <c:pt idx="0">
                  <c:v>2020</c:v>
                </c:pt>
                <c:pt idx="1">
                  <c:v>2021</c:v>
                </c:pt>
                <c:pt idx="2">
                  <c:v>2022</c:v>
                </c:pt>
                <c:pt idx="3">
                  <c:v>2023</c:v>
                </c:pt>
              </c:numCache>
            </c:numRef>
          </c:cat>
          <c:val>
            <c:numRef>
              <c:f>Sheet1!$C$2:$C$5</c:f>
              <c:numCache>
                <c:formatCode>0.0%</c:formatCode>
                <c:ptCount val="4"/>
                <c:pt idx="0">
                  <c:v>-5.1999999999999998E-2</c:v>
                </c:pt>
                <c:pt idx="1">
                  <c:v>2.5000000000000001E-2</c:v>
                </c:pt>
                <c:pt idx="2">
                  <c:v>5.5E-2</c:v>
                </c:pt>
                <c:pt idx="3">
                  <c:v>6.6000000000000003E-2</c:v>
                </c:pt>
              </c:numCache>
            </c:numRef>
          </c:val>
          <c:smooth val="0"/>
          <c:extLst>
            <c:ext xmlns:c16="http://schemas.microsoft.com/office/drawing/2014/chart" uri="{C3380CC4-5D6E-409C-BE32-E72D297353CC}">
              <c16:uniqueId val="{00000004-4F0C-4AF8-AB76-5C51109DBE39}"/>
            </c:ext>
          </c:extLst>
        </c:ser>
        <c:dLbls>
          <c:showLegendKey val="0"/>
          <c:showVal val="1"/>
          <c:showCatName val="0"/>
          <c:showSerName val="0"/>
          <c:showPercent val="0"/>
          <c:showBubbleSize val="0"/>
        </c:dLbls>
        <c:marker val="1"/>
        <c:smooth val="0"/>
        <c:axId val="328413968"/>
        <c:axId val="328425968"/>
      </c:lineChart>
      <c:catAx>
        <c:axId val="1409222848"/>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1409243008"/>
        <c:crosses val="autoZero"/>
        <c:auto val="1"/>
        <c:lblAlgn val="ctr"/>
        <c:lblOffset val="100"/>
        <c:noMultiLvlLbl val="0"/>
      </c:catAx>
      <c:valAx>
        <c:axId val="1409243008"/>
        <c:scaling>
          <c:orientation val="minMax"/>
          <c:max val="10"/>
          <c:min val="-5"/>
        </c:scaling>
        <c:delete val="0"/>
        <c:axPos val="l"/>
        <c:majorGridlines>
          <c:spPr>
            <a:ln w="9525" cap="flat" cmpd="sng" algn="ctr">
              <a:solidFill>
                <a:schemeClr val="bg1">
                  <a:lumMod val="85000"/>
                </a:schemeClr>
              </a:solidFill>
              <a:round/>
            </a:ln>
            <a:effectLst/>
          </c:spPr>
        </c:majorGridlines>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1409222848"/>
        <c:crosses val="autoZero"/>
        <c:crossBetween val="between"/>
        <c:majorUnit val="5"/>
      </c:valAx>
      <c:valAx>
        <c:axId val="328425968"/>
        <c:scaling>
          <c:orientation val="minMax"/>
          <c:max val="0.1"/>
          <c:min val="-0.05"/>
        </c:scaling>
        <c:delete val="0"/>
        <c:axPos val="r"/>
        <c:numFmt formatCode="0.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328413968"/>
        <c:crosses val="max"/>
        <c:crossBetween val="between"/>
        <c:majorUnit val="0.05"/>
      </c:valAx>
      <c:catAx>
        <c:axId val="328413968"/>
        <c:scaling>
          <c:orientation val="minMax"/>
        </c:scaling>
        <c:delete val="1"/>
        <c:axPos val="b"/>
        <c:numFmt formatCode="General" sourceLinked="1"/>
        <c:majorTickMark val="out"/>
        <c:minorTickMark val="none"/>
        <c:tickLblPos val="nextTo"/>
        <c:crossAx val="328425968"/>
        <c:crosses val="autoZero"/>
        <c:auto val="1"/>
        <c:lblAlgn val="ctr"/>
        <c:lblOffset val="100"/>
        <c:noMultiLvlLbl val="0"/>
      </c:catAx>
      <c:spPr>
        <a:noFill/>
        <a:ln>
          <a:noFill/>
        </a:ln>
        <a:effectLst/>
      </c:spPr>
    </c:plotArea>
    <c:legend>
      <c:legendPos val="t"/>
      <c:layout>
        <c:manualLayout>
          <c:xMode val="edge"/>
          <c:yMode val="edge"/>
          <c:x val="0.16107511562307594"/>
          <c:y val="0"/>
          <c:w val="0.67784958977075849"/>
          <c:h val="0.138093900217019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latin typeface="Segoe UI" panose="020B0502040204020203" pitchFamily="34" charset="0"/>
          <a:ea typeface="+mn-ea"/>
          <a:cs typeface="Segoe UI" panose="020B0502040204020203" pitchFamily="34" charset="0"/>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312253898251686E-2"/>
          <c:y val="6.1760522512292089E-2"/>
          <c:w val="0.83333721130027638"/>
          <c:h val="0.73796555969543098"/>
        </c:manualLayout>
      </c:layout>
      <c:barChart>
        <c:barDir val="col"/>
        <c:grouping val="clustered"/>
        <c:varyColors val="0"/>
        <c:ser>
          <c:idx val="0"/>
          <c:order val="0"/>
          <c:tx>
            <c:strRef>
              <c:f>Sheet1!$B$1</c:f>
              <c:strCache>
                <c:ptCount val="1"/>
                <c:pt idx="0">
                  <c:v>Revenue</c:v>
                </c:pt>
              </c:strCache>
            </c:strRef>
          </c:tx>
          <c:spPr>
            <a:solidFill>
              <a:schemeClr val="accent5">
                <a:lumMod val="25000"/>
                <a:lumOff val="75000"/>
              </a:schemeClr>
            </a:solidFill>
            <a:ln>
              <a:noFill/>
            </a:ln>
            <a:effectLst/>
          </c:spPr>
          <c:invertIfNegative val="0"/>
          <c:dLbls>
            <c:dLbl>
              <c:idx val="2"/>
              <c:layout>
                <c:manualLayout>
                  <c:x val="0"/>
                  <c:y val="1.10022269095357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708-4A4B-865A-AC36A7214CD3}"/>
                </c:ext>
              </c:extLst>
            </c:dLbl>
            <c:dLbl>
              <c:idx val="3"/>
              <c:layout>
                <c:manualLayout>
                  <c:x val="-2.2730852389066282E-3"/>
                  <c:y val="6.223976915416643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708-4A4B-865A-AC36A7214CD3}"/>
                </c:ext>
              </c:extLst>
            </c:dLbl>
            <c:numFmt formatCode="#,##0" sourceLinked="0"/>
            <c:spPr>
              <a:noFill/>
              <a:ln>
                <a:noFill/>
              </a:ln>
              <a:effectLst/>
            </c:spPr>
            <c:txPr>
              <a:bodyPr rot="0" spcFirstLastPara="1" vertOverflow="ellipsis" vert="horz" wrap="square" anchor="ctr" anchorCtr="1"/>
              <a:lstStyle/>
              <a:p>
                <a:pPr>
                  <a:defRPr lang="ja-JP" sz="1400" b="1" i="0" u="none" strike="noStrike" kern="1200" baseline="0">
                    <a:solidFill>
                      <a:schemeClr val="tx1"/>
                    </a:solidFill>
                    <a:latin typeface="+mn-ea"/>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0</c:formatCode>
                <c:ptCount val="5"/>
                <c:pt idx="0">
                  <c:v>2020</c:v>
                </c:pt>
                <c:pt idx="1">
                  <c:v>2021</c:v>
                </c:pt>
                <c:pt idx="2">
                  <c:v>2022</c:v>
                </c:pt>
                <c:pt idx="3">
                  <c:v>2023</c:v>
                </c:pt>
                <c:pt idx="4">
                  <c:v>2024</c:v>
                </c:pt>
              </c:numCache>
            </c:numRef>
          </c:cat>
          <c:val>
            <c:numRef>
              <c:f>Sheet1!$B$2:$B$6</c:f>
              <c:numCache>
                <c:formatCode>#,##0.0</c:formatCode>
                <c:ptCount val="5"/>
                <c:pt idx="0">
                  <c:v>13</c:v>
                </c:pt>
                <c:pt idx="1">
                  <c:v>61</c:v>
                </c:pt>
                <c:pt idx="2">
                  <c:v>80</c:v>
                </c:pt>
                <c:pt idx="3">
                  <c:v>113</c:v>
                </c:pt>
                <c:pt idx="4">
                  <c:v>109</c:v>
                </c:pt>
              </c:numCache>
            </c:numRef>
          </c:val>
          <c:extLst>
            <c:ext xmlns:c16="http://schemas.microsoft.com/office/drawing/2014/chart" uri="{C3380CC4-5D6E-409C-BE32-E72D297353CC}">
              <c16:uniqueId val="{00000002-B708-4A4B-865A-AC36A7214CD3}"/>
            </c:ext>
          </c:extLst>
        </c:ser>
        <c:dLbls>
          <c:showLegendKey val="0"/>
          <c:showVal val="1"/>
          <c:showCatName val="0"/>
          <c:showSerName val="0"/>
          <c:showPercent val="0"/>
          <c:showBubbleSize val="0"/>
        </c:dLbls>
        <c:gapWidth val="50"/>
        <c:axId val="1409222848"/>
        <c:axId val="1409243008"/>
      </c:barChart>
      <c:lineChart>
        <c:grouping val="standard"/>
        <c:varyColors val="0"/>
        <c:dLbls>
          <c:showLegendKey val="0"/>
          <c:showVal val="1"/>
          <c:showCatName val="0"/>
          <c:showSerName val="0"/>
          <c:showPercent val="0"/>
          <c:showBubbleSize val="0"/>
        </c:dLbls>
        <c:marker val="1"/>
        <c:smooth val="0"/>
        <c:axId val="328413968"/>
        <c:axId val="328425968"/>
        <c:extLst>
          <c:ext xmlns:c15="http://schemas.microsoft.com/office/drawing/2012/chart" uri="{02D57815-91ED-43cb-92C2-25804820EDAC}">
            <c15:filteredLineSeries>
              <c15:ser>
                <c:idx val="1"/>
                <c:order val="1"/>
                <c:tx>
                  <c:strRef>
                    <c:extLst>
                      <c:ext uri="{02D57815-91ED-43cb-92C2-25804820EDAC}">
                        <c15:formulaRef>
                          <c15:sqref>Sheet1!$C$1</c15:sqref>
                        </c15:formulaRef>
                      </c:ext>
                    </c:extLst>
                    <c:strCache>
                      <c:ptCount val="1"/>
                      <c:pt idx="0">
                        <c:v>Operating Margin</c:v>
                      </c:pt>
                    </c:strCache>
                  </c:strRef>
                </c:tx>
                <c:spPr>
                  <a:ln w="28575" cap="rnd">
                    <a:solidFill>
                      <a:schemeClr val="accent6"/>
                    </a:solidFill>
                    <a:round/>
                  </a:ln>
                  <a:effectLst/>
                </c:spPr>
                <c:marker>
                  <c:symbol val="none"/>
                </c:marker>
                <c:dLbls>
                  <c:dLbl>
                    <c:idx val="0"/>
                    <c:layout>
                      <c:manualLayout>
                        <c:x val="-4.8393984736322115E-2"/>
                        <c:y val="0.20100544933612019"/>
                      </c:manualLayout>
                    </c:layout>
                    <c:dLblPos val="r"/>
                    <c:showLegendKey val="0"/>
                    <c:showVal val="1"/>
                    <c:showCatName val="0"/>
                    <c:showSerName val="0"/>
                    <c:showPercent val="0"/>
                    <c:showBubbleSize val="0"/>
                    <c:extLst>
                      <c:ext uri="{CE6537A1-D6FC-4f65-9D91-7224C49458BB}"/>
                      <c:ext xmlns:c16="http://schemas.microsoft.com/office/drawing/2014/chart" uri="{C3380CC4-5D6E-409C-BE32-E72D297353CC}">
                        <c16:uniqueId val="{00000003-B708-4A4B-865A-AC36A7214CD3}"/>
                      </c:ext>
                    </c:extLst>
                  </c:dLbl>
                  <c:numFmt formatCode="0.0%" sourceLinked="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ea"/>
                          <a:ea typeface="+mn-ea"/>
                          <a:cs typeface="Segoe UI" panose="020B0502040204020203" pitchFamily="34" charset="0"/>
                        </a:defRPr>
                      </a:pPr>
                      <a:endParaRPr lang="en-US"/>
                    </a:p>
                  </c:txPr>
                  <c:dLblPos val="b"/>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numRef>
                    <c:extLst>
                      <c:ext uri="{02D57815-91ED-43cb-92C2-25804820EDAC}">
                        <c15:formulaRef>
                          <c15:sqref>Sheet1!$A$2:$A$6</c15:sqref>
                        </c15:formulaRef>
                      </c:ext>
                    </c:extLst>
                    <c:numCache>
                      <c:formatCode>0</c:formatCode>
                      <c:ptCount val="5"/>
                      <c:pt idx="0">
                        <c:v>2020</c:v>
                      </c:pt>
                      <c:pt idx="1">
                        <c:v>2021</c:v>
                      </c:pt>
                      <c:pt idx="2">
                        <c:v>2022</c:v>
                      </c:pt>
                      <c:pt idx="3">
                        <c:v>2023</c:v>
                      </c:pt>
                      <c:pt idx="4">
                        <c:v>2024</c:v>
                      </c:pt>
                    </c:numCache>
                  </c:numRef>
                </c:cat>
                <c:val>
                  <c:numRef>
                    <c:extLst>
                      <c:ext uri="{02D57815-91ED-43cb-92C2-25804820EDAC}">
                        <c15:formulaRef>
                          <c15:sqref>Sheet1!$C$2:$C$6</c15:sqref>
                        </c15:formulaRef>
                      </c:ext>
                    </c:extLst>
                    <c:numCache>
                      <c:formatCode>General</c:formatCode>
                      <c:ptCount val="5"/>
                    </c:numCache>
                  </c:numRef>
                </c:val>
                <c:smooth val="0"/>
                <c:extLst>
                  <c:ext xmlns:c16="http://schemas.microsoft.com/office/drawing/2014/chart" uri="{C3380CC4-5D6E-409C-BE32-E72D297353CC}">
                    <c16:uniqueId val="{00000004-B708-4A4B-865A-AC36A7214CD3}"/>
                  </c:ext>
                </c:extLst>
              </c15:ser>
            </c15:filteredLineSeries>
          </c:ext>
        </c:extLst>
      </c:lineChart>
      <c:catAx>
        <c:axId val="1409222848"/>
        <c:scaling>
          <c:orientation val="minMax"/>
        </c:scaling>
        <c:delete val="0"/>
        <c:axPos val="b"/>
        <c:numFmt formatCode="0"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1409243008"/>
        <c:crosses val="autoZero"/>
        <c:auto val="1"/>
        <c:lblAlgn val="ctr"/>
        <c:lblOffset val="100"/>
        <c:noMultiLvlLbl val="0"/>
      </c:catAx>
      <c:valAx>
        <c:axId val="1409243008"/>
        <c:scaling>
          <c:orientation val="minMax"/>
          <c:min val="0"/>
        </c:scaling>
        <c:delete val="0"/>
        <c:axPos val="l"/>
        <c:majorGridlines>
          <c:spPr>
            <a:ln w="9525" cap="flat" cmpd="sng" algn="ctr">
              <a:solidFill>
                <a:schemeClr val="bg1">
                  <a:lumMod val="85000"/>
                </a:schemeClr>
              </a:solidFill>
              <a:round/>
            </a:ln>
            <a:effectLst/>
          </c:spPr>
        </c:majorGridlines>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lang="ja-JP" sz="1400" b="0" i="0" u="none" strike="noStrike" kern="1200" baseline="0">
                <a:solidFill>
                  <a:schemeClr val="tx1"/>
                </a:solidFill>
                <a:latin typeface="+mn-ea"/>
                <a:ea typeface="+mn-ea"/>
                <a:cs typeface="Segoe UI" panose="020B0502040204020203" pitchFamily="34" charset="0"/>
              </a:defRPr>
            </a:pPr>
            <a:endParaRPr lang="en-US"/>
          </a:p>
        </c:txPr>
        <c:crossAx val="1409222848"/>
        <c:crosses val="autoZero"/>
        <c:crossBetween val="between"/>
      </c:valAx>
      <c:valAx>
        <c:axId val="328425968"/>
        <c:scaling>
          <c:orientation val="minMax"/>
        </c:scaling>
        <c:delete val="1"/>
        <c:axPos val="r"/>
        <c:numFmt formatCode="0.0%" sourceLinked="0"/>
        <c:majorTickMark val="out"/>
        <c:minorTickMark val="none"/>
        <c:tickLblPos val="nextTo"/>
        <c:crossAx val="328413968"/>
        <c:crosses val="max"/>
        <c:crossBetween val="between"/>
      </c:valAx>
      <c:catAx>
        <c:axId val="328413968"/>
        <c:scaling>
          <c:orientation val="minMax"/>
        </c:scaling>
        <c:delete val="1"/>
        <c:axPos val="b"/>
        <c:numFmt formatCode="General" sourceLinked="1"/>
        <c:majorTickMark val="out"/>
        <c:minorTickMark val="none"/>
        <c:tickLblPos val="nextTo"/>
        <c:crossAx val="328425968"/>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latin typeface="+mn-ea"/>
          <a:ea typeface="+mn-ea"/>
          <a:cs typeface="Segoe UI" panose="020B0502040204020203" pitchFamily="34" charset="0"/>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312253898251686E-2"/>
          <c:y val="0.1817067688720054"/>
          <c:w val="0.83333721130027638"/>
          <c:h val="0.65160685608158564"/>
        </c:manualLayout>
      </c:layout>
      <c:barChart>
        <c:barDir val="col"/>
        <c:grouping val="clustered"/>
        <c:varyColors val="0"/>
        <c:ser>
          <c:idx val="0"/>
          <c:order val="0"/>
          <c:tx>
            <c:strRef>
              <c:f>Sheet1!$B$1</c:f>
              <c:strCache>
                <c:ptCount val="1"/>
                <c:pt idx="0">
                  <c:v>Revenue</c:v>
                </c:pt>
              </c:strCache>
            </c:strRef>
          </c:tx>
          <c:spPr>
            <a:solidFill>
              <a:schemeClr val="accent5">
                <a:lumMod val="25000"/>
                <a:lumOff val="75000"/>
              </a:schemeClr>
            </a:solidFill>
            <a:ln>
              <a:noFill/>
            </a:ln>
            <a:effectLst/>
          </c:spPr>
          <c:invertIfNegative val="0"/>
          <c:dLbls>
            <c:dLbl>
              <c:idx val="2"/>
              <c:layout>
                <c:manualLayout>
                  <c:x val="0"/>
                  <c:y val="1.10022269095357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1C9-4B30-B8F8-A1D7BCDCD718}"/>
                </c:ext>
              </c:extLst>
            </c:dLbl>
            <c:dLbl>
              <c:idx val="3"/>
              <c:layout>
                <c:manualLayout>
                  <c:x val="-2.2730852389066282E-3"/>
                  <c:y val="6.223976915416643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1C9-4B30-B8F8-A1D7BCDCD718}"/>
                </c:ext>
              </c:extLst>
            </c:dLbl>
            <c:numFmt formatCode="#,##0" sourceLinked="0"/>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2020</c:v>
                </c:pt>
                <c:pt idx="1">
                  <c:v>2021</c:v>
                </c:pt>
                <c:pt idx="2">
                  <c:v>2022</c:v>
                </c:pt>
                <c:pt idx="3">
                  <c:v>2023</c:v>
                </c:pt>
                <c:pt idx="4">
                  <c:v>2024</c:v>
                </c:pt>
              </c:numCache>
            </c:numRef>
          </c:cat>
          <c:val>
            <c:numRef>
              <c:f>Sheet1!$B$2:$B$6</c:f>
              <c:numCache>
                <c:formatCode>#,##0</c:formatCode>
                <c:ptCount val="5"/>
                <c:pt idx="0">
                  <c:v>89.453629649000007</c:v>
                </c:pt>
                <c:pt idx="1">
                  <c:v>43.506902650000001</c:v>
                </c:pt>
                <c:pt idx="2">
                  <c:v>65.545283994000002</c:v>
                </c:pt>
                <c:pt idx="3">
                  <c:v>104.80192327100001</c:v>
                </c:pt>
                <c:pt idx="4">
                  <c:v>102.317183327</c:v>
                </c:pt>
              </c:numCache>
            </c:numRef>
          </c:val>
          <c:extLst>
            <c:ext xmlns:c16="http://schemas.microsoft.com/office/drawing/2014/chart" uri="{C3380CC4-5D6E-409C-BE32-E72D297353CC}">
              <c16:uniqueId val="{00000002-F1C9-4B30-B8F8-A1D7BCDCD718}"/>
            </c:ext>
          </c:extLst>
        </c:ser>
        <c:dLbls>
          <c:showLegendKey val="0"/>
          <c:showVal val="1"/>
          <c:showCatName val="0"/>
          <c:showSerName val="0"/>
          <c:showPercent val="0"/>
          <c:showBubbleSize val="0"/>
        </c:dLbls>
        <c:gapWidth val="50"/>
        <c:axId val="1409222848"/>
        <c:axId val="1409243008"/>
      </c:barChart>
      <c:catAx>
        <c:axId val="1409222848"/>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1409243008"/>
        <c:crosses val="autoZero"/>
        <c:auto val="1"/>
        <c:lblAlgn val="ctr"/>
        <c:lblOffset val="100"/>
        <c:noMultiLvlLbl val="0"/>
      </c:catAx>
      <c:valAx>
        <c:axId val="1409243008"/>
        <c:scaling>
          <c:orientation val="minMax"/>
          <c:min val="0"/>
        </c:scaling>
        <c:delete val="0"/>
        <c:axPos val="l"/>
        <c:majorGridlines>
          <c:spPr>
            <a:ln w="9525" cap="flat" cmpd="sng" algn="ctr">
              <a:solidFill>
                <a:schemeClr val="bg1">
                  <a:lumMod val="85000"/>
                </a:schemeClr>
              </a:solidFill>
              <a:round/>
            </a:ln>
            <a:effectLst/>
          </c:spPr>
        </c:majorGridlines>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14092228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latin typeface="Segoe UI" panose="020B0502040204020203" pitchFamily="34" charset="0"/>
          <a:ea typeface="+mn-ea"/>
          <a:cs typeface="Segoe UI" panose="020B0502040204020203"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3113420" cy="517982"/>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4069731" y="1"/>
            <a:ext cx="3113420" cy="517982"/>
          </a:xfrm>
          <a:prstGeom prst="rect">
            <a:avLst/>
          </a:prstGeom>
        </p:spPr>
        <p:txBody>
          <a:bodyPr vert="horz" lIns="91440" tIns="45720" rIns="91440" bIns="45720" rtlCol="0"/>
          <a:lstStyle>
            <a:lvl1pPr algn="r">
              <a:defRPr sz="1200"/>
            </a:lvl1pPr>
          </a:lstStyle>
          <a:p>
            <a:fld id="{E6F9A0B1-50B0-48D0-B1FD-F23FDD0E25FC}" type="datetimeFigureOut">
              <a:rPr kumimoji="1" lang="ja-JP" altLang="en-US" smtClean="0"/>
              <a:pPr/>
              <a:t>2026/1/10</a:t>
            </a:fld>
            <a:endParaRPr kumimoji="1" lang="ja-JP" altLang="en-US"/>
          </a:p>
        </p:txBody>
      </p:sp>
      <p:sp>
        <p:nvSpPr>
          <p:cNvPr id="4" name="スライド イメージ プレースホルダー 3"/>
          <p:cNvSpPr>
            <a:spLocks noGrp="1" noRot="1" noChangeAspect="1"/>
          </p:cNvSpPr>
          <p:nvPr>
            <p:ph type="sldImg" idx="2"/>
          </p:nvPr>
        </p:nvSpPr>
        <p:spPr>
          <a:xfrm>
            <a:off x="138113" y="776288"/>
            <a:ext cx="6907212" cy="38862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718483" y="4920825"/>
            <a:ext cx="5747850" cy="4661833"/>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839850"/>
            <a:ext cx="3113420" cy="51798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4069731" y="9839850"/>
            <a:ext cx="3113420" cy="517982"/>
          </a:xfrm>
          <a:prstGeom prst="rect">
            <a:avLst/>
          </a:prstGeom>
        </p:spPr>
        <p:txBody>
          <a:bodyPr vert="horz" lIns="91440" tIns="45720" rIns="91440" bIns="45720" rtlCol="0" anchor="b"/>
          <a:lstStyle>
            <a:lvl1pPr algn="r">
              <a:defRPr sz="1200"/>
            </a:lvl1pPr>
          </a:lstStyle>
          <a:p>
            <a:fld id="{23264638-DA09-4F05-9D40-370968A24369}" type="slidenum">
              <a:rPr kumimoji="1" lang="ja-JP" altLang="en-US" smtClean="0"/>
              <a:pPr/>
              <a:t>‹#›</a:t>
            </a:fld>
            <a:endParaRPr kumimoji="1" lang="ja-JP" altLang="en-US"/>
          </a:p>
        </p:txBody>
      </p:sp>
    </p:spTree>
    <p:extLst>
      <p:ext uri="{BB962C8B-B14F-4D97-AF65-F5344CB8AC3E}">
        <p14:creationId xmlns:p14="http://schemas.microsoft.com/office/powerpoint/2010/main" val="63935369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75CA9-8CEE-419F-FBF7-1A6AE95F11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9DA28-9642-EAA5-DE3F-DD5052A5F107}"/>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8D4A462C-39AC-3993-C72E-F805A92BC53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F84BF58-0A14-A944-4BA8-C81D81B6800F}"/>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199965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3751B-F2B0-EC7E-94CF-58E47E362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807A2B-01BA-1167-A97B-744924F9AB19}"/>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E1EE1724-042F-1958-307A-C60BF2E898A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BA4950-25EC-7BCA-FD04-964012376DCA}"/>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64765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4776B-C7C6-E18E-A6E9-5CF3FB9D58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9D973F-6929-8D34-4B63-548B639424CB}"/>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A8998F57-52BD-B79D-332A-CBA315D251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F1FD41-40A0-DC52-67BC-F6ED6608CBDA}"/>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48745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61CF2-4954-7F01-D4B7-8B2A14E1C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7D3A5-CF17-18D5-51FD-8471A0CD67B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8B22B12-E2AF-51D2-AAAE-0E91DC6BE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0A8326B-E5EC-0777-907C-BD4B6B3C6E85}"/>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358997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BEA50-9EDA-EC6F-DC21-A044FE2340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1B617D-A637-C9E5-4153-AC0539FCA09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D276D77-0D6C-75D2-8ADC-4783F282424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5884F2-BAE1-44E1-BCEB-EDF18353E940}"/>
              </a:ext>
            </a:extLst>
          </p:cNvPr>
          <p:cNvSpPr>
            <a:spLocks noGrp="1"/>
          </p:cNvSpPr>
          <p:nvPr>
            <p:ph type="sldNum" sz="quarter" idx="5"/>
          </p:nvPr>
        </p:nvSpPr>
        <p:spPr/>
        <p:txBody>
          <a:bodyPr/>
          <a:lstStyle/>
          <a:p>
            <a:fld id="{23264638-DA09-4F05-9D40-370968A24369}" type="slidenum">
              <a:rPr kumimoji="1" lang="ja-JP" altLang="en-US" smtClean="0"/>
              <a:pPr/>
              <a:t>21</a:t>
            </a:fld>
            <a:endParaRPr kumimoji="1" lang="ja-JP" altLang="en-US"/>
          </a:p>
        </p:txBody>
      </p:sp>
    </p:spTree>
    <p:extLst>
      <p:ext uri="{BB962C8B-B14F-4D97-AF65-F5344CB8AC3E}">
        <p14:creationId xmlns:p14="http://schemas.microsoft.com/office/powerpoint/2010/main" val="28154454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CC317-8FEB-B1B5-B446-7E22CE87A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545AFF-2933-B1C0-0137-1FE55F4EB5EF}"/>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66008D8D-039A-5997-BEE0-C973331826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5F0E55-851D-A3D6-81A6-804C791F4771}"/>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91155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6A478-671F-567A-7FDE-2C049A5312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D262AB-7F0F-A3EA-B9DD-C0365BA718D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9D54E33-8751-E399-70AA-6D81014FC3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69A19C-0F55-D7FA-BD6B-37D981A5ABA3}"/>
              </a:ext>
            </a:extLst>
          </p:cNvPr>
          <p:cNvSpPr>
            <a:spLocks noGrp="1"/>
          </p:cNvSpPr>
          <p:nvPr>
            <p:ph type="sldNum" sz="quarter" idx="5"/>
          </p:nvPr>
        </p:nvSpPr>
        <p:spPr/>
        <p:txBody>
          <a:bodyPr/>
          <a:lstStyle/>
          <a:p>
            <a:fld id="{23264638-DA09-4F05-9D40-370968A24369}" type="slidenum">
              <a:rPr kumimoji="1" lang="ja-JP" altLang="en-US" smtClean="0"/>
              <a:pPr/>
              <a:t>26</a:t>
            </a:fld>
            <a:endParaRPr kumimoji="1" lang="ja-JP" altLang="en-US"/>
          </a:p>
        </p:txBody>
      </p:sp>
    </p:spTree>
    <p:extLst>
      <p:ext uri="{BB962C8B-B14F-4D97-AF65-F5344CB8AC3E}">
        <p14:creationId xmlns:p14="http://schemas.microsoft.com/office/powerpoint/2010/main" val="7846474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5ED5C-ED1D-CFDF-DC36-FFF45BFBB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1DF4E2-0CCB-88B3-D39D-6B339CC72F4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C2DCA09-D129-7D3B-83B0-A5864C8DF31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145807-815B-1486-9C84-68493B40EE3C}"/>
              </a:ext>
            </a:extLst>
          </p:cNvPr>
          <p:cNvSpPr>
            <a:spLocks noGrp="1"/>
          </p:cNvSpPr>
          <p:nvPr>
            <p:ph type="sldNum" sz="quarter" idx="5"/>
          </p:nvPr>
        </p:nvSpPr>
        <p:spPr/>
        <p:txBody>
          <a:bodyPr/>
          <a:lstStyle/>
          <a:p>
            <a:fld id="{23264638-DA09-4F05-9D40-370968A24369}" type="slidenum">
              <a:rPr kumimoji="1" lang="ja-JP" altLang="en-US" smtClean="0"/>
              <a:pPr/>
              <a:t>27</a:t>
            </a:fld>
            <a:endParaRPr kumimoji="1" lang="ja-JP" altLang="en-US"/>
          </a:p>
        </p:txBody>
      </p:sp>
    </p:spTree>
    <p:extLst>
      <p:ext uri="{BB962C8B-B14F-4D97-AF65-F5344CB8AC3E}">
        <p14:creationId xmlns:p14="http://schemas.microsoft.com/office/powerpoint/2010/main" val="37301306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74C6D-45A6-7677-5D58-188E8753F0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04870F-356D-2143-9527-88673C84249F}"/>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E62FCF22-2171-C484-486F-CB5052DDC8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3A5FFEC-06D4-DD7B-AD88-C5301495AA96}"/>
              </a:ext>
            </a:extLst>
          </p:cNvPr>
          <p:cNvSpPr>
            <a:spLocks noGrp="1"/>
          </p:cNvSpPr>
          <p:nvPr>
            <p:ph type="sldNum" sz="quarter" idx="5"/>
          </p:nvPr>
        </p:nvSpPr>
        <p:spPr/>
        <p:txBody>
          <a:bodyPr/>
          <a:lstStyle/>
          <a:p>
            <a:fld id="{23264638-DA09-4F05-9D40-370968A24369}" type="slidenum">
              <a:rPr kumimoji="1" lang="ja-JP" altLang="en-US" smtClean="0"/>
              <a:pPr/>
              <a:t>29</a:t>
            </a:fld>
            <a:endParaRPr kumimoji="1" lang="ja-JP" altLang="en-US"/>
          </a:p>
        </p:txBody>
      </p:sp>
    </p:spTree>
    <p:extLst>
      <p:ext uri="{BB962C8B-B14F-4D97-AF65-F5344CB8AC3E}">
        <p14:creationId xmlns:p14="http://schemas.microsoft.com/office/powerpoint/2010/main" val="13611597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7C978-5146-91BC-BE2B-CDEA0F930E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86706-2501-CDE1-0EB9-41A766591E6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2D092C16-41D9-DB90-75F7-5754A26C9A8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70CB923-3DC4-A317-C2E3-CD8E89B5A34C}"/>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5866844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EBA82-61CE-E13D-3C7B-C18FF4E861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7D56B9-6746-7756-C6A8-532BDCDDC46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2F509D53-0E00-6812-1F5E-4A621C1621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F8A2AC6-B47D-8D98-16E8-FDF65E9F6D30}"/>
              </a:ext>
            </a:extLst>
          </p:cNvPr>
          <p:cNvSpPr>
            <a:spLocks noGrp="1"/>
          </p:cNvSpPr>
          <p:nvPr>
            <p:ph type="sldNum" sz="quarter" idx="5"/>
          </p:nvPr>
        </p:nvSpPr>
        <p:spPr/>
        <p:txBody>
          <a:bodyPr/>
          <a:lstStyle/>
          <a:p>
            <a:fld id="{23264638-DA09-4F05-9D40-370968A24369}" type="slidenum">
              <a:rPr kumimoji="1" lang="ja-JP" altLang="en-US" smtClean="0"/>
              <a:pPr/>
              <a:t>38</a:t>
            </a:fld>
            <a:endParaRPr kumimoji="1" lang="ja-JP" altLang="en-US"/>
          </a:p>
        </p:txBody>
      </p:sp>
    </p:spTree>
    <p:extLst>
      <p:ext uri="{BB962C8B-B14F-4D97-AF65-F5344CB8AC3E}">
        <p14:creationId xmlns:p14="http://schemas.microsoft.com/office/powerpoint/2010/main" val="25262502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16D81-6624-C9CB-0D52-5B0C2840A0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0B7B5B-36C1-9F12-B76E-F2B236723B0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8F03E0D-087D-FE30-5380-4E6DA4CF6DC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A6AC9A9-903C-D8C7-B3CB-F57F52AF989F}"/>
              </a:ext>
            </a:extLst>
          </p:cNvPr>
          <p:cNvSpPr>
            <a:spLocks noGrp="1"/>
          </p:cNvSpPr>
          <p:nvPr>
            <p:ph type="sldNum" sz="quarter" idx="5"/>
          </p:nvPr>
        </p:nvSpPr>
        <p:spPr/>
        <p:txBody>
          <a:bodyPr/>
          <a:lstStyle/>
          <a:p>
            <a:fld id="{23264638-DA09-4F05-9D40-370968A24369}" type="slidenum">
              <a:rPr kumimoji="1" lang="ja-JP" altLang="en-US" smtClean="0"/>
              <a:pPr/>
              <a:t>39</a:t>
            </a:fld>
            <a:endParaRPr kumimoji="1" lang="ja-JP" altLang="en-US"/>
          </a:p>
        </p:txBody>
      </p:sp>
    </p:spTree>
    <p:extLst>
      <p:ext uri="{BB962C8B-B14F-4D97-AF65-F5344CB8AC3E}">
        <p14:creationId xmlns:p14="http://schemas.microsoft.com/office/powerpoint/2010/main" val="18104133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74C6D-45A6-7677-5D58-188E8753F0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04870F-356D-2143-9527-88673C84249F}"/>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E62FCF22-2171-C484-486F-CB5052DDC8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3A5FFEC-06D4-DD7B-AD88-C5301495AA96}"/>
              </a:ext>
            </a:extLst>
          </p:cNvPr>
          <p:cNvSpPr>
            <a:spLocks noGrp="1"/>
          </p:cNvSpPr>
          <p:nvPr>
            <p:ph type="sldNum" sz="quarter" idx="5"/>
          </p:nvPr>
        </p:nvSpPr>
        <p:spPr/>
        <p:txBody>
          <a:bodyPr/>
          <a:lstStyle/>
          <a:p>
            <a:fld id="{23264638-DA09-4F05-9D40-370968A24369}" type="slidenum">
              <a:rPr kumimoji="1" lang="ja-JP" altLang="en-US" smtClean="0"/>
              <a:pPr/>
              <a:t>40</a:t>
            </a:fld>
            <a:endParaRPr kumimoji="1" lang="ja-JP" altLang="en-US"/>
          </a:p>
        </p:txBody>
      </p:sp>
    </p:spTree>
    <p:extLst>
      <p:ext uri="{BB962C8B-B14F-4D97-AF65-F5344CB8AC3E}">
        <p14:creationId xmlns:p14="http://schemas.microsoft.com/office/powerpoint/2010/main" val="32420230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74C6D-45A6-7677-5D58-188E8753F0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04870F-356D-2143-9527-88673C84249F}"/>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E62FCF22-2171-C484-486F-CB5052DDC8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3A5FFEC-06D4-DD7B-AD88-C5301495AA96}"/>
              </a:ext>
            </a:extLst>
          </p:cNvPr>
          <p:cNvSpPr>
            <a:spLocks noGrp="1"/>
          </p:cNvSpPr>
          <p:nvPr>
            <p:ph type="sldNum" sz="quarter" idx="5"/>
          </p:nvPr>
        </p:nvSpPr>
        <p:spPr/>
        <p:txBody>
          <a:bodyPr/>
          <a:lstStyle/>
          <a:p>
            <a:fld id="{23264638-DA09-4F05-9D40-370968A24369}" type="slidenum">
              <a:rPr kumimoji="1" lang="ja-JP" altLang="en-US" smtClean="0"/>
              <a:pPr/>
              <a:t>43</a:t>
            </a:fld>
            <a:endParaRPr kumimoji="1" lang="ja-JP" altLang="en-US"/>
          </a:p>
        </p:txBody>
      </p:sp>
    </p:spTree>
    <p:extLst>
      <p:ext uri="{BB962C8B-B14F-4D97-AF65-F5344CB8AC3E}">
        <p14:creationId xmlns:p14="http://schemas.microsoft.com/office/powerpoint/2010/main" val="36009895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74C6D-45A6-7677-5D58-188E8753F0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04870F-356D-2143-9527-88673C84249F}"/>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E62FCF22-2171-C484-486F-CB5052DDC8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3A5FFEC-06D4-DD7B-AD88-C5301495AA96}"/>
              </a:ext>
            </a:extLst>
          </p:cNvPr>
          <p:cNvSpPr>
            <a:spLocks noGrp="1"/>
          </p:cNvSpPr>
          <p:nvPr>
            <p:ph type="sldNum" sz="quarter" idx="5"/>
          </p:nvPr>
        </p:nvSpPr>
        <p:spPr/>
        <p:txBody>
          <a:bodyPr/>
          <a:lstStyle/>
          <a:p>
            <a:fld id="{23264638-DA09-4F05-9D40-370968A24369}" type="slidenum">
              <a:rPr kumimoji="1" lang="ja-JP" altLang="en-US" smtClean="0"/>
              <a:pPr/>
              <a:t>44</a:t>
            </a:fld>
            <a:endParaRPr kumimoji="1" lang="ja-JP" altLang="en-US"/>
          </a:p>
        </p:txBody>
      </p:sp>
    </p:spTree>
    <p:extLst>
      <p:ext uri="{BB962C8B-B14F-4D97-AF65-F5344CB8AC3E}">
        <p14:creationId xmlns:p14="http://schemas.microsoft.com/office/powerpoint/2010/main" val="41746454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50F78-4E96-DC64-0DD5-D66DC0AF23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A407F9-5897-1FEF-4FEC-B6885E955D3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DDCD62D-F274-E1EE-1F94-2049378B647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E1AF05-474C-C768-5747-B79D571D6F8D}"/>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8457529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6D2F9-B7AA-DBCE-D287-E2AEE50695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66547B-C85C-00B9-8DB8-FF0782D4C053}"/>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370CEB8D-50E7-13AA-A8C0-8B0B71C25A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B2F90B-FCB1-E37B-0C10-E672142433D1}"/>
              </a:ext>
            </a:extLst>
          </p:cNvPr>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2246240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37498894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1" imgH="381" progId="TCLayout.ActiveDocument.1">
                  <p:embed/>
                </p:oleObj>
              </mc:Choice>
              <mc:Fallback>
                <p:oleObj name="think-cell Slide" r:id="rId3" imgW="381" imgH="381" progId="TCLayout.ActiveDocument.1">
                  <p:embed/>
                  <p:pic>
                    <p:nvPicPr>
                      <p:cNvPr id="2" name="オブジェクト 1" hidden="1"/>
                      <p:cNvPicPr/>
                      <p:nvPr/>
                    </p:nvPicPr>
                    <p:blipFill>
                      <a:blip r:embed="rId4"/>
                      <a:stretch>
                        <a:fillRect/>
                      </a:stretch>
                    </p:blipFill>
                    <p:spPr>
                      <a:xfrm>
                        <a:off x="1588" y="1588"/>
                        <a:ext cx="1587" cy="1587"/>
                      </a:xfrm>
                      <a:prstGeom prst="rect">
                        <a:avLst/>
                      </a:prstGeom>
                    </p:spPr>
                  </p:pic>
                </p:oleObj>
              </mc:Fallback>
            </mc:AlternateContent>
          </a:graphicData>
        </a:graphic>
      </p:graphicFrame>
      <p:cxnSp>
        <p:nvCxnSpPr>
          <p:cNvPr id="8" name="直線コネクタ 7"/>
          <p:cNvCxnSpPr>
            <a:cxnSpLocks/>
          </p:cNvCxnSpPr>
          <p:nvPr userDrawn="1"/>
        </p:nvCxnSpPr>
        <p:spPr>
          <a:xfrm>
            <a:off x="0" y="933847"/>
            <a:ext cx="12192000" cy="0"/>
          </a:xfrm>
          <a:prstGeom prst="line">
            <a:avLst/>
          </a:prstGeom>
          <a:ln w="57150">
            <a:solidFill>
              <a:srgbClr val="293F55"/>
            </a:solidFill>
          </a:ln>
        </p:spPr>
        <p:style>
          <a:lnRef idx="1">
            <a:schemeClr val="accent1"/>
          </a:lnRef>
          <a:fillRef idx="0">
            <a:schemeClr val="accent1"/>
          </a:fillRef>
          <a:effectRef idx="0">
            <a:schemeClr val="accent1"/>
          </a:effectRef>
          <a:fontRef idx="minor">
            <a:schemeClr val="tx1"/>
          </a:fontRef>
        </p:style>
      </p:cxnSp>
      <p:cxnSp>
        <p:nvCxnSpPr>
          <p:cNvPr id="9" name="直線コネクタ 8"/>
          <p:cNvCxnSpPr>
            <a:cxnSpLocks/>
          </p:cNvCxnSpPr>
          <p:nvPr userDrawn="1"/>
        </p:nvCxnSpPr>
        <p:spPr>
          <a:xfrm>
            <a:off x="5" y="1005855"/>
            <a:ext cx="12191995" cy="0"/>
          </a:xfrm>
          <a:prstGeom prst="line">
            <a:avLst/>
          </a:prstGeom>
          <a:ln w="28575">
            <a:solidFill>
              <a:srgbClr val="293F55"/>
            </a:solidFill>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userDrawn="1"/>
        </p:nvCxnSpPr>
        <p:spPr>
          <a:xfrm>
            <a:off x="0" y="6620212"/>
            <a:ext cx="12192000" cy="0"/>
          </a:xfrm>
          <a:prstGeom prst="line">
            <a:avLst/>
          </a:prstGeom>
          <a:ln w="28575">
            <a:solidFill>
              <a:srgbClr val="293F55"/>
            </a:solidFill>
          </a:ln>
        </p:spPr>
        <p:style>
          <a:lnRef idx="1">
            <a:schemeClr val="accent1"/>
          </a:lnRef>
          <a:fillRef idx="0">
            <a:schemeClr val="accent1"/>
          </a:fillRef>
          <a:effectRef idx="0">
            <a:schemeClr val="accent1"/>
          </a:effectRef>
          <a:fontRef idx="minor">
            <a:schemeClr val="tx1"/>
          </a:fontRef>
        </p:style>
      </p:cxnSp>
      <p:sp>
        <p:nvSpPr>
          <p:cNvPr id="10" name="Rectangle 2"/>
          <p:cNvSpPr>
            <a:spLocks noGrp="1" noChangeArrowheads="1"/>
          </p:cNvSpPr>
          <p:nvPr>
            <p:ph type="title"/>
          </p:nvPr>
        </p:nvSpPr>
        <p:spPr bwMode="auto">
          <a:xfrm>
            <a:off x="343673" y="44624"/>
            <a:ext cx="11508811" cy="831850"/>
          </a:xfrm>
          <a:prstGeom prst="rect">
            <a:avLst/>
          </a:prstGeom>
          <a:noFill/>
          <a:ln w="9525" algn="ctr">
            <a:noFill/>
            <a:miter lim="800000"/>
            <a:headEnd/>
            <a:tailEnd/>
          </a:ln>
        </p:spPr>
        <p:txBody>
          <a:bodyPr vert="horz" wrap="square" lIns="0" tIns="45713" rIns="0" bIns="45713" numCol="1" anchor="b" anchorCtr="0" compatLnSpc="1">
            <a:prstTxWarp prst="textNoShape">
              <a:avLst/>
            </a:prstTxWarp>
            <a:noAutofit/>
          </a:bodyPr>
          <a:lstStyle>
            <a:lvl1pPr algn="l">
              <a:defRPr sz="2400"/>
            </a:lvl1pPr>
          </a:lstStyle>
          <a:p>
            <a:pPr lvl="0"/>
            <a:endParaRPr lang="en-US" altLang="ja-JP"/>
          </a:p>
        </p:txBody>
      </p:sp>
      <p:sp>
        <p:nvSpPr>
          <p:cNvPr id="4" name="フッター プレースホルダ 3">
            <a:extLst>
              <a:ext uri="{FF2B5EF4-FFF2-40B4-BE49-F238E27FC236}">
                <a16:creationId xmlns:a16="http://schemas.microsoft.com/office/drawing/2014/main" id="{010D2832-2D82-872D-8E42-53B810C40772}"/>
              </a:ext>
            </a:extLst>
          </p:cNvPr>
          <p:cNvSpPr txBox="1">
            <a:spLocks/>
          </p:cNvSpPr>
          <p:nvPr userDrawn="1"/>
        </p:nvSpPr>
        <p:spPr>
          <a:xfrm>
            <a:off x="3755740" y="6643072"/>
            <a:ext cx="4680520" cy="216000"/>
          </a:xfrm>
          <a:prstGeom prst="rect">
            <a:avLst/>
          </a:prstGeom>
        </p:spPr>
        <p:txBody>
          <a:bodyPr vert="horz" lIns="91440" tIns="45720" rIns="91440" bIns="45720" rtlCol="0" anchor="ctr"/>
          <a:lstStyle>
            <a:defPPr>
              <a:defRPr lang="ja-JP"/>
            </a:defPPr>
            <a:lvl1pPr marR="0" lvl="0" indent="0" algn="ctr" fontAlgn="auto">
              <a:lnSpc>
                <a:spcPct val="100000"/>
              </a:lnSpc>
              <a:spcBef>
                <a:spcPts val="0"/>
              </a:spcBef>
              <a:spcAft>
                <a:spcPts val="0"/>
              </a:spcAft>
              <a:buClrTx/>
              <a:buSzTx/>
              <a:buFontTx/>
              <a:buNone/>
              <a:tabLst/>
              <a:defRPr kumimoji="0" sz="900" b="0" i="0" u="none" strike="noStrike" kern="0" cap="none" spc="0" normalizeH="0" baseline="0">
                <a:ln>
                  <a:noFill/>
                </a:ln>
                <a:solidFill>
                  <a:prstClr val="white">
                    <a:lumMod val="50000"/>
                  </a:prstClr>
                </a:solidFill>
                <a:effectLst/>
                <a:uLnTx/>
                <a:uFillTx/>
                <a:latin typeface="Times New Roman" pitchFamily="18" charset="0"/>
                <a:cs typeface="Times New Roman" pitchFamily="18" charset="0"/>
              </a:defRPr>
            </a:lvl1pPr>
          </a:lstStyle>
          <a:p>
            <a:pPr lvl="0"/>
            <a:r>
              <a:rPr lang="en-US" altLang="ja-JP" sz="800" noProof="0">
                <a:latin typeface="+mn-lt"/>
              </a:rPr>
              <a:t>(C) YCP 2025</a:t>
            </a:r>
            <a:r>
              <a:rPr lang="ja-JP" altLang="en-US" sz="800" noProof="0">
                <a:latin typeface="+mn-lt"/>
              </a:rPr>
              <a:t> </a:t>
            </a:r>
            <a:r>
              <a:rPr lang="en-US" altLang="ja-JP" sz="800" noProof="0">
                <a:latin typeface="+mn-lt"/>
              </a:rPr>
              <a:t>all rights reserved</a:t>
            </a:r>
          </a:p>
        </p:txBody>
      </p:sp>
      <p:pic>
        <p:nvPicPr>
          <p:cNvPr id="11" name="図 10" descr="アイコン&#10;&#10;自動的に生成された説明">
            <a:extLst>
              <a:ext uri="{FF2B5EF4-FFF2-40B4-BE49-F238E27FC236}">
                <a16:creationId xmlns:a16="http://schemas.microsoft.com/office/drawing/2014/main" id="{ED842741-939E-3987-A378-45FC01452A17}"/>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343673" y="6674018"/>
            <a:ext cx="432000" cy="154109"/>
          </a:xfrm>
          <a:prstGeom prst="rect">
            <a:avLst/>
          </a:prstGeom>
        </p:spPr>
      </p:pic>
    </p:spTree>
    <p:extLst>
      <p:ext uri="{BB962C8B-B14F-4D97-AF65-F5344CB8AC3E}">
        <p14:creationId xmlns:p14="http://schemas.microsoft.com/office/powerpoint/2010/main" val="272642614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 YCP Navy">
    <p:spTree>
      <p:nvGrpSpPr>
        <p:cNvPr id="1" name=""/>
        <p:cNvGrpSpPr/>
        <p:nvPr/>
      </p:nvGrpSpPr>
      <p:grpSpPr>
        <a:xfrm>
          <a:off x="0" y="0"/>
          <a:ext cx="0" cy="0"/>
          <a:chOff x="0" y="0"/>
          <a:chExt cx="0" cy="0"/>
        </a:xfrm>
      </p:grpSpPr>
      <p:pic>
        <p:nvPicPr>
          <p:cNvPr id="5" name="Picture 4" descr="A picture containing ray, night sky&#10;&#10;Description automatically generated">
            <a:extLst>
              <a:ext uri="{FF2B5EF4-FFF2-40B4-BE49-F238E27FC236}">
                <a16:creationId xmlns:a16="http://schemas.microsoft.com/office/drawing/2014/main" id="{67B51B18-0834-874D-83AA-CD7DAE77FABD}"/>
              </a:ext>
            </a:extLst>
          </p:cNvPr>
          <p:cNvPicPr>
            <a:picLocks noChangeAspect="1"/>
          </p:cNvPicPr>
          <p:nvPr userDrawn="1"/>
        </p:nvPicPr>
        <p:blipFill rotWithShape="1">
          <a:blip r:embed="rId2" cstate="email">
            <a:alphaModFix/>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テキスト プレースホルダー 2">
            <a:extLst>
              <a:ext uri="{FF2B5EF4-FFF2-40B4-BE49-F238E27FC236}">
                <a16:creationId xmlns:a16="http://schemas.microsoft.com/office/drawing/2014/main" id="{0DD4923E-C7A8-4CBA-A7CE-99D6C14A64FC}"/>
              </a:ext>
            </a:extLst>
          </p:cNvPr>
          <p:cNvSpPr>
            <a:spLocks noGrp="1"/>
          </p:cNvSpPr>
          <p:nvPr>
            <p:ph type="body" sz="quarter" idx="14" hasCustomPrompt="1"/>
          </p:nvPr>
        </p:nvSpPr>
        <p:spPr>
          <a:xfrm>
            <a:off x="677783" y="2730675"/>
            <a:ext cx="7491659" cy="1384125"/>
          </a:xfrm>
        </p:spPr>
        <p:txBody>
          <a:bodyPr lIns="0" rIns="0" anchor="ctr" anchorCtr="0">
            <a:noAutofit/>
          </a:bodyPr>
          <a:lstStyle>
            <a:lvl1pPr marL="0" indent="0">
              <a:buNone/>
              <a:defRPr kumimoji="1" lang="ja-JP" altLang="en-US" sz="4401" kern="1200">
                <a:solidFill>
                  <a:schemeClr val="bg1"/>
                </a:solidFill>
                <a:latin typeface="Segoe UI" panose="020B0502040204020203" pitchFamily="34" charset="0"/>
                <a:ea typeface="+mn-ea"/>
                <a:cs typeface="Segoe UI" panose="020B0502040204020203" pitchFamily="34" charset="0"/>
              </a:defRPr>
            </a:lvl1pPr>
          </a:lstStyle>
          <a:p>
            <a:pPr lvl="0"/>
            <a:r>
              <a:rPr kumimoji="1" lang="en-US" altLang="ja-JP"/>
              <a:t>Divider Title</a:t>
            </a:r>
            <a:endParaRPr kumimoji="1" lang="ja-JP" altLang="en-US"/>
          </a:p>
        </p:txBody>
      </p:sp>
      <p:pic>
        <p:nvPicPr>
          <p:cNvPr id="7" name="Picture 6" descr="A white letters on a black background&#10;&#10;Description automatically generated">
            <a:extLst>
              <a:ext uri="{FF2B5EF4-FFF2-40B4-BE49-F238E27FC236}">
                <a16:creationId xmlns:a16="http://schemas.microsoft.com/office/drawing/2014/main" id="{E282FD82-19EC-BDE8-644B-DC0E16D186F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78103" y="534711"/>
            <a:ext cx="2228145" cy="794851"/>
          </a:xfrm>
          <a:prstGeom prst="rect">
            <a:avLst/>
          </a:prstGeom>
        </p:spPr>
      </p:pic>
    </p:spTree>
    <p:extLst>
      <p:ext uri="{BB962C8B-B14F-4D97-AF65-F5344CB8AC3E}">
        <p14:creationId xmlns:p14="http://schemas.microsoft.com/office/powerpoint/2010/main" val="288983367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Title_0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9" name="オブジェクト 8" hidden="1"/>
          <p:cNvGraphicFramePr>
            <a:graphicFrameLocks noChangeAspect="1"/>
          </p:cNvGraphicFramePr>
          <p:nvPr userDrawn="1">
            <p:custDataLst>
              <p:tags r:id="rId1"/>
            </p:custDataLst>
            <p:extLst>
              <p:ext uri="{D42A27DB-BD31-4B8C-83A1-F6EECF244321}">
                <p14:modId xmlns:p14="http://schemas.microsoft.com/office/powerpoint/2010/main" val="1892583808"/>
              </p:ext>
            </p:ext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 Slide" r:id="rId4" imgW="381" imgH="381" progId="TCLayout.ActiveDocument.1">
                  <p:embed/>
                </p:oleObj>
              </mc:Choice>
              <mc:Fallback>
                <p:oleObj name="think-cell Slide" r:id="rId4" imgW="381" imgH="381" progId="TCLayout.ActiveDocument.1">
                  <p:embed/>
                  <p:pic>
                    <p:nvPicPr>
                      <p:cNvPr id="9" name="オブジェクト 8" hidden="1"/>
                      <p:cNvPicPr/>
                      <p:nvPr/>
                    </p:nvPicPr>
                    <p:blipFill>
                      <a:blip r:embed="rId5"/>
                      <a:stretch>
                        <a:fillRect/>
                      </a:stretch>
                    </p:blipFill>
                    <p:spPr>
                      <a:xfrm>
                        <a:off x="1955" y="1588"/>
                        <a:ext cx="1954" cy="1588"/>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30A974E2-53BD-B8E1-5C89-C49780D83306}"/>
              </a:ext>
            </a:extLst>
          </p:cNvPr>
          <p:cNvPicPr/>
          <p:nvPr userDrawn="1"/>
        </p:nvPicPr>
        <p:blipFill>
          <a:blip r:embed="rId6" cstate="screen">
            <a:extLst>
              <a:ext uri="{28A0092B-C50C-407E-A947-70E740481C1C}">
                <a14:useLocalDpi xmlns:a14="http://schemas.microsoft.com/office/drawing/2010/main"/>
              </a:ext>
            </a:extLst>
          </a:blip>
          <a:stretch>
            <a:fillRect/>
          </a:stretch>
        </p:blipFill>
        <p:spPr>
          <a:xfrm>
            <a:off x="408459" y="305143"/>
            <a:ext cx="1041400" cy="368300"/>
          </a:xfrm>
          <a:prstGeom prst="rect">
            <a:avLst/>
          </a:prstGeom>
        </p:spPr>
      </p:pic>
    </p:spTree>
    <p:extLst>
      <p:ext uri="{BB962C8B-B14F-4D97-AF65-F5344CB8AC3E}">
        <p14:creationId xmlns:p14="http://schemas.microsoft.com/office/powerpoint/2010/main" val="267324642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50331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cSld name="YCP_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932688"/>
            <a:ext cx="12191695" cy="0"/>
          </a:xfrm>
          <a:prstGeom prst="line">
            <a:avLst/>
          </a:prstGeom>
          <a:noFill/>
          <a:ln w="57150">
            <a:solidFill>
              <a:srgbClr val="293F55"/>
            </a:solidFill>
            <a:prstDash val="solid"/>
          </a:ln>
        </p:spPr>
        <p:txBody>
          <a:bodyPr/>
          <a:lstStyle/>
          <a:p>
            <a:endParaRPr lang="en-MY"/>
          </a:p>
        </p:txBody>
      </p:sp>
      <p:sp>
        <p:nvSpPr>
          <p:cNvPr id="3" name="Shape 1"/>
          <p:cNvSpPr/>
          <p:nvPr/>
        </p:nvSpPr>
        <p:spPr>
          <a:xfrm>
            <a:off x="0" y="1005840"/>
            <a:ext cx="12191695" cy="0"/>
          </a:xfrm>
          <a:prstGeom prst="line">
            <a:avLst/>
          </a:prstGeom>
          <a:noFill/>
          <a:ln w="28575">
            <a:solidFill>
              <a:srgbClr val="293F55"/>
            </a:solidFill>
            <a:prstDash val="solid"/>
          </a:ln>
        </p:spPr>
        <p:txBody>
          <a:bodyPr/>
          <a:lstStyle/>
          <a:p>
            <a:endParaRPr lang="en-MY"/>
          </a:p>
        </p:txBody>
      </p:sp>
      <p:sp>
        <p:nvSpPr>
          <p:cNvPr id="4" name="Shape 2"/>
          <p:cNvSpPr/>
          <p:nvPr/>
        </p:nvSpPr>
        <p:spPr>
          <a:xfrm>
            <a:off x="0" y="6620256"/>
            <a:ext cx="12191695" cy="0"/>
          </a:xfrm>
          <a:prstGeom prst="line">
            <a:avLst/>
          </a:prstGeom>
          <a:noFill/>
          <a:ln w="28575">
            <a:solidFill>
              <a:srgbClr val="293F55"/>
            </a:solidFill>
            <a:prstDash val="solid"/>
          </a:ln>
        </p:spPr>
        <p:txBody>
          <a:bodyPr/>
          <a:lstStyle/>
          <a:p>
            <a:endParaRPr lang="en-MY"/>
          </a:p>
        </p:txBody>
      </p:sp>
    </p:spTree>
    <p:extLst>
      <p:ext uri="{BB962C8B-B14F-4D97-AF65-F5344CB8AC3E}">
        <p14:creationId xmlns:p14="http://schemas.microsoft.com/office/powerpoint/2010/main" val="77270599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オブジェクト 6" hidden="1"/>
          <p:cNvGraphicFramePr>
            <a:graphicFrameLocks/>
          </p:cNvGraphicFramePr>
          <p:nvPr>
            <p:custDataLst>
              <p:tags r:id="rId7"/>
            </p:custDataLst>
            <p:extLst>
              <p:ext uri="{D42A27DB-BD31-4B8C-83A1-F6EECF244321}">
                <p14:modId xmlns:p14="http://schemas.microsoft.com/office/powerpoint/2010/main" val="2746960470"/>
              </p:ext>
            </p:ext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7" name="オブジェクト 6" hidden="1"/>
                      <p:cNvPicPr/>
                      <p:nvPr/>
                    </p:nvPicPr>
                    <p:blipFill>
                      <a:blip r:embed="rId9"/>
                      <a:stretch>
                        <a:fillRect/>
                      </a:stretch>
                    </p:blipFill>
                    <p:spPr>
                      <a:xfrm>
                        <a:off x="1955" y="1589"/>
                        <a:ext cx="1953" cy="1587"/>
                      </a:xfrm>
                      <a:prstGeom prst="rect">
                        <a:avLst/>
                      </a:prstGeom>
                    </p:spPr>
                  </p:pic>
                </p:oleObj>
              </mc:Fallback>
            </mc:AlternateContent>
          </a:graphicData>
        </a:graphic>
      </p:graphicFrame>
      <p:sp>
        <p:nvSpPr>
          <p:cNvPr id="9" name="スライド番号プレースホルダー 5"/>
          <p:cNvSpPr txBox="1">
            <a:spLocks/>
          </p:cNvSpPr>
          <p:nvPr userDrawn="1"/>
        </p:nvSpPr>
        <p:spPr>
          <a:xfrm>
            <a:off x="9347446" y="6662180"/>
            <a:ext cx="2844554" cy="187200"/>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algn="r" defTabSz="914400" rtl="0" eaLnBrk="1" latinLnBrk="0" hangingPunct="1"/>
            <a:fld id="{1B6CB131-81F5-444E-A2E5-043B608EAE32}" type="slidenum">
              <a:rPr kumimoji="1" lang="ja-JP" altLang="en-US" sz="1000" kern="1200" smtClean="0">
                <a:solidFill>
                  <a:schemeClr val="tx1"/>
                </a:solidFill>
                <a:latin typeface="Segoe UI" panose="020B0502040204020203" pitchFamily="34" charset="0"/>
                <a:ea typeface="+mn-ea"/>
                <a:cs typeface="Segoe UI" panose="020B0502040204020203" pitchFamily="34" charset="0"/>
              </a:rPr>
              <a:pPr marL="0" algn="r" defTabSz="914400" rtl="0" eaLnBrk="1" latinLnBrk="0" hangingPunct="1"/>
              <a:t>‹#›</a:t>
            </a:fld>
            <a:endParaRPr kumimoji="1" lang="ja-JP" altLang="en-US" sz="1000" kern="1200">
              <a:solidFill>
                <a:schemeClr val="tx1"/>
              </a:solidFill>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2969319287"/>
      </p:ext>
    </p:extLst>
  </p:cSld>
  <p:clrMap bg1="lt1" tx1="dk1" bg2="lt2" tx2="dk2" accent1="accent1" accent2="accent2" accent3="accent3" accent4="accent4" accent5="accent5" accent6="accent6" hlink="hlink" folHlink="folHlink"/>
  <p:sldLayoutIdLst>
    <p:sldLayoutId id="2147484040" r:id="rId1"/>
    <p:sldLayoutId id="2147484022" r:id="rId2"/>
    <p:sldLayoutId id="2147484050" r:id="rId3"/>
    <p:sldLayoutId id="2147484051" r:id="rId4"/>
    <p:sldLayoutId id="2147484052" r:id="rId5"/>
  </p:sldLayoutIdLst>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hdr="0" ftr="0" dt="0"/>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5" userDrawn="1">
          <p15:clr>
            <a:srgbClr val="F26B43"/>
          </p15:clr>
        </p15:guide>
        <p15:guide id="2" pos="211" userDrawn="1">
          <p15:clr>
            <a:srgbClr val="F26B43"/>
          </p15:clr>
        </p15:guide>
        <p15:guide id="3" pos="7469" userDrawn="1">
          <p15:clr>
            <a:srgbClr val="F26B43"/>
          </p15:clr>
        </p15:guide>
        <p15:guide id="4" orient="horz" pos="3838" userDrawn="1">
          <p15:clr>
            <a:srgbClr val="F26B43"/>
          </p15:clr>
        </p15:guide>
        <p15:guide id="5" orient="horz" pos="3997" userDrawn="1">
          <p15:clr>
            <a:srgbClr val="F26B43"/>
          </p15:clr>
        </p15:guide>
        <p15:guide id="7" pos="3840" userDrawn="1">
          <p15:clr>
            <a:srgbClr val="F26B43"/>
          </p15:clr>
        </p15:guide>
        <p15:guide id="8" pos="3952" userDrawn="1">
          <p15:clr>
            <a:srgbClr val="F26B43"/>
          </p15:clr>
        </p15:guide>
        <p15:guide id="9" pos="372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hyperlink" Target="http://www.bekasitech.com/" TargetMode="External"/><Relationship Id="rId13" Type="http://schemas.openxmlformats.org/officeDocument/2006/relationships/hyperlink" Target="https://securisafe.co.id/" TargetMode="External"/><Relationship Id="rId18" Type="http://schemas.openxmlformats.org/officeDocument/2006/relationships/hyperlink" Target="https://www.securikoindonesia.com/" TargetMode="External"/><Relationship Id="rId3" Type="http://schemas.openxmlformats.org/officeDocument/2006/relationships/hyperlink" Target="http://puterako.com/" TargetMode="External"/><Relationship Id="rId7" Type="http://schemas.openxmlformats.org/officeDocument/2006/relationships/hyperlink" Target="https://wp.armada-it.com/" TargetMode="External"/><Relationship Id="rId12" Type="http://schemas.openxmlformats.org/officeDocument/2006/relationships/hyperlink" Target="https://www.solusiintegrasiindonesia.co.id/" TargetMode="External"/><Relationship Id="rId17" Type="http://schemas.openxmlformats.org/officeDocument/2006/relationships/hyperlink" Target="https://www.msk.co.id/" TargetMode="External"/><Relationship Id="rId2" Type="http://schemas.openxmlformats.org/officeDocument/2006/relationships/notesSlide" Target="../notesSlides/notesSlide1.xml"/><Relationship Id="rId16" Type="http://schemas.openxmlformats.org/officeDocument/2006/relationships/hyperlink" Target="http://www.lumbatech.com/" TargetMode="External"/><Relationship Id="rId1" Type="http://schemas.openxmlformats.org/officeDocument/2006/relationships/slideLayout" Target="../slideLayouts/slideLayout4.xml"/><Relationship Id="rId6" Type="http://schemas.openxmlformats.org/officeDocument/2006/relationships/hyperlink" Target="https://www.indostarsecurity.co.id/" TargetMode="External"/><Relationship Id="rId11" Type="http://schemas.openxmlformats.org/officeDocument/2006/relationships/hyperlink" Target="https://www.3code.co.id/" TargetMode="External"/><Relationship Id="rId5" Type="http://schemas.openxmlformats.org/officeDocument/2006/relationships/hyperlink" Target="http://sts-security.co.id/" TargetMode="External"/><Relationship Id="rId15" Type="http://schemas.openxmlformats.org/officeDocument/2006/relationships/hyperlink" Target="http://titantek.id/" TargetMode="External"/><Relationship Id="rId10" Type="http://schemas.openxmlformats.org/officeDocument/2006/relationships/hyperlink" Target="https://www.epatria.com/" TargetMode="External"/><Relationship Id="rId19" Type="http://schemas.openxmlformats.org/officeDocument/2006/relationships/hyperlink" Target="http://polaintiintegrasi.com/" TargetMode="External"/><Relationship Id="rId4" Type="http://schemas.openxmlformats.org/officeDocument/2006/relationships/hyperlink" Target="https://integramitrasolusi.id/?utm_source=openai" TargetMode="External"/><Relationship Id="rId9" Type="http://schemas.openxmlformats.org/officeDocument/2006/relationships/hyperlink" Target="http://ixha.com/" TargetMode="External"/><Relationship Id="rId14" Type="http://schemas.openxmlformats.org/officeDocument/2006/relationships/hyperlink" Target="http://www.sekuritiproperti.com/"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www.bainisys.com/" TargetMode="External"/><Relationship Id="rId13" Type="http://schemas.openxmlformats.org/officeDocument/2006/relationships/hyperlink" Target="https://www.star-lite.com.sg/" TargetMode="External"/><Relationship Id="rId18" Type="http://schemas.openxmlformats.org/officeDocument/2006/relationships/hyperlink" Target="http://www.keydence.com/" TargetMode="External"/><Relationship Id="rId3" Type="http://schemas.openxmlformats.org/officeDocument/2006/relationships/hyperlink" Target="https://penso.co.th/" TargetMode="External"/><Relationship Id="rId21" Type="http://schemas.openxmlformats.org/officeDocument/2006/relationships/hyperlink" Target="https://www.fortech.com.sg/" TargetMode="External"/><Relationship Id="rId7" Type="http://schemas.openxmlformats.org/officeDocument/2006/relationships/hyperlink" Target="https://www.jescqtec.com/en/" TargetMode="External"/><Relationship Id="rId12" Type="http://schemas.openxmlformats.org/officeDocument/2006/relationships/hyperlink" Target="https://www.tsi-solutions.net/" TargetMode="External"/><Relationship Id="rId17" Type="http://schemas.openxmlformats.org/officeDocument/2006/relationships/hyperlink" Target="https://www.jaecctv.com/home" TargetMode="External"/><Relationship Id="rId2" Type="http://schemas.openxmlformats.org/officeDocument/2006/relationships/notesSlide" Target="../notesSlides/notesSlide2.xml"/><Relationship Id="rId16" Type="http://schemas.openxmlformats.org/officeDocument/2006/relationships/hyperlink" Target="https://www.caintegration.com/about" TargetMode="External"/><Relationship Id="rId20" Type="http://schemas.openxmlformats.org/officeDocument/2006/relationships/hyperlink" Target="https://3itechnologies.com/" TargetMode="External"/><Relationship Id="rId1" Type="http://schemas.openxmlformats.org/officeDocument/2006/relationships/slideLayout" Target="../slideLayouts/slideLayout4.xml"/><Relationship Id="rId6" Type="http://schemas.openxmlformats.org/officeDocument/2006/relationships/hyperlink" Target="https://www.andencorp.co.th/" TargetMode="External"/><Relationship Id="rId11" Type="http://schemas.openxmlformats.org/officeDocument/2006/relationships/hyperlink" Target="https://www.ttreliance.com.sg/" TargetMode="External"/><Relationship Id="rId5" Type="http://schemas.openxmlformats.org/officeDocument/2006/relationships/hyperlink" Target="https://www.maxwell.co.th/" TargetMode="External"/><Relationship Id="rId15" Type="http://schemas.openxmlformats.org/officeDocument/2006/relationships/hyperlink" Target="https://www.frontiersecurity.com.sg/" TargetMode="External"/><Relationship Id="rId10" Type="http://schemas.openxmlformats.org/officeDocument/2006/relationships/hyperlink" Target="https://itechnology.com.sg/" TargetMode="External"/><Relationship Id="rId19" Type="http://schemas.openxmlformats.org/officeDocument/2006/relationships/hyperlink" Target="https://www.prowler.com.sg/" TargetMode="External"/><Relationship Id="rId4" Type="http://schemas.openxmlformats.org/officeDocument/2006/relationships/hyperlink" Target="https://www.pointer.co.th/" TargetMode="External"/><Relationship Id="rId9" Type="http://schemas.openxmlformats.org/officeDocument/2006/relationships/hyperlink" Target="https://qzs.com.sg/" TargetMode="External"/><Relationship Id="rId14" Type="http://schemas.openxmlformats.org/officeDocument/2006/relationships/hyperlink" Target="https://www.genesiss.org/" TargetMode="External"/><Relationship Id="rId22" Type="http://schemas.openxmlformats.org/officeDocument/2006/relationships/hyperlink" Target="https://www.apptech.com.sg/"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www.zashtech.com/" TargetMode="External"/><Relationship Id="rId13" Type="http://schemas.openxmlformats.org/officeDocument/2006/relationships/hyperlink" Target="http://rightsecurity.com.ph/" TargetMode="External"/><Relationship Id="rId3" Type="http://schemas.openxmlformats.org/officeDocument/2006/relationships/hyperlink" Target="https://www.inspilogix.com/" TargetMode="External"/><Relationship Id="rId7" Type="http://schemas.openxmlformats.org/officeDocument/2006/relationships/hyperlink" Target="https://csyautomation.com/" TargetMode="External"/><Relationship Id="rId12" Type="http://schemas.openxmlformats.org/officeDocument/2006/relationships/hyperlink" Target="https://www.nobiitsolutions.com/"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hyperlink" Target="https://www.sone.com.my/" TargetMode="External"/><Relationship Id="rId11" Type="http://schemas.openxmlformats.org/officeDocument/2006/relationships/hyperlink" Target="https://www.alto.com.ph/" TargetMode="External"/><Relationship Id="rId5" Type="http://schemas.openxmlformats.org/officeDocument/2006/relationships/hyperlink" Target="https://ions.com.my/index.php" TargetMode="External"/><Relationship Id="rId15" Type="http://schemas.openxmlformats.org/officeDocument/2006/relationships/hyperlink" Target="https://www.techcore.com.ph/" TargetMode="External"/><Relationship Id="rId10" Type="http://schemas.openxmlformats.org/officeDocument/2006/relationships/hyperlink" Target="https://www.amssisystems.com/" TargetMode="External"/><Relationship Id="rId4" Type="http://schemas.openxmlformats.org/officeDocument/2006/relationships/hyperlink" Target="https://sigmaline.com.my/" TargetMode="External"/><Relationship Id="rId9" Type="http://schemas.openxmlformats.org/officeDocument/2006/relationships/hyperlink" Target="https://installersph.com/" TargetMode="External"/><Relationship Id="rId14" Type="http://schemas.openxmlformats.org/officeDocument/2006/relationships/hyperlink" Target="https://systechcorp.com.ph/"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www.hanoi-sse.com/about-us.html" TargetMode="External"/><Relationship Id="rId3" Type="http://schemas.openxmlformats.org/officeDocument/2006/relationships/hyperlink" Target="https://vietphatgroup.com/" TargetMode="External"/><Relationship Id="rId7" Type="http://schemas.openxmlformats.org/officeDocument/2006/relationships/hyperlink" Target="http://anhnguyencontrols.com/en/service/security-system/" TargetMode="External"/><Relationship Id="rId12" Type="http://schemas.openxmlformats.org/officeDocument/2006/relationships/hyperlink" Target="https://techpro.vn/"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hyperlink" Target="https://tctech.vn/he-thong-kiem-soat-an-ninh-tich-hop" TargetMode="External"/><Relationship Id="rId11" Type="http://schemas.openxmlformats.org/officeDocument/2006/relationships/hyperlink" Target="https://aps.vn/" TargetMode="External"/><Relationship Id="rId5" Type="http://schemas.openxmlformats.org/officeDocument/2006/relationships/hyperlink" Target="https://vutien.com.vn/" TargetMode="External"/><Relationship Id="rId10" Type="http://schemas.openxmlformats.org/officeDocument/2006/relationships/hyperlink" Target="http://vntgroup.vn/" TargetMode="External"/><Relationship Id="rId4" Type="http://schemas.openxmlformats.org/officeDocument/2006/relationships/hyperlink" Target="https://tanbaocorp.vn/" TargetMode="External"/><Relationship Id="rId9" Type="http://schemas.openxmlformats.org/officeDocument/2006/relationships/hyperlink" Target="http://anninhviet.vn/"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hyperlink" Target="http://puterako.com/" TargetMode="Externa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hyperlink" Target="https://integramitrasolusi.id/?utm_source=openai" TargetMode="External"/><Relationship Id="rId4" Type="http://schemas.openxmlformats.org/officeDocument/2006/relationships/image" Target="../media/image11.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hyperlink" Target="http://sts-security.co.id/" TargetMode="Externa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hyperlink" Target="https://www.indostarsecurity.co.id/"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hyperlink" Target="https://wp.armada-it.com/" TargetMode="Externa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hyperlink" Target="http://www.bekasitech.com/"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hyperlink" Target="http://ixha.com/" TargetMode="Externa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hyperlink" Target="https://www.epatria.com/" TargetMode="Externa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hyperlink" Target="https://www.3code.co.id/"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hyperlink" Target="https://www.solusiintegrasiindonesia.co.id/"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hyperlink" Target="https://securisafe.co.id/" TargetMode="Externa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25.png"/><Relationship Id="rId4" Type="http://schemas.openxmlformats.org/officeDocument/2006/relationships/hyperlink" Target="http://www.sekuritiproperti.com/"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hyperlink" Target="http://titantek.id/" TargetMode="Externa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28.png"/><Relationship Id="rId5" Type="http://schemas.openxmlformats.org/officeDocument/2006/relationships/hyperlink" Target="http://www.lumbatech.com/" TargetMode="Externa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5.xml"/><Relationship Id="rId5" Type="http://schemas.openxmlformats.org/officeDocument/2006/relationships/image" Target="../media/image29.png"/><Relationship Id="rId4" Type="http://schemas.openxmlformats.org/officeDocument/2006/relationships/hyperlink" Target="https://www.msk.co.id/"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notesSlide" Target="../notesSlides/notesSlide20.xml"/><Relationship Id="rId7" Type="http://schemas.openxmlformats.org/officeDocument/2006/relationships/image" Target="../media/image31.png"/><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hyperlink" Target="https://www.securikoindonesia.com/" TargetMode="External"/><Relationship Id="rId5" Type="http://schemas.openxmlformats.org/officeDocument/2006/relationships/image" Target="../media/image30.emf"/><Relationship Id="rId4" Type="http://schemas.openxmlformats.org/officeDocument/2006/relationships/oleObject" Target="../embeddings/oleObject4.bin"/></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5.xml"/><Relationship Id="rId5" Type="http://schemas.openxmlformats.org/officeDocument/2006/relationships/hyperlink" Target="http://polaintiintegrasi.com/" TargetMode="Externa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chart" Target="../charts/chart1.xml"/><Relationship Id="rId4" Type="http://schemas.openxmlformats.org/officeDocument/2006/relationships/hyperlink" Target="https://penso.co.th/"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chart" Target="../charts/chart2.xml"/><Relationship Id="rId5" Type="http://schemas.openxmlformats.org/officeDocument/2006/relationships/hyperlink" Target="https://www.pointer.co.th/" TargetMode="Externa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chart" Target="../charts/chart3.xml"/><Relationship Id="rId5" Type="http://schemas.openxmlformats.org/officeDocument/2006/relationships/hyperlink" Target="https://www.maxwell.co.th/" TargetMode="Externa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8" Type="http://schemas.openxmlformats.org/officeDocument/2006/relationships/hyperlink" Target="https://www.andencorp.co.th/" TargetMode="External"/><Relationship Id="rId3" Type="http://schemas.openxmlformats.org/officeDocument/2006/relationships/notesSlide" Target="../notesSlides/notesSlide25.xml"/><Relationship Id="rId7" Type="http://schemas.openxmlformats.org/officeDocument/2006/relationships/image" Target="../media/image38.png"/><Relationship Id="rId2" Type="http://schemas.openxmlformats.org/officeDocument/2006/relationships/slideLayout" Target="../slideLayouts/slideLayout1.xml"/><Relationship Id="rId1" Type="http://schemas.openxmlformats.org/officeDocument/2006/relationships/tags" Target="../tags/tag6.xml"/><Relationship Id="rId6" Type="http://schemas.openxmlformats.org/officeDocument/2006/relationships/chart" Target="../charts/chart4.xml"/><Relationship Id="rId5" Type="http://schemas.openxmlformats.org/officeDocument/2006/relationships/image" Target="../media/image30.emf"/><Relationship Id="rId4" Type="http://schemas.openxmlformats.org/officeDocument/2006/relationships/oleObject" Target="../embeddings/oleObject4.bin"/><Relationship Id="rId9" Type="http://schemas.openxmlformats.org/officeDocument/2006/relationships/image" Target="../media/image39.png"/></Relationships>
</file>

<file path=ppt/slides/_rels/slide27.xml.rels><?xml version="1.0" encoding="UTF-8" standalone="yes"?>
<Relationships xmlns="http://schemas.openxmlformats.org/package/2006/relationships"><Relationship Id="rId8" Type="http://schemas.openxmlformats.org/officeDocument/2006/relationships/hyperlink" Target="https://www.jescqtec.com/" TargetMode="External"/><Relationship Id="rId3" Type="http://schemas.openxmlformats.org/officeDocument/2006/relationships/notesSlide" Target="../notesSlides/notesSlide26.xml"/><Relationship Id="rId7" Type="http://schemas.openxmlformats.org/officeDocument/2006/relationships/image" Target="../media/image38.png"/><Relationship Id="rId2" Type="http://schemas.openxmlformats.org/officeDocument/2006/relationships/slideLayout" Target="../slideLayouts/slideLayout1.xml"/><Relationship Id="rId1" Type="http://schemas.openxmlformats.org/officeDocument/2006/relationships/tags" Target="../tags/tag7.xml"/><Relationship Id="rId6" Type="http://schemas.openxmlformats.org/officeDocument/2006/relationships/chart" Target="../charts/chart5.xml"/><Relationship Id="rId5" Type="http://schemas.openxmlformats.org/officeDocument/2006/relationships/image" Target="../media/image30.emf"/><Relationship Id="rId4" Type="http://schemas.openxmlformats.org/officeDocument/2006/relationships/oleObject" Target="../embeddings/oleObject4.bin"/><Relationship Id="rId9"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5.xml"/><Relationship Id="rId6" Type="http://schemas.openxmlformats.org/officeDocument/2006/relationships/chart" Target="../charts/chart6.xml"/><Relationship Id="rId5" Type="http://schemas.openxmlformats.org/officeDocument/2006/relationships/hyperlink" Target="https://www.bainisys.com/" TargetMode="External"/><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7.jpeg"/><Relationship Id="rId3" Type="http://schemas.openxmlformats.org/officeDocument/2006/relationships/notesSlide" Target="../notesSlides/notesSlide28.xml"/><Relationship Id="rId7" Type="http://schemas.openxmlformats.org/officeDocument/2006/relationships/image" Target="../media/image42.png"/><Relationship Id="rId12" Type="http://schemas.openxmlformats.org/officeDocument/2006/relationships/image" Target="../media/image46.png"/><Relationship Id="rId2" Type="http://schemas.openxmlformats.org/officeDocument/2006/relationships/slideLayout" Target="../slideLayouts/slideLayout1.xml"/><Relationship Id="rId1" Type="http://schemas.openxmlformats.org/officeDocument/2006/relationships/tags" Target="../tags/tag8.xml"/><Relationship Id="rId6" Type="http://schemas.openxmlformats.org/officeDocument/2006/relationships/hyperlink" Target="https://qzs.com.sg/" TargetMode="External"/><Relationship Id="rId11" Type="http://schemas.microsoft.com/office/2007/relationships/hdphoto" Target="../media/hdphoto1.wdp"/><Relationship Id="rId5" Type="http://schemas.openxmlformats.org/officeDocument/2006/relationships/image" Target="../media/image30.emf"/><Relationship Id="rId10" Type="http://schemas.openxmlformats.org/officeDocument/2006/relationships/image" Target="../media/image45.png"/><Relationship Id="rId4" Type="http://schemas.openxmlformats.org/officeDocument/2006/relationships/oleObject" Target="../embeddings/oleObject4.bin"/><Relationship Id="rId9" Type="http://schemas.openxmlformats.org/officeDocument/2006/relationships/image" Target="../media/image44.png"/><Relationship Id="rId14" Type="http://schemas.openxmlformats.org/officeDocument/2006/relationships/image" Target="../media/image48.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5.xml"/><Relationship Id="rId5" Type="http://schemas.openxmlformats.org/officeDocument/2006/relationships/image" Target="../media/image49.png"/><Relationship Id="rId4" Type="http://schemas.openxmlformats.org/officeDocument/2006/relationships/hyperlink" Target="https://itechnology.com.sg/"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5.xml"/><Relationship Id="rId5" Type="http://schemas.openxmlformats.org/officeDocument/2006/relationships/image" Target="../media/image50.png"/><Relationship Id="rId4" Type="http://schemas.openxmlformats.org/officeDocument/2006/relationships/hyperlink" Target="https://www.ttreliance.com.sg/"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5.xml"/><Relationship Id="rId6" Type="http://schemas.openxmlformats.org/officeDocument/2006/relationships/image" Target="../media/image52.png"/><Relationship Id="rId5" Type="http://schemas.openxmlformats.org/officeDocument/2006/relationships/hyperlink" Target="https://www.tsi-solutions.net/" TargetMode="External"/><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5.xml"/><Relationship Id="rId5" Type="http://schemas.openxmlformats.org/officeDocument/2006/relationships/hyperlink" Target="https://www.star-lite.com.sg/" TargetMode="External"/><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5.xml"/><Relationship Id="rId6" Type="http://schemas.openxmlformats.org/officeDocument/2006/relationships/image" Target="../media/image54.png"/><Relationship Id="rId5" Type="http://schemas.openxmlformats.org/officeDocument/2006/relationships/hyperlink" Target="https://www.genesiss.org/" TargetMode="External"/><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5.xml"/><Relationship Id="rId5" Type="http://schemas.openxmlformats.org/officeDocument/2006/relationships/hyperlink" Target="https://www.frontiersecurity.com.sg/" TargetMode="External"/><Relationship Id="rId4" Type="http://schemas.openxmlformats.org/officeDocument/2006/relationships/image" Target="../media/image55.jpeg"/></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5.xml"/><Relationship Id="rId5" Type="http://schemas.openxmlformats.org/officeDocument/2006/relationships/hyperlink" Target="https://www.caintegration.com/about" TargetMode="External"/><Relationship Id="rId4" Type="http://schemas.openxmlformats.org/officeDocument/2006/relationships/image" Target="../media/image56.png"/></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5.xml"/><Relationship Id="rId5" Type="http://schemas.openxmlformats.org/officeDocument/2006/relationships/hyperlink" Target="https://www.jaecctv.com/" TargetMode="External"/><Relationship Id="rId4" Type="http://schemas.openxmlformats.org/officeDocument/2006/relationships/image" Target="../media/image57.png"/></Relationships>
</file>

<file path=ppt/slides/_rels/slide3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notesSlide" Target="../notesSlides/notesSlide37.xml"/><Relationship Id="rId7" Type="http://schemas.openxmlformats.org/officeDocument/2006/relationships/image" Target="../media/image58.png"/><Relationship Id="rId2" Type="http://schemas.openxmlformats.org/officeDocument/2006/relationships/slideLayout" Target="../slideLayouts/slideLayout1.xml"/><Relationship Id="rId1" Type="http://schemas.openxmlformats.org/officeDocument/2006/relationships/tags" Target="../tags/tag9.xml"/><Relationship Id="rId6" Type="http://schemas.openxmlformats.org/officeDocument/2006/relationships/hyperlink" Target="http://www.keydence.com/" TargetMode="External"/><Relationship Id="rId5" Type="http://schemas.openxmlformats.org/officeDocument/2006/relationships/image" Target="../media/image30.emf"/><Relationship Id="rId4" Type="http://schemas.openxmlformats.org/officeDocument/2006/relationships/oleObject" Target="../embeddings/oleObject4.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7" Type="http://schemas.openxmlformats.org/officeDocument/2006/relationships/image" Target="../media/image59.png"/><Relationship Id="rId2" Type="http://schemas.openxmlformats.org/officeDocument/2006/relationships/slideLayout" Target="../slideLayouts/slideLayout1.xml"/><Relationship Id="rId1" Type="http://schemas.openxmlformats.org/officeDocument/2006/relationships/tags" Target="../tags/tag10.xml"/><Relationship Id="rId6" Type="http://schemas.openxmlformats.org/officeDocument/2006/relationships/hyperlink" Target="https://www.prowler.com.sg/" TargetMode="External"/><Relationship Id="rId5" Type="http://schemas.openxmlformats.org/officeDocument/2006/relationships/image" Target="../media/image30.emf"/><Relationship Id="rId4" Type="http://schemas.openxmlformats.org/officeDocument/2006/relationships/oleObject" Target="../embeddings/oleObject4.bin"/></Relationships>
</file>

<file path=ppt/slides/_rels/slide40.xml.rels><?xml version="1.0" encoding="UTF-8" standalone="yes"?>
<Relationships xmlns="http://schemas.openxmlformats.org/package/2006/relationships"><Relationship Id="rId8" Type="http://schemas.openxmlformats.org/officeDocument/2006/relationships/image" Target="../media/image60.jpeg"/><Relationship Id="rId3" Type="http://schemas.openxmlformats.org/officeDocument/2006/relationships/notesSlide" Target="../notesSlides/notesSlide39.xml"/><Relationship Id="rId7" Type="http://schemas.openxmlformats.org/officeDocument/2006/relationships/image" Target="../media/image42.png"/><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hyperlink" Target="https://3itechnologies.com/" TargetMode="External"/><Relationship Id="rId5" Type="http://schemas.openxmlformats.org/officeDocument/2006/relationships/image" Target="../media/image30.emf"/><Relationship Id="rId4" Type="http://schemas.openxmlformats.org/officeDocument/2006/relationships/oleObject" Target="../embeddings/oleObject4.bin"/></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5.xml"/><Relationship Id="rId5" Type="http://schemas.openxmlformats.org/officeDocument/2006/relationships/hyperlink" Target="https://www.fortech.com.sg/industries.html" TargetMode="External"/><Relationship Id="rId4" Type="http://schemas.openxmlformats.org/officeDocument/2006/relationships/image" Target="../media/image61.png"/></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1.xml"/><Relationship Id="rId1" Type="http://schemas.openxmlformats.org/officeDocument/2006/relationships/slideLayout" Target="../slideLayouts/slideLayout5.xml"/><Relationship Id="rId5" Type="http://schemas.openxmlformats.org/officeDocument/2006/relationships/image" Target="../media/image62.png"/><Relationship Id="rId4" Type="http://schemas.openxmlformats.org/officeDocument/2006/relationships/hyperlink" Target="https://www.apptech.com.sg/" TargetMode="External"/></Relationships>
</file>

<file path=ppt/slides/_rels/slide43.xml.rels><?xml version="1.0" encoding="UTF-8" standalone="yes"?>
<Relationships xmlns="http://schemas.openxmlformats.org/package/2006/relationships"><Relationship Id="rId8" Type="http://schemas.openxmlformats.org/officeDocument/2006/relationships/hyperlink" Target="https://www.inspilogix.com/" TargetMode="External"/><Relationship Id="rId3" Type="http://schemas.openxmlformats.org/officeDocument/2006/relationships/notesSlide" Target="../notesSlides/notesSlide42.xml"/><Relationship Id="rId7" Type="http://schemas.openxmlformats.org/officeDocument/2006/relationships/image" Target="../media/image30.emf"/><Relationship Id="rId2" Type="http://schemas.openxmlformats.org/officeDocument/2006/relationships/slideLayout" Target="../slideLayouts/slideLayout1.xml"/><Relationship Id="rId1" Type="http://schemas.openxmlformats.org/officeDocument/2006/relationships/tags" Target="../tags/tag12.xml"/><Relationship Id="rId6" Type="http://schemas.openxmlformats.org/officeDocument/2006/relationships/oleObject" Target="../embeddings/oleObject4.bin"/><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chart" Target="../charts/chart7.xml"/></Relationships>
</file>

<file path=ppt/slides/_rels/slide44.xml.rels><?xml version="1.0" encoding="UTF-8" standalone="yes"?>
<Relationships xmlns="http://schemas.openxmlformats.org/package/2006/relationships"><Relationship Id="rId8" Type="http://schemas.openxmlformats.org/officeDocument/2006/relationships/chart" Target="../charts/chart8.xml"/><Relationship Id="rId3" Type="http://schemas.openxmlformats.org/officeDocument/2006/relationships/notesSlide" Target="../notesSlides/notesSlide43.xml"/><Relationship Id="rId7" Type="http://schemas.openxmlformats.org/officeDocument/2006/relationships/hyperlink" Target="https://sigmaline.com.my/" TargetMode="External"/><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30.emf"/><Relationship Id="rId5" Type="http://schemas.openxmlformats.org/officeDocument/2006/relationships/oleObject" Target="../embeddings/oleObject4.bin"/><Relationship Id="rId4" Type="http://schemas.openxmlformats.org/officeDocument/2006/relationships/image" Target="../media/image65.png"/><Relationship Id="rId9" Type="http://schemas.openxmlformats.org/officeDocument/2006/relationships/image" Target="../media/image63.png"/></Relationships>
</file>

<file path=ppt/slides/_rels/slide4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4.xml"/><Relationship Id="rId1" Type="http://schemas.openxmlformats.org/officeDocument/2006/relationships/slideLayout" Target="../slideLayouts/slideLayout5.xml"/><Relationship Id="rId6" Type="http://schemas.openxmlformats.org/officeDocument/2006/relationships/chart" Target="../charts/chart9.xml"/><Relationship Id="rId5" Type="http://schemas.openxmlformats.org/officeDocument/2006/relationships/image" Target="../media/image66.png"/><Relationship Id="rId4" Type="http://schemas.openxmlformats.org/officeDocument/2006/relationships/hyperlink" Target="https://ions.com.my/index.php"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5.xml"/><Relationship Id="rId1" Type="http://schemas.openxmlformats.org/officeDocument/2006/relationships/slideLayout" Target="../slideLayouts/slideLayout5.xml"/><Relationship Id="rId5" Type="http://schemas.openxmlformats.org/officeDocument/2006/relationships/image" Target="../media/image67.png"/><Relationship Id="rId4" Type="http://schemas.openxmlformats.org/officeDocument/2006/relationships/hyperlink" Target="https://www.sone.com.my/"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6.xml"/><Relationship Id="rId1" Type="http://schemas.openxmlformats.org/officeDocument/2006/relationships/slideLayout" Target="../slideLayouts/slideLayout5.xml"/><Relationship Id="rId5" Type="http://schemas.openxmlformats.org/officeDocument/2006/relationships/image" Target="../media/image68.png"/><Relationship Id="rId4" Type="http://schemas.openxmlformats.org/officeDocument/2006/relationships/hyperlink" Target="https://csyautomation.com/"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69.png"/></Relationships>
</file>

<file path=ppt/slides/_rels/slide4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8.xml"/><Relationship Id="rId1" Type="http://schemas.openxmlformats.org/officeDocument/2006/relationships/slideLayout" Target="../slideLayouts/slideLayout5.xml"/><Relationship Id="rId5" Type="http://schemas.openxmlformats.org/officeDocument/2006/relationships/hyperlink" Target="https://www.zashtech.com/" TargetMode="External"/><Relationship Id="rId4" Type="http://schemas.openxmlformats.org/officeDocument/2006/relationships/image" Target="../media/image70.png"/></Relationships>
</file>

<file path=ppt/slides/_rels/slide5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9.xml"/><Relationship Id="rId1" Type="http://schemas.openxmlformats.org/officeDocument/2006/relationships/slideLayout" Target="../slideLayouts/slideLayout5.xml"/><Relationship Id="rId5" Type="http://schemas.openxmlformats.org/officeDocument/2006/relationships/hyperlink" Target="https://britec.com.my/" TargetMode="External"/><Relationship Id="rId4" Type="http://schemas.openxmlformats.org/officeDocument/2006/relationships/image" Target="../media/image71.png"/></Relationships>
</file>

<file path=ppt/slides/_rels/slide5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0.xml"/><Relationship Id="rId1" Type="http://schemas.openxmlformats.org/officeDocument/2006/relationships/slideLayout" Target="../slideLayouts/slideLayout4.xml"/><Relationship Id="rId5" Type="http://schemas.openxmlformats.org/officeDocument/2006/relationships/hyperlink" Target="https://installersph.com/" TargetMode="External"/><Relationship Id="rId4" Type="http://schemas.openxmlformats.org/officeDocument/2006/relationships/image" Target="../media/image73.png"/></Relationships>
</file>

<file path=ppt/slides/_rels/slide5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1.xml"/><Relationship Id="rId1" Type="http://schemas.openxmlformats.org/officeDocument/2006/relationships/slideLayout" Target="../slideLayouts/slideLayout5.xml"/><Relationship Id="rId5" Type="http://schemas.openxmlformats.org/officeDocument/2006/relationships/image" Target="../media/image74.png"/><Relationship Id="rId4" Type="http://schemas.openxmlformats.org/officeDocument/2006/relationships/hyperlink" Target="https://www.amssisystems.com/" TargetMode="External"/></Relationships>
</file>

<file path=ppt/slides/_rels/slide5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2.xml"/><Relationship Id="rId1" Type="http://schemas.openxmlformats.org/officeDocument/2006/relationships/slideLayout" Target="../slideLayouts/slideLayout5.xml"/><Relationship Id="rId5" Type="http://schemas.openxmlformats.org/officeDocument/2006/relationships/image" Target="../media/image75.png"/><Relationship Id="rId4" Type="http://schemas.openxmlformats.org/officeDocument/2006/relationships/hyperlink" Target="https://www.alto.com.ph/" TargetMode="External"/></Relationships>
</file>

<file path=ppt/slides/_rels/slide5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3.xml"/><Relationship Id="rId1" Type="http://schemas.openxmlformats.org/officeDocument/2006/relationships/slideLayout" Target="../slideLayouts/slideLayout5.xml"/><Relationship Id="rId5" Type="http://schemas.openxmlformats.org/officeDocument/2006/relationships/hyperlink" Target="https://www.nobiitsolutions.com/" TargetMode="External"/><Relationship Id="rId4" Type="http://schemas.openxmlformats.org/officeDocument/2006/relationships/image" Target="../media/image76.png"/></Relationships>
</file>

<file path=ppt/slides/_rels/slide5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4.xml"/><Relationship Id="rId1" Type="http://schemas.openxmlformats.org/officeDocument/2006/relationships/slideLayout" Target="../slideLayouts/slideLayout5.xml"/><Relationship Id="rId5" Type="http://schemas.openxmlformats.org/officeDocument/2006/relationships/hyperlink" Target="http://rightsecurity.com.ph/" TargetMode="External"/><Relationship Id="rId4" Type="http://schemas.openxmlformats.org/officeDocument/2006/relationships/image" Target="../media/image77.png"/></Relationships>
</file>

<file path=ppt/slides/_rels/slide5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5.xml"/><Relationship Id="rId1" Type="http://schemas.openxmlformats.org/officeDocument/2006/relationships/slideLayout" Target="../slideLayouts/slideLayout5.xml"/><Relationship Id="rId5" Type="http://schemas.openxmlformats.org/officeDocument/2006/relationships/image" Target="../media/image78.png"/><Relationship Id="rId4" Type="http://schemas.openxmlformats.org/officeDocument/2006/relationships/hyperlink" Target="https://7scsc.ph/" TargetMode="External"/></Relationships>
</file>

<file path=ppt/slides/_rels/slide5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6.xml"/><Relationship Id="rId1" Type="http://schemas.openxmlformats.org/officeDocument/2006/relationships/slideLayout" Target="../slideLayouts/slideLayout5.xml"/><Relationship Id="rId5" Type="http://schemas.openxmlformats.org/officeDocument/2006/relationships/image" Target="../media/image79.png"/><Relationship Id="rId4" Type="http://schemas.openxmlformats.org/officeDocument/2006/relationships/hyperlink" Target="https://systechcorp.com.ph/" TargetMode="External"/></Relationships>
</file>

<file path=ppt/slides/_rels/slide5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7.xml"/><Relationship Id="rId1" Type="http://schemas.openxmlformats.org/officeDocument/2006/relationships/slideLayout" Target="../slideLayouts/slideLayout5.xml"/><Relationship Id="rId5" Type="http://schemas.openxmlformats.org/officeDocument/2006/relationships/hyperlink" Target="https://www.techcore.com.ph/" TargetMode="External"/><Relationship Id="rId4" Type="http://schemas.openxmlformats.org/officeDocument/2006/relationships/image" Target="../media/image80.png"/></Relationships>
</file>

<file path=ppt/slides/_rels/slide5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8.xml"/><Relationship Id="rId1" Type="http://schemas.openxmlformats.org/officeDocument/2006/relationships/slideLayout" Target="../slideLayouts/slideLayout4.xml"/><Relationship Id="rId6" Type="http://schemas.openxmlformats.org/officeDocument/2006/relationships/chart" Target="../charts/chart10.xml"/><Relationship Id="rId5" Type="http://schemas.openxmlformats.org/officeDocument/2006/relationships/image" Target="../media/image82.png"/><Relationship Id="rId4" Type="http://schemas.openxmlformats.org/officeDocument/2006/relationships/hyperlink" Target="https://vietphatgroup.com/" TargetMode="External"/></Relationships>
</file>

<file path=ppt/slides/_rels/slide6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9.xml"/><Relationship Id="rId1" Type="http://schemas.openxmlformats.org/officeDocument/2006/relationships/slideLayout" Target="../slideLayouts/slideLayout5.xml"/><Relationship Id="rId5" Type="http://schemas.openxmlformats.org/officeDocument/2006/relationships/hyperlink" Target="https://tanbaocorp.vn/" TargetMode="External"/><Relationship Id="rId4" Type="http://schemas.openxmlformats.org/officeDocument/2006/relationships/image" Target="../media/image83.jpeg"/></Relationships>
</file>

<file path=ppt/slides/_rels/slide6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0.xml"/><Relationship Id="rId1" Type="http://schemas.openxmlformats.org/officeDocument/2006/relationships/slideLayout" Target="../slideLayouts/slideLayout5.xml"/><Relationship Id="rId5" Type="http://schemas.openxmlformats.org/officeDocument/2006/relationships/image" Target="../media/image84.png"/><Relationship Id="rId4" Type="http://schemas.openxmlformats.org/officeDocument/2006/relationships/hyperlink" Target="https://vutien.com.vn/" TargetMode="External"/></Relationships>
</file>

<file path=ppt/slides/_rels/slide6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1.xml"/><Relationship Id="rId1" Type="http://schemas.openxmlformats.org/officeDocument/2006/relationships/slideLayout" Target="../slideLayouts/slideLayout5.xml"/><Relationship Id="rId5" Type="http://schemas.openxmlformats.org/officeDocument/2006/relationships/image" Target="../media/image85.png"/><Relationship Id="rId4" Type="http://schemas.openxmlformats.org/officeDocument/2006/relationships/hyperlink" Target="https://tctech.vn/he-thong-kiem-soat-an-ninh-tich-hop" TargetMode="External"/></Relationships>
</file>

<file path=ppt/slides/_rels/slide6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2.xml"/><Relationship Id="rId1" Type="http://schemas.openxmlformats.org/officeDocument/2006/relationships/slideLayout" Target="../slideLayouts/slideLayout5.xml"/><Relationship Id="rId6" Type="http://schemas.openxmlformats.org/officeDocument/2006/relationships/chart" Target="../charts/chart11.xml"/><Relationship Id="rId5" Type="http://schemas.openxmlformats.org/officeDocument/2006/relationships/hyperlink" Target="http://anhnguyencontrols.com/en/service/security-system/" TargetMode="External"/><Relationship Id="rId4" Type="http://schemas.openxmlformats.org/officeDocument/2006/relationships/image" Target="../media/image86.jpeg"/></Relationships>
</file>

<file path=ppt/slides/_rels/slide6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3.xml"/><Relationship Id="rId1" Type="http://schemas.openxmlformats.org/officeDocument/2006/relationships/slideLayout" Target="../slideLayouts/slideLayout5.xml"/><Relationship Id="rId5" Type="http://schemas.openxmlformats.org/officeDocument/2006/relationships/hyperlink" Target="https://hanoi-sse.com/" TargetMode="External"/><Relationship Id="rId4" Type="http://schemas.openxmlformats.org/officeDocument/2006/relationships/image" Target="../media/image87.png"/></Relationships>
</file>

<file path=ppt/slides/_rels/slide6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4.xml"/><Relationship Id="rId1" Type="http://schemas.openxmlformats.org/officeDocument/2006/relationships/slideLayout" Target="../slideLayouts/slideLayout5.xml"/><Relationship Id="rId5" Type="http://schemas.openxmlformats.org/officeDocument/2006/relationships/hyperlink" Target="http://anninhviet.vn/" TargetMode="External"/><Relationship Id="rId4" Type="http://schemas.openxmlformats.org/officeDocument/2006/relationships/image" Target="../media/image88.png"/></Relationships>
</file>

<file path=ppt/slides/_rels/slide6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5.xml"/><Relationship Id="rId1" Type="http://schemas.openxmlformats.org/officeDocument/2006/relationships/slideLayout" Target="../slideLayouts/slideLayout5.xml"/><Relationship Id="rId5" Type="http://schemas.openxmlformats.org/officeDocument/2006/relationships/hyperlink" Target="http://vntgroup.vn/" TargetMode="External"/><Relationship Id="rId4" Type="http://schemas.openxmlformats.org/officeDocument/2006/relationships/image" Target="../media/image89.png"/></Relationships>
</file>

<file path=ppt/slides/_rels/slide6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6.xml"/><Relationship Id="rId1" Type="http://schemas.openxmlformats.org/officeDocument/2006/relationships/slideLayout" Target="../slideLayouts/slideLayout5.xml"/><Relationship Id="rId5" Type="http://schemas.openxmlformats.org/officeDocument/2006/relationships/hyperlink" Target="https://aps.vn/" TargetMode="External"/><Relationship Id="rId4" Type="http://schemas.openxmlformats.org/officeDocument/2006/relationships/image" Target="../media/image90.png"/></Relationships>
</file>

<file path=ppt/slides/_rels/slide6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7.xml"/><Relationship Id="rId1" Type="http://schemas.openxmlformats.org/officeDocument/2006/relationships/slideLayout" Target="../slideLayouts/slideLayout4.xml"/><Relationship Id="rId5" Type="http://schemas.openxmlformats.org/officeDocument/2006/relationships/hyperlink" Target="https://techpro.vn/" TargetMode="External"/><Relationship Id="rId4"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2">
            <a:extLst>
              <a:ext uri="{FF2B5EF4-FFF2-40B4-BE49-F238E27FC236}">
                <a16:creationId xmlns:a16="http://schemas.microsoft.com/office/drawing/2014/main" id="{107A3768-D323-C3EC-4A32-DF05EBC9EA2D}"/>
              </a:ext>
            </a:extLst>
          </p:cNvPr>
          <p:cNvSpPr txBox="1">
            <a:spLocks/>
          </p:cNvSpPr>
          <p:nvPr/>
        </p:nvSpPr>
        <p:spPr>
          <a:xfrm>
            <a:off x="416495" y="3149677"/>
            <a:ext cx="10625973" cy="936104"/>
          </a:xfrm>
          <a:prstGeom prst="rect">
            <a:avLst/>
          </a:prstGeom>
        </p:spPr>
        <p:txBody>
          <a:bodyPr vert="horz" lIns="91440" tIns="45720" rIns="91440" bIns="45720" rtlCol="0" anchor="b" anchorCtr="0">
            <a:noAutofit/>
          </a:bodyPr>
          <a:lstStyle>
            <a:lvl1pPr marL="0" indent="0" algn="l" defTabSz="914400" rtl="0" eaLnBrk="1" latinLnBrk="0" hangingPunct="1">
              <a:spcBef>
                <a:spcPct val="20000"/>
              </a:spcBef>
              <a:buFont typeface="Arial" pitchFamily="34" charset="0"/>
              <a:buNone/>
              <a:defRPr kumimoji="1" sz="3600" b="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a:buClrTx/>
              <a:defRPr/>
            </a:pPr>
            <a:endParaRPr lang="zh-TW" altLang="en-US" sz="3200">
              <a:solidFill>
                <a:schemeClr val="bg1"/>
              </a:solidFill>
              <a:latin typeface="Yu Gothic" panose="020B0400000000000000" pitchFamily="50" charset="-128"/>
              <a:ea typeface="Yu Gothic" panose="020B0400000000000000" pitchFamily="50" charset="-128"/>
            </a:endParaRPr>
          </a:p>
          <a:p>
            <a:pPr>
              <a:buClrTx/>
              <a:defRPr/>
            </a:pPr>
            <a:r>
              <a:rPr lang="ja-JP" altLang="en-US" sz="3200">
                <a:solidFill>
                  <a:schemeClr val="bg1"/>
                </a:solidFill>
                <a:latin typeface="Yu Gothic" panose="020B0400000000000000" pitchFamily="50" charset="-128"/>
                <a:ea typeface="Yu Gothic" panose="020B0400000000000000" pitchFamily="50" charset="-128"/>
              </a:rPr>
              <a:t>高千穂交易株式会社　御中</a:t>
            </a:r>
            <a:br>
              <a:rPr lang="en-US" altLang="ja-JP" sz="3200">
                <a:latin typeface="Yu Gothic" panose="020B0400000000000000" pitchFamily="50" charset="-128"/>
                <a:ea typeface="Yu Gothic" panose="020B0400000000000000" pitchFamily="50" charset="-128"/>
              </a:rPr>
            </a:br>
            <a:endParaRPr lang="en-US" altLang="ja-JP" sz="3200">
              <a:solidFill>
                <a:schemeClr val="bg1"/>
              </a:solidFill>
              <a:latin typeface="Yu Gothic" panose="020B0400000000000000" pitchFamily="50" charset="-128"/>
              <a:ea typeface="Yu Gothic" panose="020B0400000000000000" pitchFamily="50" charset="-128"/>
            </a:endParaRPr>
          </a:p>
          <a:p>
            <a:pPr>
              <a:buClrTx/>
              <a:defRPr/>
            </a:pPr>
            <a:r>
              <a:rPr lang="ja-JP" altLang="en-US" sz="3200">
                <a:solidFill>
                  <a:schemeClr val="bg1"/>
                </a:solidFill>
                <a:latin typeface="+mj-ea"/>
              </a:rPr>
              <a:t>東南アジアにおけるセキュリティ製品企業の販売代理店</a:t>
            </a:r>
            <a:r>
              <a:rPr lang="ja-TH" altLang="en-US" sz="3200">
                <a:solidFill>
                  <a:schemeClr val="bg1"/>
                </a:solidFill>
                <a:latin typeface="+mj-ea"/>
              </a:rPr>
              <a:t>および</a:t>
            </a:r>
            <a:r>
              <a:rPr lang="ja-JP" altLang="en-US" sz="3200">
                <a:solidFill>
                  <a:schemeClr val="bg1"/>
                </a:solidFill>
                <a:latin typeface="+mj-ea"/>
              </a:rPr>
              <a:t>システムインテグレーターの</a:t>
            </a:r>
            <a:r>
              <a:rPr lang="en-US" altLang="ja-JP" sz="3200">
                <a:solidFill>
                  <a:schemeClr val="bg1"/>
                </a:solidFill>
                <a:latin typeface="+mj-ea"/>
              </a:rPr>
              <a:t>M&amp;A</a:t>
            </a:r>
            <a:r>
              <a:rPr lang="ja-TH" altLang="en-US" sz="3200">
                <a:solidFill>
                  <a:schemeClr val="bg1"/>
                </a:solidFill>
                <a:latin typeface="+mj-ea"/>
              </a:rPr>
              <a:t>ターゲット探索</a:t>
            </a:r>
            <a:endParaRPr lang="en-US" altLang="ja-JP" sz="3200">
              <a:solidFill>
                <a:schemeClr val="bg1"/>
              </a:solidFill>
              <a:latin typeface="+mj-ea"/>
            </a:endParaRPr>
          </a:p>
        </p:txBody>
      </p:sp>
      <p:sp>
        <p:nvSpPr>
          <p:cNvPr id="3" name="テキスト プレースホルダー 1">
            <a:extLst>
              <a:ext uri="{FF2B5EF4-FFF2-40B4-BE49-F238E27FC236}">
                <a16:creationId xmlns:a16="http://schemas.microsoft.com/office/drawing/2014/main" id="{B12DD020-A423-6551-5A07-2A475D5CD2D6}"/>
              </a:ext>
            </a:extLst>
          </p:cNvPr>
          <p:cNvSpPr txBox="1">
            <a:spLocks/>
          </p:cNvSpPr>
          <p:nvPr/>
        </p:nvSpPr>
        <p:spPr>
          <a:xfrm>
            <a:off x="416496" y="4445821"/>
            <a:ext cx="8553400" cy="648072"/>
          </a:xfrm>
          <a:prstGeom prst="rect">
            <a:avLst/>
          </a:prstGeom>
        </p:spPr>
        <p:txBody>
          <a:bodyPr vert="horz" lIns="91440" tIns="45720" rIns="91440" bIns="45720" rtlCol="0" anchor="t">
            <a:noAutofit/>
          </a:bodyPr>
          <a:lstStyle>
            <a:lvl1pPr marL="0" indent="0" algn="l" defTabSz="914400" rtl="0" eaLnBrk="1" latinLnBrk="0" hangingPunct="1">
              <a:spcBef>
                <a:spcPct val="20000"/>
              </a:spcBef>
              <a:buFont typeface="Arial" pitchFamily="34" charset="0"/>
              <a:buNone/>
              <a:defRPr kumimoji="1" sz="1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ja-JP" altLang="en-US" sz="2400">
                <a:solidFill>
                  <a:schemeClr val="bg1"/>
                </a:solidFill>
                <a:latin typeface="Yu Gothic" panose="020B0400000000000000" pitchFamily="34" charset="-128"/>
                <a:ea typeface="Yu Gothic" panose="020B0400000000000000" pitchFamily="34" charset="-128"/>
              </a:rPr>
              <a:t>討議資料</a:t>
            </a:r>
            <a:endParaRPr kumimoji="1" lang="en-US" altLang="ja-JP" sz="2400" b="0" i="0" u="none" strike="noStrike" kern="1200" cap="none" spc="0" normalizeH="0" baseline="0" noProof="0">
              <a:ln>
                <a:noFill/>
              </a:ln>
              <a:solidFill>
                <a:schemeClr val="bg1"/>
              </a:solidFill>
              <a:effectLst/>
              <a:uLnTx/>
              <a:uFillTx/>
              <a:latin typeface="Yu Gothic" panose="020B0400000000000000" pitchFamily="34" charset="-128"/>
              <a:ea typeface="Yu Gothic" panose="020B0400000000000000" pitchFamily="34" charset="-128"/>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altLang="ja-JP" sz="2400">
              <a:solidFill>
                <a:schemeClr val="bg1"/>
              </a:solidFill>
              <a:latin typeface="Yu Gothic" panose="020B0400000000000000" pitchFamily="34" charset="-128"/>
              <a:ea typeface="Yu Gothic" panose="020B0400000000000000" pitchFamily="34" charset="-128"/>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1" lang="en-US" altLang="ja-JP" sz="2400" b="0" i="0" u="none" strike="noStrike" kern="1200" cap="none" spc="0" normalizeH="0" baseline="0" noProof="0">
                <a:ln>
                  <a:noFill/>
                </a:ln>
                <a:solidFill>
                  <a:schemeClr val="bg1"/>
                </a:solidFill>
                <a:effectLst/>
                <a:uLnTx/>
                <a:uFillTx/>
                <a:latin typeface="Yu Gothic" panose="020B0400000000000000" pitchFamily="34" charset="-128"/>
                <a:ea typeface="Yu Gothic" panose="020B0400000000000000" pitchFamily="34" charset="-128"/>
              </a:rPr>
              <a:t>YCP</a:t>
            </a:r>
            <a:endParaRPr lang="en-US" altLang="ja-JP" sz="2400" b="0" i="0" u="none" strike="noStrike" kern="1200" cap="none" spc="0" normalizeH="0" baseline="0" noProof="0">
              <a:ln>
                <a:noFill/>
              </a:ln>
              <a:solidFill>
                <a:schemeClr val="bg1"/>
              </a:solidFill>
              <a:effectLst/>
              <a:uLnTx/>
              <a:uFillTx/>
              <a:latin typeface="Yu Gothic" panose="020B0400000000000000" pitchFamily="34" charset="-128"/>
              <a:ea typeface="Yu Gothic" panose="020B0400000000000000" pitchFamily="34" charset="-128"/>
              <a:cs typeface="Segoe UI"/>
            </a:endParaRPr>
          </a:p>
          <a:p>
            <a:pPr>
              <a:buClrTx/>
              <a:defRPr/>
            </a:pPr>
            <a:r>
              <a:rPr kumimoji="1" lang="en-US" altLang="ja-JP" sz="2400" b="0" i="0" u="none" strike="noStrike" kern="1200" cap="none" spc="0" normalizeH="0" baseline="0" noProof="0">
                <a:ln>
                  <a:noFill/>
                </a:ln>
                <a:solidFill>
                  <a:schemeClr val="bg1"/>
                </a:solidFill>
                <a:effectLst/>
                <a:uLnTx/>
                <a:uFillTx/>
                <a:latin typeface="Yu Gothic"/>
                <a:ea typeface="Yu Gothic"/>
              </a:rPr>
              <a:t>2026</a:t>
            </a:r>
            <a:r>
              <a:rPr kumimoji="1" lang="ja-JP" altLang="en-US" sz="2400" b="0" i="0" u="none" strike="noStrike" kern="1200" cap="none" spc="0" normalizeH="0" baseline="0" noProof="0">
                <a:ln>
                  <a:noFill/>
                </a:ln>
                <a:solidFill>
                  <a:schemeClr val="bg1"/>
                </a:solidFill>
                <a:effectLst/>
                <a:uLnTx/>
                <a:uFillTx/>
                <a:latin typeface="Yu Gothic"/>
                <a:ea typeface="Yu Gothic"/>
              </a:rPr>
              <a:t>年</a:t>
            </a:r>
            <a:r>
              <a:rPr lang="en-US" altLang="ja-JP" sz="2400">
                <a:solidFill>
                  <a:schemeClr val="bg1"/>
                </a:solidFill>
                <a:latin typeface="Yu Gothic"/>
                <a:ea typeface="Yu Gothic"/>
              </a:rPr>
              <a:t>1</a:t>
            </a:r>
            <a:r>
              <a:rPr kumimoji="1" lang="ja-JP" altLang="en-US" sz="2400" b="0" i="0" u="none" strike="noStrike" kern="1200" cap="none" spc="0" normalizeH="0" baseline="0" noProof="0">
                <a:ln>
                  <a:noFill/>
                </a:ln>
                <a:solidFill>
                  <a:schemeClr val="bg1"/>
                </a:solidFill>
                <a:effectLst/>
                <a:uLnTx/>
                <a:uFillTx/>
                <a:latin typeface="Yu Gothic"/>
                <a:ea typeface="Yu Gothic"/>
              </a:rPr>
              <a:t>月</a:t>
            </a:r>
            <a:r>
              <a:rPr kumimoji="1" lang="en-US" altLang="ja-JP" sz="2400" b="0" i="0" u="none" strike="noStrike" kern="1200" cap="none" spc="0" normalizeH="0" baseline="0" noProof="0">
                <a:ln>
                  <a:noFill/>
                </a:ln>
                <a:solidFill>
                  <a:schemeClr val="bg1"/>
                </a:solidFill>
                <a:effectLst/>
                <a:uLnTx/>
                <a:uFillTx/>
                <a:latin typeface="Yu Gothic"/>
                <a:ea typeface="Yu Gothic"/>
              </a:rPr>
              <a:t>10</a:t>
            </a:r>
            <a:r>
              <a:rPr kumimoji="1" lang="ja-JP" altLang="en-US" sz="2400" b="0" i="0" u="none" strike="noStrike" kern="1200" cap="none" spc="0" normalizeH="0" baseline="0" noProof="0">
                <a:ln>
                  <a:noFill/>
                </a:ln>
                <a:solidFill>
                  <a:schemeClr val="bg1"/>
                </a:solidFill>
                <a:effectLst/>
                <a:uLnTx/>
                <a:uFillTx/>
                <a:latin typeface="Yu Gothic"/>
                <a:ea typeface="Yu Gothic"/>
              </a:rPr>
              <a:t>日</a:t>
            </a:r>
            <a:endParaRPr lang="en-US" altLang="ja-JP" sz="2400" b="0" i="0" u="none" strike="noStrike" kern="1200" cap="none" spc="0" normalizeH="0" baseline="0" noProof="0">
              <a:ln>
                <a:noFill/>
              </a:ln>
              <a:solidFill>
                <a:schemeClr val="bg1"/>
              </a:solidFill>
              <a:effectLst/>
              <a:uLnTx/>
              <a:uFillTx/>
              <a:latin typeface="Yu Gothic"/>
              <a:ea typeface="Yu Gothic"/>
              <a:cs typeface="Segoe UI"/>
            </a:endParaRPr>
          </a:p>
        </p:txBody>
      </p:sp>
    </p:spTree>
    <p:extLst>
      <p:ext uri="{BB962C8B-B14F-4D97-AF65-F5344CB8AC3E}">
        <p14:creationId xmlns:p14="http://schemas.microsoft.com/office/powerpoint/2010/main" val="233131817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932688"/>
            <a:ext cx="12191695" cy="0"/>
          </a:xfrm>
          <a:prstGeom prst="line">
            <a:avLst/>
          </a:prstGeom>
          <a:noFill/>
          <a:ln w="57150">
            <a:solidFill>
              <a:srgbClr val="293F55"/>
            </a:solidFill>
            <a:prstDash val="solid"/>
          </a:ln>
        </p:spPr>
        <p:txBody>
          <a:bodyPr/>
          <a:lstStyle/>
          <a:p>
            <a:endParaRPr lang="en-US"/>
          </a:p>
        </p:txBody>
      </p:sp>
      <p:sp>
        <p:nvSpPr>
          <p:cNvPr id="3" name="Shape 1"/>
          <p:cNvSpPr/>
          <p:nvPr/>
        </p:nvSpPr>
        <p:spPr>
          <a:xfrm>
            <a:off x="0" y="1005840"/>
            <a:ext cx="12191695" cy="0"/>
          </a:xfrm>
          <a:prstGeom prst="line">
            <a:avLst/>
          </a:prstGeom>
          <a:noFill/>
          <a:ln w="28575">
            <a:solidFill>
              <a:srgbClr val="293F55"/>
            </a:solidFill>
            <a:prstDash val="solid"/>
          </a:ln>
        </p:spPr>
        <p:txBody>
          <a:bodyPr/>
          <a:lstStyle/>
          <a:p>
            <a:endParaRPr lang="en-US"/>
          </a:p>
        </p:txBody>
      </p:sp>
      <p:sp>
        <p:nvSpPr>
          <p:cNvPr id="4" name="Shape 2"/>
          <p:cNvSpPr/>
          <p:nvPr/>
        </p:nvSpPr>
        <p:spPr>
          <a:xfrm>
            <a:off x="0" y="6620256"/>
            <a:ext cx="12191695" cy="0"/>
          </a:xfrm>
          <a:prstGeom prst="line">
            <a:avLst/>
          </a:prstGeom>
          <a:noFill/>
          <a:ln w="28575">
            <a:solidFill>
              <a:srgbClr val="293F55"/>
            </a:solidFill>
            <a:prstDash val="solid"/>
          </a:ln>
        </p:spPr>
        <p:txBody>
          <a:bodyPr/>
          <a:lstStyle/>
          <a:p>
            <a:endParaRPr lang="en-US"/>
          </a:p>
        </p:txBody>
      </p:sp>
      <p:sp>
        <p:nvSpPr>
          <p:cNvPr id="5" name="Text 3"/>
          <p:cNvSpPr/>
          <p:nvPr/>
        </p:nvSpPr>
        <p:spPr>
          <a:xfrm>
            <a:off x="347470" y="64008"/>
            <a:ext cx="11509567" cy="822960"/>
          </a:xfrm>
          <a:prstGeom prst="rect">
            <a:avLst/>
          </a:prstGeom>
          <a:noFill/>
          <a:ln/>
        </p:spPr>
        <p:txBody>
          <a:bodyPr wrap="square" lIns="0" rIns="0" rtlCol="0" anchor="b"/>
          <a:lstStyle/>
          <a:p>
            <a:r>
              <a:rPr lang="ja-JP" altLang="en-US" sz="2400">
                <a:latin typeface="+mj-ea"/>
                <a:ea typeface="+mj-ea"/>
                <a:cs typeface="Segoe UI" panose="020B0502040204020203" pitchFamily="34" charset="0"/>
              </a:rPr>
              <a:t>ターゲットリスト </a:t>
            </a:r>
            <a:r>
              <a:rPr lang="en-US" altLang="ja-JP" sz="2400">
                <a:latin typeface="+mj-ea"/>
                <a:ea typeface="+mj-ea"/>
                <a:cs typeface="Segoe UI" panose="020B0502040204020203" pitchFamily="34" charset="0"/>
              </a:rPr>
              <a:t>– </a:t>
            </a:r>
            <a:r>
              <a:rPr lang="ja-JP" altLang="en-US" sz="2400">
                <a:latin typeface="+mj-ea"/>
                <a:ea typeface="+mj-ea"/>
                <a:cs typeface="Segoe UI" panose="020B0502040204020203" pitchFamily="34" charset="0"/>
              </a:rPr>
              <a:t>東南アジアにおけるセキュリティ製品の</a:t>
            </a:r>
            <a:r>
              <a:rPr lang="ja-TH" altLang="en-US" sz="2400">
                <a:latin typeface="+mj-ea"/>
                <a:ea typeface="+mj-ea"/>
                <a:cs typeface="Segoe UI" panose="020B0502040204020203" pitchFamily="34" charset="0"/>
              </a:rPr>
              <a:t>販売代理店および</a:t>
            </a:r>
            <a:endParaRPr lang="en-US" altLang="ja-TH" sz="2400">
              <a:latin typeface="+mj-ea"/>
              <a:ea typeface="+mj-ea"/>
              <a:cs typeface="Segoe UI" panose="020B0502040204020203" pitchFamily="34" charset="0"/>
            </a:endParaRPr>
          </a:p>
          <a:p>
            <a:r>
              <a:rPr lang="ja-JP" altLang="en-US" sz="2400">
                <a:latin typeface="+mj-ea"/>
                <a:ea typeface="+mj-ea"/>
                <a:cs typeface="Segoe UI" panose="020B0502040204020203" pitchFamily="34" charset="0"/>
              </a:rPr>
              <a:t>システムインテグレーター（</a:t>
            </a:r>
            <a:r>
              <a:rPr lang="en-US" altLang="ja-JP" sz="2400">
                <a:latin typeface="+mj-ea"/>
                <a:ea typeface="+mj-ea"/>
                <a:cs typeface="Segoe UI" panose="020B0502040204020203" pitchFamily="34" charset="0"/>
              </a:rPr>
              <a:t>1/4</a:t>
            </a:r>
            <a:r>
              <a:rPr lang="ja-JP" altLang="en-US" sz="2400">
                <a:latin typeface="+mj-ea"/>
                <a:ea typeface="+mj-ea"/>
                <a:cs typeface="Segoe UI" panose="020B0502040204020203" pitchFamily="34" charset="0"/>
              </a:rPr>
              <a:t>）</a:t>
            </a:r>
            <a:endParaRPr lang="en-US" sz="2400">
              <a:latin typeface="+mj-ea"/>
              <a:ea typeface="+mj-ea"/>
              <a:cs typeface="Segoe UI" panose="020B0502040204020203" pitchFamily="34" charset="0"/>
            </a:endParaRPr>
          </a:p>
        </p:txBody>
      </p:sp>
      <p:sp>
        <p:nvSpPr>
          <p:cNvPr id="7" name="Text 4"/>
          <p:cNvSpPr/>
          <p:nvPr/>
        </p:nvSpPr>
        <p:spPr>
          <a:xfrm>
            <a:off x="334963" y="6089199"/>
            <a:ext cx="11466576" cy="275273"/>
          </a:xfrm>
          <a:prstGeom prst="rect">
            <a:avLst/>
          </a:prstGeom>
          <a:noFill/>
          <a:ln/>
        </p:spPr>
        <p:txBody>
          <a:bodyPr wrap="square" lIns="36000" tIns="0" rIns="36000" bIns="0" rtlCol="0" anchor="ctr"/>
          <a:lstStyle/>
          <a:p>
            <a:pPr marL="0" indent="0">
              <a:buNone/>
            </a:pPr>
            <a:r>
              <a:rPr lang="en-US" sz="1000" err="1">
                <a:solidFill>
                  <a:srgbClr val="000000"/>
                </a:solidFill>
                <a:latin typeface="+mn-ea"/>
                <a:cs typeface="Segoe UI" pitchFamily="34" charset="-120"/>
              </a:rPr>
              <a:t>出典</a:t>
            </a:r>
            <a:r>
              <a:rPr lang="en-US" sz="1000">
                <a:solidFill>
                  <a:srgbClr val="000000"/>
                </a:solidFill>
                <a:latin typeface="+mn-ea"/>
                <a:cs typeface="Segoe UI" pitchFamily="34" charset="-120"/>
              </a:rPr>
              <a:t>: </a:t>
            </a:r>
            <a:r>
              <a:rPr lang="en-US" sz="1000" err="1">
                <a:solidFill>
                  <a:srgbClr val="000000"/>
                </a:solidFill>
                <a:latin typeface="+mn-ea"/>
                <a:cs typeface="Segoe UI" pitchFamily="34" charset="-120"/>
              </a:rPr>
              <a:t>会社ウェブサイト</a:t>
            </a:r>
            <a:r>
              <a:rPr lang="en-US" sz="1000">
                <a:solidFill>
                  <a:srgbClr val="000000"/>
                </a:solidFill>
                <a:latin typeface="+mn-ea"/>
                <a:cs typeface="Segoe UI" pitchFamily="34" charset="-120"/>
              </a:rPr>
              <a:t>, LinkedIn</a:t>
            </a:r>
            <a:endParaRPr lang="en-US" sz="1000">
              <a:latin typeface="+mn-ea"/>
            </a:endParaRPr>
          </a:p>
        </p:txBody>
      </p:sp>
      <p:graphicFrame>
        <p:nvGraphicFramePr>
          <p:cNvPr id="8" name="Table 0">
            <a:extLst>
              <a:ext uri="{FF2B5EF4-FFF2-40B4-BE49-F238E27FC236}">
                <a16:creationId xmlns:a16="http://schemas.microsoft.com/office/drawing/2014/main" id="{CED3F493-142B-92F2-C762-084E32017883}"/>
              </a:ext>
            </a:extLst>
          </p:cNvPr>
          <p:cNvGraphicFramePr>
            <a:graphicFrameLocks noGrp="1"/>
          </p:cNvGraphicFramePr>
          <p:nvPr>
            <p:extLst>
              <p:ext uri="{D42A27DB-BD31-4B8C-83A1-F6EECF244321}">
                <p14:modId xmlns:p14="http://schemas.microsoft.com/office/powerpoint/2010/main" val="580345377"/>
              </p:ext>
            </p:extLst>
          </p:nvPr>
        </p:nvGraphicFramePr>
        <p:xfrm>
          <a:off x="338328" y="1326363"/>
          <a:ext cx="11550680" cy="4766455"/>
        </p:xfrm>
        <a:graphic>
          <a:graphicData uri="http://schemas.openxmlformats.org/drawingml/2006/table">
            <a:tbl>
              <a:tblPr/>
              <a:tblGrid>
                <a:gridCol w="1030415">
                  <a:extLst>
                    <a:ext uri="{9D8B030D-6E8A-4147-A177-3AD203B41FA5}">
                      <a16:colId xmlns:a16="http://schemas.microsoft.com/office/drawing/2014/main" val="2085829203"/>
                    </a:ext>
                  </a:extLst>
                </a:gridCol>
                <a:gridCol w="2283011">
                  <a:extLst>
                    <a:ext uri="{9D8B030D-6E8A-4147-A177-3AD203B41FA5}">
                      <a16:colId xmlns:a16="http://schemas.microsoft.com/office/drawing/2014/main" val="20000"/>
                    </a:ext>
                  </a:extLst>
                </a:gridCol>
                <a:gridCol w="1335215">
                  <a:extLst>
                    <a:ext uri="{9D8B030D-6E8A-4147-A177-3AD203B41FA5}">
                      <a16:colId xmlns:a16="http://schemas.microsoft.com/office/drawing/2014/main" val="20001"/>
                    </a:ext>
                  </a:extLst>
                </a:gridCol>
                <a:gridCol w="720000">
                  <a:extLst>
                    <a:ext uri="{9D8B030D-6E8A-4147-A177-3AD203B41FA5}">
                      <a16:colId xmlns:a16="http://schemas.microsoft.com/office/drawing/2014/main" val="516877996"/>
                    </a:ext>
                  </a:extLst>
                </a:gridCol>
                <a:gridCol w="720000">
                  <a:extLst>
                    <a:ext uri="{9D8B030D-6E8A-4147-A177-3AD203B41FA5}">
                      <a16:colId xmlns:a16="http://schemas.microsoft.com/office/drawing/2014/main" val="2458966576"/>
                    </a:ext>
                  </a:extLst>
                </a:gridCol>
                <a:gridCol w="773127">
                  <a:extLst>
                    <a:ext uri="{9D8B030D-6E8A-4147-A177-3AD203B41FA5}">
                      <a16:colId xmlns:a16="http://schemas.microsoft.com/office/drawing/2014/main" val="2025135890"/>
                    </a:ext>
                  </a:extLst>
                </a:gridCol>
                <a:gridCol w="547826">
                  <a:extLst>
                    <a:ext uri="{9D8B030D-6E8A-4147-A177-3AD203B41FA5}">
                      <a16:colId xmlns:a16="http://schemas.microsoft.com/office/drawing/2014/main" val="125686924"/>
                    </a:ext>
                  </a:extLst>
                </a:gridCol>
                <a:gridCol w="1184352">
                  <a:extLst>
                    <a:ext uri="{9D8B030D-6E8A-4147-A177-3AD203B41FA5}">
                      <a16:colId xmlns:a16="http://schemas.microsoft.com/office/drawing/2014/main" val="2134265405"/>
                    </a:ext>
                  </a:extLst>
                </a:gridCol>
                <a:gridCol w="864000">
                  <a:extLst>
                    <a:ext uri="{9D8B030D-6E8A-4147-A177-3AD203B41FA5}">
                      <a16:colId xmlns:a16="http://schemas.microsoft.com/office/drawing/2014/main" val="20002"/>
                    </a:ext>
                  </a:extLst>
                </a:gridCol>
                <a:gridCol w="864000">
                  <a:extLst>
                    <a:ext uri="{9D8B030D-6E8A-4147-A177-3AD203B41FA5}">
                      <a16:colId xmlns:a16="http://schemas.microsoft.com/office/drawing/2014/main" val="20003"/>
                    </a:ext>
                  </a:extLst>
                </a:gridCol>
                <a:gridCol w="1228734">
                  <a:extLst>
                    <a:ext uri="{9D8B030D-6E8A-4147-A177-3AD203B41FA5}">
                      <a16:colId xmlns:a16="http://schemas.microsoft.com/office/drawing/2014/main" val="20004"/>
                    </a:ext>
                  </a:extLst>
                </a:gridCol>
              </a:tblGrid>
              <a:tr h="238250">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rowSpan="2">
                  <a:txBody>
                    <a:bodyPr/>
                    <a:lstStyle/>
                    <a:p>
                      <a:pPr marL="0" indent="0" algn="ctr">
                        <a:lnSpc>
                          <a:spcPct val="90000"/>
                        </a:lnSpc>
                        <a:buNone/>
                      </a:pPr>
                      <a:r>
                        <a:rPr lang="en-US" sz="1200">
                          <a:solidFill>
                            <a:srgbClr val="FFFFFF"/>
                          </a:solidFill>
                          <a:latin typeface="+mn-ea"/>
                          <a:ea typeface="+mn-ea"/>
                          <a:cs typeface="Segoe UI" panose="020B0502040204020203" pitchFamily="34" charset="0"/>
                        </a:rPr>
                        <a:t>本社</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indent="0" algn="ctr">
                        <a:lnSpc>
                          <a:spcPct val="90000"/>
                        </a:lnSpc>
                        <a:buNone/>
                      </a:pPr>
                      <a:r>
                        <a:rPr lang="en-US" sz="1200">
                          <a:solidFill>
                            <a:schemeClr val="bg1"/>
                          </a:solidFill>
                          <a:latin typeface="+mn-ea"/>
                          <a:ea typeface="+mn-ea"/>
                          <a:cs typeface="Segoe UI" panose="020B0502040204020203" pitchFamily="34" charset="0"/>
                        </a:rPr>
                        <a:t>販売</a:t>
                      </a:r>
                    </a:p>
                    <a:p>
                      <a:pPr marL="0" indent="0" algn="ctr">
                        <a:lnSpc>
                          <a:spcPct val="90000"/>
                        </a:lnSpc>
                        <a:buNone/>
                      </a:pPr>
                      <a:r>
                        <a:rPr lang="en-US" sz="1200">
                          <a:solidFill>
                            <a:schemeClr val="bg1"/>
                          </a:solidFill>
                          <a:latin typeface="+mn-ea"/>
                          <a:ea typeface="+mn-ea"/>
                          <a:cs typeface="Segoe UI" panose="020B0502040204020203" pitchFamily="34" charset="0"/>
                        </a:rPr>
                        <a:t>代理店</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indent="0" algn="ctr">
                        <a:lnSpc>
                          <a:spcPct val="90000"/>
                        </a:lnSpc>
                        <a:buNone/>
                      </a:pPr>
                      <a:r>
                        <a:rPr lang="ja-JP" altLang="en-US" sz="1200">
                          <a:solidFill>
                            <a:schemeClr val="bg1"/>
                          </a:solidFill>
                          <a:latin typeface="+mn-ea"/>
                          <a:ea typeface="+mn-ea"/>
                          <a:cs typeface="Segoe UI" panose="020B0502040204020203" pitchFamily="34" charset="0"/>
                        </a:rPr>
                        <a:t>システム</a:t>
                      </a:r>
                      <a:endParaRPr lang="en-US" altLang="ja-JP" sz="1200">
                        <a:solidFill>
                          <a:schemeClr val="bg1"/>
                        </a:solidFill>
                        <a:latin typeface="+mn-ea"/>
                        <a:ea typeface="+mn-ea"/>
                        <a:cs typeface="Segoe UI" panose="020B0502040204020203" pitchFamily="34" charset="0"/>
                      </a:endParaRPr>
                    </a:p>
                    <a:p>
                      <a:pPr marL="0" indent="0" algn="ctr">
                        <a:lnSpc>
                          <a:spcPct val="90000"/>
                        </a:lnSpc>
                        <a:buNone/>
                      </a:pPr>
                      <a:r>
                        <a:rPr lang="ja-JP" altLang="en-US" sz="1200">
                          <a:solidFill>
                            <a:schemeClr val="bg1"/>
                          </a:solidFill>
                          <a:latin typeface="+mn-ea"/>
                          <a:ea typeface="+mn-ea"/>
                          <a:cs typeface="Segoe UI" panose="020B0502040204020203" pitchFamily="34" charset="0"/>
                        </a:rPr>
                        <a:t>インテグ</a:t>
                      </a:r>
                      <a:endParaRPr lang="en-US" altLang="ja-JP" sz="1200">
                        <a:solidFill>
                          <a:schemeClr val="bg1"/>
                        </a:solidFill>
                        <a:latin typeface="+mn-ea"/>
                        <a:ea typeface="+mn-ea"/>
                        <a:cs typeface="Segoe UI" panose="020B0502040204020203" pitchFamily="34" charset="0"/>
                      </a:endParaRPr>
                    </a:p>
                    <a:p>
                      <a:pPr marL="0" indent="0" algn="ctr">
                        <a:lnSpc>
                          <a:spcPct val="90000"/>
                        </a:lnSpc>
                        <a:buNone/>
                      </a:pPr>
                      <a:r>
                        <a:rPr lang="ja-JP" altLang="en-US" sz="1200">
                          <a:solidFill>
                            <a:schemeClr val="bg1"/>
                          </a:solidFill>
                          <a:latin typeface="+mn-ea"/>
                          <a:ea typeface="+mn-ea"/>
                          <a:cs typeface="Segoe UI" panose="020B0502040204020203" pitchFamily="34" charset="0"/>
                        </a:rPr>
                        <a:t>レーター</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indent="0" algn="ctr">
                        <a:lnSpc>
                          <a:spcPct val="90000"/>
                        </a:lnSpc>
                        <a:buNone/>
                      </a:pPr>
                      <a:r>
                        <a:rPr lang="en-US" sz="1200">
                          <a:solidFill>
                            <a:schemeClr val="bg1"/>
                          </a:solidFill>
                          <a:latin typeface="+mn-ea"/>
                          <a:ea typeface="+mn-ea"/>
                          <a:cs typeface="Segoe UI" panose="020B0502040204020203" pitchFamily="34" charset="0"/>
                        </a:rPr>
                        <a:t>従業員数</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200">
                          <a:solidFill>
                            <a:schemeClr val="bg1"/>
                          </a:solidFill>
                          <a:latin typeface="+mn-ea"/>
                          <a:ea typeface="+mn-ea"/>
                          <a:cs typeface="Segoe UI" panose="020B0502040204020203" pitchFamily="34" charset="0"/>
                        </a:rPr>
                        <a:t>売上</a:t>
                      </a:r>
                    </a:p>
                    <a:p>
                      <a:pPr marL="0" marR="0" lvl="0" indent="0" algn="ctr" defTabSz="914400" rtl="0" eaLnBrk="1" fontAlgn="auto" latinLnBrk="0" hangingPunct="1">
                        <a:lnSpc>
                          <a:spcPct val="90000"/>
                        </a:lnSpc>
                        <a:spcBef>
                          <a:spcPts val="0"/>
                        </a:spcBef>
                        <a:spcAft>
                          <a:spcPts val="0"/>
                        </a:spcAft>
                        <a:buClrTx/>
                        <a:buSzTx/>
                        <a:buFontTx/>
                        <a:buNone/>
                        <a:tabLst/>
                        <a:defRPr/>
                      </a:pPr>
                      <a:r>
                        <a:rPr lang="en-US" sz="1200">
                          <a:solidFill>
                            <a:schemeClr val="bg1"/>
                          </a:solidFill>
                          <a:latin typeface="+mn-ea"/>
                          <a:ea typeface="+mn-ea"/>
                          <a:cs typeface="Segoe UI" panose="020B0502040204020203" pitchFamily="34" charset="0"/>
                        </a:rPr>
                        <a:t>(億円)</a:t>
                      </a: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ja-JP" altLang="en-US" sz="1200">
                          <a:solidFill>
                            <a:schemeClr val="bg1"/>
                          </a:solidFill>
                          <a:latin typeface="+mn-ea"/>
                          <a:ea typeface="+mn-ea"/>
                          <a:cs typeface="Segoe UI" panose="020B0502040204020203" pitchFamily="34" charset="0"/>
                        </a:rPr>
                        <a:t>データセンター</a:t>
                      </a:r>
                      <a:endParaRPr lang="en-US" altLang="ja-JP" sz="1200">
                        <a:solidFill>
                          <a:schemeClr val="bg1"/>
                        </a:solidFill>
                        <a:latin typeface="+mn-ea"/>
                        <a:ea typeface="+mn-ea"/>
                        <a:cs typeface="Segoe UI" panose="020B0502040204020203" pitchFamily="34" charset="0"/>
                      </a:endParaRPr>
                    </a:p>
                    <a:p>
                      <a:pPr marL="0" marR="0" lvl="0" indent="0" algn="ctr" defTabSz="914400" rtl="0" eaLnBrk="1" fontAlgn="auto" latinLnBrk="0" hangingPunct="1">
                        <a:lnSpc>
                          <a:spcPct val="90000"/>
                        </a:lnSpc>
                        <a:spcBef>
                          <a:spcPts val="0"/>
                        </a:spcBef>
                        <a:spcAft>
                          <a:spcPts val="0"/>
                        </a:spcAft>
                        <a:buClrTx/>
                        <a:buSzTx/>
                        <a:buFontTx/>
                        <a:buNone/>
                        <a:tabLst/>
                        <a:defRPr/>
                      </a:pPr>
                      <a:r>
                        <a:rPr lang="ja-JP" altLang="en-US" sz="1200">
                          <a:solidFill>
                            <a:schemeClr val="bg1"/>
                          </a:solidFill>
                          <a:latin typeface="+mn-ea"/>
                          <a:ea typeface="+mn-ea"/>
                          <a:cs typeface="Segoe UI" panose="020B0502040204020203" pitchFamily="34" charset="0"/>
                        </a:rPr>
                        <a:t>顧客</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gridSpan="3">
                  <a:txBody>
                    <a:bodyPr/>
                    <a:lstStyle/>
                    <a:p>
                      <a:pPr marL="0" indent="0" algn="ctr">
                        <a:lnSpc>
                          <a:spcPct val="90000"/>
                        </a:lnSpc>
                        <a:buNone/>
                      </a:pPr>
                      <a:r>
                        <a:rPr lang="ja-TH" altLang="en-US" sz="1200">
                          <a:solidFill>
                            <a:srgbClr val="FFFFFF"/>
                          </a:solidFill>
                          <a:latin typeface="+mn-ea"/>
                          <a:ea typeface="+mn-ea"/>
                          <a:cs typeface="Segoe UI" panose="020B0502040204020203" pitchFamily="34" charset="0"/>
                        </a:rPr>
                        <a:t>製</a:t>
                      </a:r>
                      <a:r>
                        <a:rPr lang="ja-JP" altLang="en-US" sz="1200">
                          <a:solidFill>
                            <a:srgbClr val="FFFFFF"/>
                          </a:solidFill>
                          <a:latin typeface="+mn-ea"/>
                          <a:ea typeface="+mn-ea"/>
                          <a:cs typeface="Segoe UI" panose="020B0502040204020203" pitchFamily="34" charset="0"/>
                        </a:rPr>
                        <a:t>品</a:t>
                      </a:r>
                      <a:r>
                        <a:rPr lang="en-US" altLang="ja-JP" sz="1200">
                          <a:solidFill>
                            <a:srgbClr val="FFFFFF"/>
                          </a:solidFill>
                          <a:latin typeface="+mn-ea"/>
                          <a:ea typeface="+mn-ea"/>
                          <a:cs typeface="Segoe UI" panose="020B0502040204020203" pitchFamily="34" charset="0"/>
                        </a:rPr>
                        <a:t>/</a:t>
                      </a:r>
                      <a:r>
                        <a:rPr lang="ja-JP" altLang="en-US" sz="1200">
                          <a:solidFill>
                            <a:srgbClr val="FFFFFF"/>
                          </a:solidFill>
                          <a:latin typeface="+mn-ea"/>
                          <a:ea typeface="+mn-ea"/>
                          <a:cs typeface="Segoe UI" panose="020B0502040204020203" pitchFamily="34" charset="0"/>
                        </a:rPr>
                        <a:t>サービス</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1524A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73954">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vMerge="1">
                  <a:txBody>
                    <a:bodyPr/>
                    <a:lstStyle/>
                    <a:p>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vMerge="1">
                  <a:txBody>
                    <a:bodyPr/>
                    <a:lstStyle/>
                    <a:p>
                      <a:endParaRPr lang="en-MY"/>
                    </a:p>
                  </a:txBody>
                  <a:tcPr/>
                </a:tc>
                <a:tc vMerge="1">
                  <a:txBody>
                    <a:bodyPr/>
                    <a:lstStyle/>
                    <a:p>
                      <a:endParaRPr lang="en-MY"/>
                    </a:p>
                  </a:txBody>
                  <a:tcPr/>
                </a:tc>
                <a:tc vMerge="1">
                  <a:txBody>
                    <a:bodyPr/>
                    <a:lstStyle/>
                    <a:p>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vMerge="1">
                  <a:txBody>
                    <a:bodyPr/>
                    <a:lstStyle/>
                    <a:p>
                      <a:endParaRPr lang="en-MY"/>
                    </a:p>
                  </a:txBody>
                  <a:tcPr/>
                </a:tc>
                <a:tc vMerge="1">
                  <a:txBody>
                    <a:bodyPr/>
                    <a:lstStyle/>
                    <a:p>
                      <a:endParaRPr lang="en-MY"/>
                    </a:p>
                  </a:txBody>
                  <a:tcPr/>
                </a:tc>
                <a:tc>
                  <a:txBody>
                    <a:bodyPr/>
                    <a:lstStyle/>
                    <a:p>
                      <a:pPr marL="0" indent="0" algn="ctr">
                        <a:lnSpc>
                          <a:spcPct val="90000"/>
                        </a:lnSpc>
                        <a:buNone/>
                      </a:pPr>
                      <a:r>
                        <a:rPr lang="ja-JP" altLang="en-US" sz="1200">
                          <a:solidFill>
                            <a:schemeClr val="bg1"/>
                          </a:solidFill>
                          <a:latin typeface="+mn-ea"/>
                          <a:ea typeface="+mn-ea"/>
                          <a:cs typeface="Segoe UI" panose="020B0502040204020203" pitchFamily="34" charset="0"/>
                        </a:rPr>
                        <a:t>監視</a:t>
                      </a:r>
                      <a:endParaRPr lang="en-US" altLang="ja-JP" sz="1200">
                        <a:solidFill>
                          <a:schemeClr val="bg1"/>
                        </a:solidFill>
                        <a:latin typeface="+mn-ea"/>
                        <a:ea typeface="+mn-ea"/>
                        <a:cs typeface="Segoe UI" panose="020B0502040204020203" pitchFamily="34" charset="0"/>
                      </a:endParaRPr>
                    </a:p>
                    <a:p>
                      <a:pPr marL="0" indent="0" algn="ctr">
                        <a:lnSpc>
                          <a:spcPct val="90000"/>
                        </a:lnSpc>
                        <a:buNone/>
                      </a:pPr>
                      <a:r>
                        <a:rPr lang="ja-JP" altLang="en-US" sz="1200">
                          <a:solidFill>
                            <a:schemeClr val="bg1"/>
                          </a:solidFill>
                          <a:latin typeface="+mn-ea"/>
                          <a:ea typeface="+mn-ea"/>
                          <a:cs typeface="Segoe UI" panose="020B0502040204020203" pitchFamily="34" charset="0"/>
                        </a:rPr>
                        <a:t>システム</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7FFF"/>
                    </a:solidFill>
                  </a:tcPr>
                </a:tc>
                <a:tc>
                  <a:txBody>
                    <a:bodyPr/>
                    <a:lstStyle/>
                    <a:p>
                      <a:pPr marL="0" indent="0" algn="ctr">
                        <a:lnSpc>
                          <a:spcPct val="90000"/>
                        </a:lnSpc>
                        <a:buNone/>
                      </a:pPr>
                      <a:r>
                        <a:rPr lang="ja-JP" altLang="en-US" sz="1200">
                          <a:solidFill>
                            <a:srgbClr val="FFFFFF"/>
                          </a:solidFill>
                          <a:latin typeface="+mn-ea"/>
                          <a:ea typeface="+mn-ea"/>
                          <a:cs typeface="Segoe UI" panose="020B0502040204020203" pitchFamily="34" charset="0"/>
                        </a:rPr>
                        <a:t>アクセス</a:t>
                      </a:r>
                      <a:endParaRPr lang="en-US" altLang="ja-JP" sz="1200">
                        <a:solidFill>
                          <a:srgbClr val="FFFFFF"/>
                        </a:solidFill>
                        <a:latin typeface="+mn-ea"/>
                        <a:ea typeface="+mn-ea"/>
                        <a:cs typeface="Segoe UI" panose="020B0502040204020203" pitchFamily="34" charset="0"/>
                      </a:endParaRPr>
                    </a:p>
                    <a:p>
                      <a:pPr marL="0" indent="0" algn="ctr">
                        <a:lnSpc>
                          <a:spcPct val="90000"/>
                        </a:lnSpc>
                        <a:buNone/>
                      </a:pPr>
                      <a:r>
                        <a:rPr lang="ja-JP" altLang="en-US" sz="1200">
                          <a:solidFill>
                            <a:srgbClr val="FFFFFF"/>
                          </a:solidFill>
                          <a:latin typeface="+mn-ea"/>
                          <a:ea typeface="+mn-ea"/>
                          <a:cs typeface="Segoe UI" panose="020B0502040204020203" pitchFamily="34" charset="0"/>
                        </a:rPr>
                        <a:t>制御</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7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ja-JP" altLang="en-US" sz="1200">
                          <a:solidFill>
                            <a:srgbClr val="FFFFFF"/>
                          </a:solidFill>
                          <a:latin typeface="+mn-ea"/>
                          <a:ea typeface="+mn-ea"/>
                          <a:cs typeface="Segoe UI" panose="020B0502040204020203" pitchFamily="34" charset="0"/>
                        </a:rPr>
                        <a:t>データ</a:t>
                      </a:r>
                      <a:r>
                        <a:rPr lang="en-US" altLang="ja-JP" sz="1200">
                          <a:solidFill>
                            <a:srgbClr val="FFFFFF"/>
                          </a:solidFill>
                          <a:latin typeface="+mn-ea"/>
                          <a:ea typeface="+mn-ea"/>
                          <a:cs typeface="Segoe UI" panose="020B0502040204020203" pitchFamily="34" charset="0"/>
                        </a:rPr>
                        <a:t>/</a:t>
                      </a:r>
                      <a:r>
                        <a:rPr lang="ja-JP" altLang="en-US" sz="1200">
                          <a:solidFill>
                            <a:srgbClr val="FFFFFF"/>
                          </a:solidFill>
                          <a:latin typeface="+mn-ea"/>
                          <a:ea typeface="+mn-ea"/>
                          <a:cs typeface="Segoe UI" panose="020B0502040204020203" pitchFamily="34" charset="0"/>
                        </a:rPr>
                        <a:t>ネットワークサービス</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7FFF"/>
                    </a:solidFill>
                  </a:tcPr>
                </a:tc>
                <a:extLst>
                  <a:ext uri="{0D108BD9-81ED-4DB2-BD59-A6C34878D82A}">
                    <a16:rowId xmlns:a16="http://schemas.microsoft.com/office/drawing/2014/main" val="10001"/>
                  </a:ext>
                </a:extLst>
              </a:tr>
              <a:tr h="238250">
                <a:tc rowSpan="17">
                  <a:txBody>
                    <a:bodyPr/>
                    <a:lstStyle/>
                    <a:p>
                      <a:pPr marL="0" indent="0" algn="ctr">
                        <a:lnSpc>
                          <a:spcPct val="90000"/>
                        </a:lnSpc>
                        <a:buNone/>
                      </a:pPr>
                      <a:r>
                        <a:rPr lang="en-US" sz="1200">
                          <a:solidFill>
                            <a:schemeClr val="bg1"/>
                          </a:solidFill>
                          <a:latin typeface="+mn-ea"/>
                          <a:ea typeface="+mn-ea"/>
                          <a:cs typeface="Segoe UI" panose="020B0502040204020203" pitchFamily="34" charset="0"/>
                        </a:rPr>
                        <a:t>インドネシア</a:t>
                      </a: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marL="0" indent="0" algn="l">
                        <a:lnSpc>
                          <a:spcPct val="90000"/>
                        </a:lnSpc>
                        <a:buNone/>
                      </a:pPr>
                      <a:r>
                        <a:rPr lang="en-US" sz="1200" u="sng">
                          <a:solidFill>
                            <a:srgbClr val="FFFFFF"/>
                          </a:solidFill>
                          <a:latin typeface="+mn-ea"/>
                          <a:ea typeface="+mn-ea"/>
                          <a:cs typeface="Segoe UI" panose="020B0502040204020203" pitchFamily="34" charset="0"/>
                          <a:hlinkClick r:id="rId3">
                            <a:extLst>
                              <a:ext uri="{A12FA001-AC4F-418D-AE19-62706E023703}">
                                <ahyp:hlinkClr xmlns:ahyp="http://schemas.microsoft.com/office/drawing/2018/hyperlinkcolor" val="tx"/>
                              </a:ext>
                            </a:extLst>
                          </a:hlinkClick>
                        </a:rPr>
                        <a:t>1. Puterako Inti Buana</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ja-JP" altLang="en-US" sz="1200">
                          <a:solidFill>
                            <a:srgbClr val="000000"/>
                          </a:solidFill>
                          <a:latin typeface="+mn-ea"/>
                          <a:ea typeface="+mn-ea"/>
                          <a:cs typeface="Segoe UI" panose="020B0502040204020203" pitchFamily="34" charset="0"/>
                        </a:rPr>
                        <a:t>スラバヤ</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lang="en-US" sz="1200" b="0" i="0" u="none" strike="noStrike">
                          <a:solidFill>
                            <a:srgbClr val="000000"/>
                          </a:solidFill>
                          <a:effectLst/>
                          <a:latin typeface="+mn-ea"/>
                          <a:ea typeface="+mn-ea"/>
                          <a:cs typeface="Segoe UI" panose="020B0502040204020203" pitchFamily="34" charset="0"/>
                        </a:rPr>
                        <a:t>44名</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238250">
                <a:tc vMerge="1">
                  <a:txBody>
                    <a:bodyPr/>
                    <a:lstStyle/>
                    <a:p>
                      <a:pPr marL="0" indent="0" algn="l">
                        <a:lnSpc>
                          <a:spcPct val="85000"/>
                        </a:lnSpc>
                        <a:buNone/>
                      </a:pPr>
                      <a:endParaRPr lang="en-US" sz="1200">
                        <a:latin typeface="Segoe UI" charset="0"/>
                        <a:ea typeface="Segoe UI" charset="0"/>
                        <a:cs typeface="Segoe UI"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en-US" sz="1200" u="sng">
                          <a:solidFill>
                            <a:srgbClr val="FFFFFF"/>
                          </a:solidFill>
                          <a:latin typeface="+mn-ea"/>
                          <a:ea typeface="+mn-ea"/>
                          <a:cs typeface="Segoe UI" panose="020B0502040204020203" pitchFamily="34" charset="0"/>
                          <a:hlinkClick r:id="rId4">
                            <a:extLst>
                              <a:ext uri="{A12FA001-AC4F-418D-AE19-62706E023703}">
                                <ahyp:hlinkClr xmlns:ahyp="http://schemas.microsoft.com/office/drawing/2018/hyperlinkcolor" val="tx"/>
                              </a:ext>
                            </a:extLst>
                          </a:hlinkClick>
                        </a:rPr>
                        <a:t>2. Integra Mitra Solusi</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en-US" sz="1200">
                          <a:solidFill>
                            <a:srgbClr val="000000"/>
                          </a:solidFill>
                          <a:latin typeface="+mn-ea"/>
                          <a:ea typeface="+mn-ea"/>
                          <a:cs typeface="Segoe UI" panose="020B0502040204020203" pitchFamily="34" charset="0"/>
                        </a:rPr>
                        <a:t>ジャカルタ</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lang="en-US" sz="1200" b="0" i="0" u="none" strike="noStrike">
                          <a:solidFill>
                            <a:srgbClr val="000000"/>
                          </a:solidFill>
                          <a:effectLst/>
                          <a:latin typeface="+mn-ea"/>
                          <a:ea typeface="+mn-ea"/>
                          <a:cs typeface="Segoe UI" panose="020B0502040204020203" pitchFamily="34" charset="0"/>
                        </a:rPr>
                        <a:t>42</a:t>
                      </a:r>
                      <a:r>
                        <a:rPr lang="en-US" altLang="ja-TH" sz="1200" b="0" i="0" u="none" strike="noStrike">
                          <a:solidFill>
                            <a:srgbClr val="000000"/>
                          </a:solidFill>
                          <a:effectLst/>
                          <a:latin typeface="+mn-ea"/>
                          <a:ea typeface="+mn-ea"/>
                          <a:cs typeface="Segoe UI" panose="020B0502040204020203" pitchFamily="34" charset="0"/>
                        </a:rPr>
                        <a:t>名</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238250">
                <a:tc vMerge="1">
                  <a:txBody>
                    <a:bodyPr/>
                    <a:lstStyle/>
                    <a:p>
                      <a:pPr marL="0" indent="0" algn="l">
                        <a:lnSpc>
                          <a:spcPct val="85000"/>
                        </a:lnSpc>
                        <a:buNone/>
                      </a:pPr>
                      <a:endParaRPr lang="en-US" sz="1200">
                        <a:latin typeface="Segoe UI" charset="0"/>
                        <a:ea typeface="Segoe UI" charset="0"/>
                        <a:cs typeface="Segoe UI"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en-US" sz="1200" u="sng">
                          <a:solidFill>
                            <a:srgbClr val="FFFFFF"/>
                          </a:solidFill>
                          <a:latin typeface="+mn-ea"/>
                          <a:ea typeface="+mn-ea"/>
                          <a:cs typeface="Segoe UI" panose="020B0502040204020203" pitchFamily="34" charset="0"/>
                          <a:hlinkClick r:id="rId5">
                            <a:extLst>
                              <a:ext uri="{A12FA001-AC4F-418D-AE19-62706E023703}">
                                <ahyp:hlinkClr xmlns:ahyp="http://schemas.microsoft.com/office/drawing/2018/hyperlinkcolor" val="tx"/>
                              </a:ext>
                            </a:extLst>
                          </a:hlinkClick>
                        </a:rPr>
                        <a:t>3. Sinar Teknik Sarana</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1" lang="en-US" altLang="ja-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ジャカルタ</a:t>
                      </a:r>
                      <a:endParaRPr kumimoji="1" lang="en-US" altLang="ja-TH"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lang="en-US" sz="1200" b="0" i="0" u="none" strike="noStrike">
                          <a:solidFill>
                            <a:srgbClr val="000000"/>
                          </a:solidFill>
                          <a:effectLst/>
                          <a:latin typeface="+mn-ea"/>
                          <a:ea typeface="+mn-ea"/>
                          <a:cs typeface="Segoe UI" panose="020B0502040204020203" pitchFamily="34" charset="0"/>
                        </a:rPr>
                        <a:t>21</a:t>
                      </a:r>
                      <a:r>
                        <a:rPr lang="en-US" altLang="ja-TH" sz="1200" b="0" i="0" u="none" strike="noStrike">
                          <a:solidFill>
                            <a:srgbClr val="000000"/>
                          </a:solidFill>
                          <a:effectLst/>
                          <a:latin typeface="+mn-ea"/>
                          <a:ea typeface="+mn-ea"/>
                          <a:cs typeface="Segoe UI" panose="020B0502040204020203" pitchFamily="34" charset="0"/>
                        </a:rPr>
                        <a:t>名</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238250">
                <a:tc vMerge="1">
                  <a:txBody>
                    <a:bodyPr/>
                    <a:lstStyle/>
                    <a:p>
                      <a:pPr marL="0" indent="0" algn="l">
                        <a:lnSpc>
                          <a:spcPct val="85000"/>
                        </a:lnSpc>
                        <a:buNone/>
                      </a:pPr>
                      <a:endParaRPr lang="en-US" sz="1200">
                        <a:latin typeface="Segoe UI" charset="0"/>
                        <a:ea typeface="Segoe UI" charset="0"/>
                        <a:cs typeface="Segoe UI"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en-US" sz="1200" u="sng">
                          <a:solidFill>
                            <a:srgbClr val="FFFFFF"/>
                          </a:solidFill>
                          <a:latin typeface="+mn-ea"/>
                          <a:ea typeface="+mn-ea"/>
                          <a:cs typeface="Segoe UI" panose="020B0502040204020203" pitchFamily="34" charset="0"/>
                          <a:hlinkClick r:id="rId6">
                            <a:extLst>
                              <a:ext uri="{A12FA001-AC4F-418D-AE19-62706E023703}">
                                <ahyp:hlinkClr xmlns:ahyp="http://schemas.microsoft.com/office/drawing/2018/hyperlinkcolor" val="tx"/>
                              </a:ext>
                            </a:extLst>
                          </a:hlinkClick>
                        </a:rPr>
                        <a:t>4. Indostar Security</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ja-JP" altLang="en-US" sz="1200">
                          <a:solidFill>
                            <a:srgbClr val="000000"/>
                          </a:solidFill>
                          <a:latin typeface="+mn-ea"/>
                          <a:ea typeface="+mn-ea"/>
                          <a:cs typeface="Segoe UI" panose="020B0502040204020203" pitchFamily="34" charset="0"/>
                        </a:rPr>
                        <a:t>北ジャカルタ</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lang="en-US" sz="1200" b="0" i="0" u="none" strike="noStrike">
                          <a:solidFill>
                            <a:srgbClr val="000000"/>
                          </a:solidFill>
                          <a:effectLst/>
                          <a:latin typeface="+mn-ea"/>
                          <a:ea typeface="+mn-ea"/>
                          <a:cs typeface="Segoe UI" panose="020B0502040204020203" pitchFamily="34" charset="0"/>
                        </a:rPr>
                        <a:t>50</a:t>
                      </a:r>
                      <a:r>
                        <a:rPr lang="en-US" altLang="ja-TH" sz="1200" b="0" i="0" u="none" strike="noStrike">
                          <a:solidFill>
                            <a:srgbClr val="000000"/>
                          </a:solidFill>
                          <a:effectLst/>
                          <a:latin typeface="+mn-ea"/>
                          <a:ea typeface="+mn-ea"/>
                          <a:cs typeface="Segoe UI" panose="020B0502040204020203" pitchFamily="34" charset="0"/>
                        </a:rPr>
                        <a:t>名</a:t>
                      </a:r>
                      <a:r>
                        <a:rPr lang="ja-TH" altLang="en-US" sz="1200" b="0" i="0" u="none" strike="noStrike">
                          <a:solidFill>
                            <a:srgbClr val="000000"/>
                          </a:solidFill>
                          <a:effectLst/>
                          <a:latin typeface="+mn-ea"/>
                          <a:ea typeface="+mn-ea"/>
                          <a:cs typeface="Segoe UI" panose="020B0502040204020203" pitchFamily="34" charset="0"/>
                        </a:rPr>
                        <a:t>以上</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11"/>
                  </a:ext>
                </a:extLst>
              </a:tr>
              <a:tr h="238250">
                <a:tc vMerge="1">
                  <a:txBody>
                    <a:bodyPr/>
                    <a:lstStyle/>
                    <a:p>
                      <a:pPr marL="0" indent="0" algn="l">
                        <a:lnSpc>
                          <a:spcPct val="85000"/>
                        </a:lnSpc>
                        <a:buNone/>
                      </a:pPr>
                      <a:endParaRPr lang="en-US" sz="1200">
                        <a:latin typeface="Segoe UI" charset="0"/>
                        <a:ea typeface="Segoe UI" charset="0"/>
                        <a:cs typeface="Segoe UI"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en-US" sz="1200" u="sng">
                          <a:solidFill>
                            <a:srgbClr val="FFFFFF"/>
                          </a:solidFill>
                          <a:latin typeface="+mn-ea"/>
                          <a:ea typeface="+mn-ea"/>
                          <a:cs typeface="Segoe UI" panose="020B0502040204020203" pitchFamily="34" charset="0"/>
                          <a:hlinkClick r:id="rId7">
                            <a:extLst>
                              <a:ext uri="{A12FA001-AC4F-418D-AE19-62706E023703}">
                                <ahyp:hlinkClr xmlns:ahyp="http://schemas.microsoft.com/office/drawing/2018/hyperlinkcolor" val="tx"/>
                              </a:ext>
                            </a:extLst>
                          </a:hlinkClick>
                        </a:rPr>
                        <a:t>5. Armada Integrasi Teknologi</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en-US" altLang="ja-TH" sz="1200">
                          <a:solidFill>
                            <a:srgbClr val="000000"/>
                          </a:solidFill>
                          <a:latin typeface="+mn-ea"/>
                          <a:ea typeface="+mn-ea"/>
                          <a:cs typeface="Segoe UI" panose="020B0502040204020203" pitchFamily="34" charset="0"/>
                        </a:rPr>
                        <a:t>ジャカルタ</a:t>
                      </a:r>
                      <a:endParaRPr lang="en-US" altLang="ja-TH"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lang="en-US" sz="1200" b="0" i="0" u="none" strike="noStrike">
                          <a:solidFill>
                            <a:srgbClr val="000000"/>
                          </a:solidFill>
                          <a:effectLst/>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352626744"/>
                  </a:ext>
                </a:extLst>
              </a:tr>
              <a:tr h="238250">
                <a:tc vMerge="1">
                  <a:txBody>
                    <a:bodyPr/>
                    <a:lstStyle/>
                    <a:p>
                      <a:pPr marL="0" indent="0" algn="l">
                        <a:lnSpc>
                          <a:spcPct val="85000"/>
                        </a:lnSpc>
                        <a:buNone/>
                      </a:pPr>
                      <a:endParaRPr lang="en-US" sz="1200">
                        <a:latin typeface="Segoe UI" charset="0"/>
                        <a:ea typeface="Segoe UI" charset="0"/>
                        <a:cs typeface="Segoe UI"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en-US" sz="1200" u="sng">
                          <a:solidFill>
                            <a:srgbClr val="FFFFFF"/>
                          </a:solidFill>
                          <a:latin typeface="+mn-ea"/>
                          <a:ea typeface="+mn-ea"/>
                          <a:cs typeface="Segoe UI" panose="020B0502040204020203" pitchFamily="34" charset="0"/>
                          <a:hlinkClick r:id="rId8">
                            <a:extLst>
                              <a:ext uri="{A12FA001-AC4F-418D-AE19-62706E023703}">
                                <ahyp:hlinkClr xmlns:ahyp="http://schemas.microsoft.com/office/drawing/2018/hyperlinkcolor" val="tx"/>
                              </a:ext>
                            </a:extLst>
                          </a:hlinkClick>
                        </a:rPr>
                        <a:t>6. Bekasi Technology</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ja-JP" altLang="en-US" sz="1200">
                          <a:solidFill>
                            <a:srgbClr val="000000"/>
                          </a:solidFill>
                          <a:latin typeface="+mn-ea"/>
                          <a:ea typeface="+mn-ea"/>
                          <a:cs typeface="Segoe UI" panose="020B0502040204020203" pitchFamily="34" charset="0"/>
                        </a:rPr>
                        <a:t>タンブンセルタン</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977250472"/>
                  </a:ext>
                </a:extLst>
              </a:tr>
              <a:tr h="238250">
                <a:tc vMerge="1">
                  <a:txBody>
                    <a:bodyPr/>
                    <a:lstStyle/>
                    <a:p>
                      <a:pPr marL="0" indent="0" algn="l">
                        <a:lnSpc>
                          <a:spcPct val="85000"/>
                        </a:lnSpc>
                        <a:buNone/>
                      </a:pPr>
                      <a:endParaRPr lang="en-US" sz="1200">
                        <a:latin typeface="Segoe UI" charset="0"/>
                        <a:ea typeface="Segoe UI" charset="0"/>
                        <a:cs typeface="Segoe UI"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en-US" sz="1200" u="sng">
                          <a:solidFill>
                            <a:srgbClr val="FFFFFF"/>
                          </a:solidFill>
                          <a:latin typeface="+mn-ea"/>
                          <a:ea typeface="+mn-ea"/>
                          <a:cs typeface="Segoe UI" panose="020B0502040204020203" pitchFamily="34" charset="0"/>
                          <a:hlinkClick r:id="rId9">
                            <a:extLst>
                              <a:ext uri="{A12FA001-AC4F-418D-AE19-62706E023703}">
                                <ahyp:hlinkClr xmlns:ahyp="http://schemas.microsoft.com/office/drawing/2018/hyperlinkcolor" val="tx"/>
                              </a:ext>
                            </a:extLst>
                          </a:hlinkClick>
                        </a:rPr>
                        <a:t>7. Ixha</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en-US" sz="1200">
                          <a:solidFill>
                            <a:srgbClr val="000000"/>
                          </a:solidFill>
                          <a:latin typeface="+mn-ea"/>
                          <a:ea typeface="+mn-ea"/>
                          <a:cs typeface="Segoe UI" panose="020B0502040204020203" pitchFamily="34" charset="0"/>
                        </a:rPr>
                        <a:t>パムラン</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extLst>
                  <a:ext uri="{0D108BD9-81ED-4DB2-BD59-A6C34878D82A}">
                    <a16:rowId xmlns:a16="http://schemas.microsoft.com/office/drawing/2014/main" val="465501923"/>
                  </a:ext>
                </a:extLst>
              </a:tr>
              <a:tr h="238250">
                <a:tc vMerge="1">
                  <a:txBody>
                    <a:bodyPr/>
                    <a:lstStyle/>
                    <a:p>
                      <a:pPr marL="0" indent="0" algn="l">
                        <a:lnSpc>
                          <a:spcPct val="85000"/>
                        </a:lnSpc>
                        <a:buNone/>
                      </a:pPr>
                      <a:endParaRPr lang="en-US" sz="1200">
                        <a:latin typeface="Segoe UI" charset="0"/>
                        <a:ea typeface="Segoe UI" charset="0"/>
                        <a:cs typeface="Segoe UI"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en-US" sz="1200" u="sng">
                          <a:solidFill>
                            <a:srgbClr val="FFFFFF"/>
                          </a:solidFill>
                          <a:latin typeface="+mn-ea"/>
                          <a:ea typeface="+mn-ea"/>
                          <a:cs typeface="Segoe UI" panose="020B0502040204020203" pitchFamily="34" charset="0"/>
                          <a:hlinkClick r:id="rId10">
                            <a:extLst>
                              <a:ext uri="{A12FA001-AC4F-418D-AE19-62706E023703}">
                                <ahyp:hlinkClr xmlns:ahyp="http://schemas.microsoft.com/office/drawing/2018/hyperlinkcolor" val="tx"/>
                              </a:ext>
                            </a:extLst>
                          </a:hlinkClick>
                        </a:rPr>
                        <a:t>8. Patria Persada</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ja-JP" altLang="en-US" sz="1200">
                          <a:solidFill>
                            <a:srgbClr val="000000"/>
                          </a:solidFill>
                          <a:latin typeface="+mn-ea"/>
                          <a:ea typeface="+mn-ea"/>
                          <a:cs typeface="Segoe UI" panose="020B0502040204020203" pitchFamily="34" charset="0"/>
                        </a:rPr>
                        <a:t>スラバヤ</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extLst>
                  <a:ext uri="{0D108BD9-81ED-4DB2-BD59-A6C34878D82A}">
                    <a16:rowId xmlns:a16="http://schemas.microsoft.com/office/drawing/2014/main" val="3897937646"/>
                  </a:ext>
                </a:extLst>
              </a:tr>
              <a:tr h="238250">
                <a:tc vMerge="1">
                  <a:txBody>
                    <a:bodyPr/>
                    <a:lstStyle/>
                    <a:p>
                      <a:pPr marL="0" indent="0" algn="l">
                        <a:lnSpc>
                          <a:spcPct val="85000"/>
                        </a:lnSpc>
                        <a:buNone/>
                      </a:pPr>
                      <a:endParaRPr lang="en-US" sz="1200">
                        <a:latin typeface="Segoe UI" charset="0"/>
                        <a:ea typeface="Segoe UI" charset="0"/>
                        <a:cs typeface="Segoe UI"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en-US" sz="1200" u="sng">
                          <a:solidFill>
                            <a:srgbClr val="FFFFFF"/>
                          </a:solidFill>
                          <a:latin typeface="+mn-ea"/>
                          <a:ea typeface="+mn-ea"/>
                          <a:cs typeface="Segoe UI" panose="020B0502040204020203" pitchFamily="34" charset="0"/>
                          <a:hlinkClick r:id="rId11">
                            <a:extLst>
                              <a:ext uri="{A12FA001-AC4F-418D-AE19-62706E023703}">
                                <ahyp:hlinkClr xmlns:ahyp="http://schemas.microsoft.com/office/drawing/2018/hyperlinkcolor" val="tx"/>
                              </a:ext>
                            </a:extLst>
                          </a:hlinkClick>
                        </a:rPr>
                        <a:t>9. Tricode Inovasi Teknologi</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1" lang="en-US" altLang="ja-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ジャカルタ</a:t>
                      </a:r>
                      <a:endParaRPr kumimoji="1" lang="en-US" altLang="ja-TH"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197556361"/>
                  </a:ext>
                </a:extLst>
              </a:tr>
              <a:tr h="238250">
                <a:tc vMerge="1">
                  <a:txBody>
                    <a:bodyPr/>
                    <a:lstStyle/>
                    <a:p>
                      <a:pPr marL="0" indent="0" algn="l">
                        <a:lnSpc>
                          <a:spcPct val="85000"/>
                        </a:lnSpc>
                        <a:buNone/>
                      </a:pPr>
                      <a:endParaRPr lang="en-US" sz="1200">
                        <a:latin typeface="Segoe UI" charset="0"/>
                        <a:ea typeface="Segoe UI" charset="0"/>
                        <a:cs typeface="Segoe UI"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en-US" sz="1200" u="sng">
                          <a:solidFill>
                            <a:srgbClr val="FFFFFF"/>
                          </a:solidFill>
                          <a:latin typeface="+mn-ea"/>
                          <a:ea typeface="+mn-ea"/>
                          <a:cs typeface="Segoe UI" panose="020B0502040204020203" pitchFamily="34" charset="0"/>
                          <a:hlinkClick r:id="rId12">
                            <a:extLst>
                              <a:ext uri="{A12FA001-AC4F-418D-AE19-62706E023703}">
                                <ahyp:hlinkClr xmlns:ahyp="http://schemas.microsoft.com/office/drawing/2018/hyperlinkcolor" val="tx"/>
                              </a:ext>
                            </a:extLst>
                          </a:hlinkClick>
                        </a:rPr>
                        <a:t>10. Solusi Integrasi Terkini</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ja-JP" altLang="en-US" sz="1200">
                          <a:solidFill>
                            <a:srgbClr val="000000"/>
                          </a:solidFill>
                          <a:latin typeface="+mn-ea"/>
                          <a:ea typeface="+mn-ea"/>
                          <a:cs typeface="Segoe UI" panose="020B0502040204020203" pitchFamily="34" charset="0"/>
                        </a:rPr>
                        <a:t>シドアルジョ</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634886730"/>
                  </a:ext>
                </a:extLst>
              </a:tr>
              <a:tr h="238250">
                <a:tc vMerge="1">
                  <a:txBody>
                    <a:bodyPr/>
                    <a:lstStyle/>
                    <a:p>
                      <a:pPr marL="0" indent="0" algn="l">
                        <a:lnSpc>
                          <a:spcPct val="85000"/>
                        </a:lnSpc>
                        <a:buNone/>
                      </a:pPr>
                      <a:endParaRPr lang="en-US" sz="1200">
                        <a:latin typeface="Segoe UI" charset="0"/>
                        <a:ea typeface="Segoe UI" charset="0"/>
                        <a:cs typeface="Segoe UI"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en-US" sz="1200" u="sng">
                          <a:solidFill>
                            <a:srgbClr val="FFFFFF"/>
                          </a:solidFill>
                          <a:latin typeface="+mn-ea"/>
                          <a:ea typeface="+mn-ea"/>
                          <a:cs typeface="Segoe UI" panose="020B0502040204020203" pitchFamily="34" charset="0"/>
                          <a:hlinkClick r:id="rId13">
                            <a:extLst>
                              <a:ext uri="{A12FA001-AC4F-418D-AE19-62706E023703}">
                                <ahyp:hlinkClr xmlns:ahyp="http://schemas.microsoft.com/office/drawing/2018/hyperlinkcolor" val="tx"/>
                              </a:ext>
                            </a:extLst>
                          </a:hlinkClick>
                        </a:rPr>
                        <a:t>11. Securisafe Indo Prima</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ja-JP" altLang="en-US" sz="1200">
                          <a:solidFill>
                            <a:srgbClr val="000000"/>
                          </a:solidFill>
                          <a:latin typeface="+mn-ea"/>
                          <a:ea typeface="+mn-ea"/>
                          <a:cs typeface="Segoe UI" panose="020B0502040204020203" pitchFamily="34" charset="0"/>
                        </a:rPr>
                        <a:t>タンゲラン</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4144538836"/>
                  </a:ext>
                </a:extLst>
              </a:tr>
              <a:tr h="238250">
                <a:tc vMerge="1">
                  <a:txBody>
                    <a:bodyPr/>
                    <a:lstStyle/>
                    <a:p>
                      <a:pPr marL="0" indent="0" algn="l">
                        <a:lnSpc>
                          <a:spcPct val="85000"/>
                        </a:lnSpc>
                        <a:buNone/>
                      </a:pPr>
                      <a:endParaRPr lang="en-US" sz="1200">
                        <a:latin typeface="Segoe UI" charset="0"/>
                        <a:ea typeface="Segoe UI" charset="0"/>
                        <a:cs typeface="Segoe UI"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en-US" sz="1200" u="sng">
                          <a:solidFill>
                            <a:srgbClr val="FFFFFF"/>
                          </a:solidFill>
                          <a:latin typeface="+mn-ea"/>
                          <a:ea typeface="+mn-ea"/>
                          <a:cs typeface="Segoe UI" panose="020B0502040204020203" pitchFamily="34" charset="0"/>
                          <a:hlinkClick r:id="rId14">
                            <a:extLst>
                              <a:ext uri="{A12FA001-AC4F-418D-AE19-62706E023703}">
                                <ahyp:hlinkClr xmlns:ahyp="http://schemas.microsoft.com/office/drawing/2018/hyperlinkcolor" val="tx"/>
                              </a:ext>
                            </a:extLst>
                          </a:hlinkClick>
                        </a:rPr>
                        <a:t>12. Sekuriti Properti Indonesia</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85000"/>
                        </a:lnSpc>
                        <a:buNone/>
                      </a:pPr>
                      <a:r>
                        <a:rPr lang="ja-JP" altLang="en-US" sz="1200">
                          <a:latin typeface="+mn-ea"/>
                          <a:ea typeface="+mn-ea"/>
                        </a:rPr>
                        <a:t>チュンパカマス</a:t>
                      </a:r>
                      <a:endParaRPr lang="en-US" sz="1200">
                        <a:latin typeface="+mn-ea"/>
                        <a:ea typeface="+mn-ea"/>
                        <a:cs typeface="Segoe UI" charset="0"/>
                      </a:endParaRPr>
                    </a:p>
                  </a:txBody>
                  <a:tcPr marL="36000" marR="36000"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921899384"/>
                  </a:ext>
                </a:extLst>
              </a:tr>
              <a:tr h="238250">
                <a:tc vMerge="1">
                  <a:txBody>
                    <a:bodyPr/>
                    <a:lstStyle/>
                    <a:p>
                      <a:pPr marL="0" indent="0" algn="l">
                        <a:lnSpc>
                          <a:spcPct val="85000"/>
                        </a:lnSpc>
                        <a:buNone/>
                      </a:pPr>
                      <a:endParaRPr lang="en-US" sz="1200">
                        <a:latin typeface="Segoe UI" charset="0"/>
                        <a:ea typeface="Segoe UI" charset="0"/>
                        <a:cs typeface="Segoe UI"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en-US" sz="1200" u="sng">
                          <a:solidFill>
                            <a:srgbClr val="FFFFFF"/>
                          </a:solidFill>
                          <a:latin typeface="+mn-ea"/>
                          <a:ea typeface="+mn-ea"/>
                          <a:cs typeface="Segoe UI" panose="020B0502040204020203" pitchFamily="34" charset="0"/>
                          <a:hlinkClick r:id="rId15">
                            <a:extLst>
                              <a:ext uri="{A12FA001-AC4F-418D-AE19-62706E023703}">
                                <ahyp:hlinkClr xmlns:ahyp="http://schemas.microsoft.com/office/drawing/2018/hyperlinkcolor" val="tx"/>
                              </a:ext>
                            </a:extLst>
                          </a:hlinkClick>
                        </a:rPr>
                        <a:t>13. Titantek</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85000"/>
                        </a:lnSpc>
                        <a:buNone/>
                      </a:pPr>
                      <a:r>
                        <a:rPr lang="en-US" sz="1200">
                          <a:solidFill>
                            <a:srgbClr val="000000"/>
                          </a:solidFill>
                          <a:latin typeface="+mn-ea"/>
                          <a:ea typeface="+mn-ea"/>
                          <a:cs typeface="Segoe UI" pitchFamily="34" charset="-120"/>
                        </a:rPr>
                        <a:t>メダン</a:t>
                      </a:r>
                      <a:endParaRPr lang="en-US" sz="1200">
                        <a:latin typeface="+mn-ea"/>
                        <a:ea typeface="+mn-ea"/>
                        <a:cs typeface="Segoe UI" charset="0"/>
                      </a:endParaRPr>
                    </a:p>
                  </a:txBody>
                  <a:tcPr marL="36000" marR="36000"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718005211"/>
                  </a:ext>
                </a:extLst>
              </a:tr>
              <a:tr h="238250">
                <a:tc vMerge="1">
                  <a:txBody>
                    <a:bodyPr/>
                    <a:lstStyle/>
                    <a:p>
                      <a:pPr marL="0" indent="0" algn="l">
                        <a:lnSpc>
                          <a:spcPct val="85000"/>
                        </a:lnSpc>
                        <a:buNone/>
                      </a:pPr>
                      <a:endParaRPr lang="en-US" sz="1200">
                        <a:latin typeface="Segoe UI" charset="0"/>
                        <a:ea typeface="Segoe UI" charset="0"/>
                        <a:cs typeface="Segoe UI"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en-US" sz="1200" u="sng">
                          <a:solidFill>
                            <a:srgbClr val="FFFFFF"/>
                          </a:solidFill>
                          <a:latin typeface="+mn-ea"/>
                          <a:ea typeface="+mn-ea"/>
                          <a:cs typeface="Segoe UI" panose="020B0502040204020203" pitchFamily="34" charset="0"/>
                          <a:hlinkClick r:id="rId16">
                            <a:extLst>
                              <a:ext uri="{A12FA001-AC4F-418D-AE19-62706E023703}">
                                <ahyp:hlinkClr xmlns:ahyp="http://schemas.microsoft.com/office/drawing/2018/hyperlinkcolor" val="tx"/>
                              </a:ext>
                            </a:extLst>
                          </a:hlinkClick>
                        </a:rPr>
                        <a:t>14. Lumbatech</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1" lang="en-US" altLang="ja-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ジャカルタ</a:t>
                      </a:r>
                      <a:endParaRPr kumimoji="1" lang="en-US" altLang="ja-TH"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1771224268"/>
                  </a:ext>
                </a:extLst>
              </a:tr>
              <a:tr h="238250">
                <a:tc vMerge="1">
                  <a:txBody>
                    <a:bodyPr/>
                    <a:lstStyle/>
                    <a:p>
                      <a:endParaRPr lang="en-MY"/>
                    </a:p>
                  </a:txBody>
                  <a:tcPr>
                    <a:lnT w="38100" cap="flat" cmpd="sng" algn="ctr">
                      <a:solidFill>
                        <a:srgbClr val="FFFFFF"/>
                      </a:solidFill>
                      <a:prstDash val="solid"/>
                      <a:round/>
                      <a:headEnd type="none" w="med" len="med"/>
                      <a:tailEnd type="none" w="med" len="med"/>
                    </a:lnT>
                  </a:tcPr>
                </a:tc>
                <a:tc>
                  <a:txBody>
                    <a:bodyPr/>
                    <a:lstStyle/>
                    <a:p>
                      <a:pPr marL="0" indent="0" algn="l">
                        <a:lnSpc>
                          <a:spcPct val="90000"/>
                        </a:lnSpc>
                        <a:buNone/>
                      </a:pPr>
                      <a:r>
                        <a:rPr lang="en-US" sz="1200" u="sng">
                          <a:solidFill>
                            <a:schemeClr val="bg1"/>
                          </a:solidFill>
                          <a:latin typeface="+mn-ea"/>
                          <a:ea typeface="+mn-ea"/>
                          <a:cs typeface="Segoe UI" panose="020B0502040204020203" pitchFamily="34" charset="0"/>
                          <a:hlinkClick r:id="rId17">
                            <a:extLst>
                              <a:ext uri="{A12FA001-AC4F-418D-AE19-62706E023703}">
                                <ahyp:hlinkClr xmlns:ahyp="http://schemas.microsoft.com/office/drawing/2018/hyperlinkcolor" val="tx"/>
                              </a:ext>
                            </a:extLst>
                          </a:hlinkClick>
                        </a:rPr>
                        <a:t>15. Multi </a:t>
                      </a:r>
                      <a:r>
                        <a:rPr lang="en-US" sz="1200" u="sng" err="1">
                          <a:solidFill>
                            <a:schemeClr val="bg1"/>
                          </a:solidFill>
                          <a:latin typeface="+mn-ea"/>
                          <a:ea typeface="+mn-ea"/>
                          <a:cs typeface="Segoe UI" panose="020B0502040204020203" pitchFamily="34" charset="0"/>
                          <a:hlinkClick r:id="rId17">
                            <a:extLst>
                              <a:ext uri="{A12FA001-AC4F-418D-AE19-62706E023703}">
                                <ahyp:hlinkClr xmlns:ahyp="http://schemas.microsoft.com/office/drawing/2018/hyperlinkcolor" val="tx"/>
                              </a:ext>
                            </a:extLst>
                          </a:hlinkClick>
                        </a:rPr>
                        <a:t>Sistim</a:t>
                      </a:r>
                      <a:r>
                        <a:rPr lang="en-US" sz="1200" u="sng">
                          <a:solidFill>
                            <a:schemeClr val="bg1"/>
                          </a:solidFill>
                          <a:latin typeface="+mn-ea"/>
                          <a:ea typeface="+mn-ea"/>
                          <a:cs typeface="Segoe UI" panose="020B0502040204020203" pitchFamily="34" charset="0"/>
                          <a:hlinkClick r:id="rId17">
                            <a:extLst>
                              <a:ext uri="{A12FA001-AC4F-418D-AE19-62706E023703}">
                                <ahyp:hlinkClr xmlns:ahyp="http://schemas.microsoft.com/office/drawing/2018/hyperlinkcolor" val="tx"/>
                              </a:ext>
                            </a:extLst>
                          </a:hlinkClick>
                        </a:rPr>
                        <a:t> </a:t>
                      </a:r>
                      <a:r>
                        <a:rPr lang="en-US" sz="1200" u="sng" err="1">
                          <a:solidFill>
                            <a:schemeClr val="bg1"/>
                          </a:solidFill>
                          <a:latin typeface="+mn-ea"/>
                          <a:ea typeface="+mn-ea"/>
                          <a:cs typeface="Segoe UI" panose="020B0502040204020203" pitchFamily="34" charset="0"/>
                          <a:hlinkClick r:id="rId17">
                            <a:extLst>
                              <a:ext uri="{A12FA001-AC4F-418D-AE19-62706E023703}">
                                <ahyp:hlinkClr xmlns:ahyp="http://schemas.microsoft.com/office/drawing/2018/hyperlinkcolor" val="tx"/>
                              </a:ext>
                            </a:extLst>
                          </a:hlinkClick>
                        </a:rPr>
                        <a:t>Komunikasi</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1" lang="en-US" altLang="ja-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ジャカルタ</a:t>
                      </a:r>
                      <a:endParaRPr kumimoji="1" lang="en-US" altLang="ja-TH"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a:lnSpc>
                          <a:spcPct val="90000"/>
                        </a:lnSpc>
                        <a:buNone/>
                      </a:pPr>
                      <a:r>
                        <a:rPr lang="en-MY" sz="1200">
                          <a:latin typeface="+mn-ea"/>
                          <a:ea typeface="+mn-ea"/>
                          <a:cs typeface="Segoe UI" panose="020B0502040204020203" pitchFamily="34" charset="0"/>
                        </a:rPr>
                        <a:t>51–200</a:t>
                      </a:r>
                      <a:r>
                        <a:rPr lang="en-US" altLang="ja-TH" sz="1200" b="0" i="0" u="none" strike="noStrike">
                          <a:solidFill>
                            <a:srgbClr val="000000"/>
                          </a:solidFill>
                          <a:effectLst/>
                          <a:latin typeface="+mn-ea"/>
                          <a:ea typeface="+mn-ea"/>
                          <a:cs typeface="Segoe UI" panose="020B0502040204020203" pitchFamily="34" charset="0"/>
                        </a:rPr>
                        <a:t>名</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6745760"/>
                  </a:ext>
                </a:extLst>
              </a:tr>
              <a:tr h="242251">
                <a:tc vMerge="1">
                  <a:txBody>
                    <a:bodyPr/>
                    <a:lstStyle/>
                    <a:p>
                      <a:pPr marL="0" indent="0" algn="ctr">
                        <a:lnSpc>
                          <a:spcPct val="95000"/>
                        </a:lnSpc>
                        <a:buNone/>
                      </a:pPr>
                      <a:endParaRPr lang="en-US" sz="1200">
                        <a:solidFill>
                          <a:schemeClr val="bg1"/>
                        </a:solidFill>
                        <a:latin typeface="Segoe UI" charset="0"/>
                        <a:ea typeface="Segoe UI" charset="0"/>
                        <a:cs typeface="Segoe UI"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ctr">
                        <a:lnSpc>
                          <a:spcPct val="90000"/>
                        </a:lnSpc>
                        <a:buNone/>
                      </a:pPr>
                      <a:r>
                        <a:rPr lang="en-GB" sz="1200" b="0" i="0" u="none" strike="noStrike">
                          <a:solidFill>
                            <a:schemeClr val="bg1"/>
                          </a:solidFill>
                          <a:effectLst/>
                          <a:latin typeface="+mn-ea"/>
                          <a:ea typeface="+mn-ea"/>
                          <a:cs typeface="Segoe UI" panose="020B0502040204020203" pitchFamily="34" charset="0"/>
                          <a:hlinkClick r:id="rId18">
                            <a:extLst>
                              <a:ext uri="{A12FA001-AC4F-418D-AE19-62706E023703}">
                                <ahyp:hlinkClr xmlns:ahyp="http://schemas.microsoft.com/office/drawing/2018/hyperlinkcolor" val="tx"/>
                              </a:ext>
                            </a:extLst>
                          </a:hlinkClick>
                        </a:rPr>
                        <a:t>16. </a:t>
                      </a:r>
                      <a:r>
                        <a:rPr lang="en-GB" sz="1200" b="0" i="0" u="none" strike="noStrike" err="1">
                          <a:solidFill>
                            <a:schemeClr val="bg1"/>
                          </a:solidFill>
                          <a:effectLst/>
                          <a:latin typeface="+mn-ea"/>
                          <a:ea typeface="+mn-ea"/>
                          <a:cs typeface="Segoe UI" panose="020B0502040204020203" pitchFamily="34" charset="0"/>
                          <a:hlinkClick r:id="rId18">
                            <a:extLst>
                              <a:ext uri="{A12FA001-AC4F-418D-AE19-62706E023703}">
                                <ahyp:hlinkClr xmlns:ahyp="http://schemas.microsoft.com/office/drawing/2018/hyperlinkcolor" val="tx"/>
                              </a:ext>
                            </a:extLst>
                          </a:hlinkClick>
                        </a:rPr>
                        <a:t>Securiko</a:t>
                      </a:r>
                      <a:endParaRPr lang="en-GB"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gn="l">
                        <a:lnSpc>
                          <a:spcPct val="90000"/>
                        </a:lnSpc>
                        <a:buNone/>
                      </a:pPr>
                      <a:r>
                        <a:rPr lang="ja-JP" altLang="en-US" sz="1200">
                          <a:latin typeface="+mn-ea"/>
                          <a:ea typeface="+mn-ea"/>
                          <a:cs typeface="Segoe UI" panose="020B0502040204020203" pitchFamily="34" charset="0"/>
                        </a:rPr>
                        <a:t>スラバヤ</a:t>
                      </a:r>
                      <a:endParaRPr lang="en-MY"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a:lnSpc>
                          <a:spcPct val="90000"/>
                        </a:lnSpc>
                        <a:buNone/>
                      </a:pPr>
                      <a:r>
                        <a:rPr lang="en-MY" sz="1200">
                          <a:latin typeface="+mn-ea"/>
                          <a:ea typeface="+mn-ea"/>
                          <a:cs typeface="Segoe UI" panose="020B0502040204020203" pitchFamily="34" charset="0"/>
                        </a:rPr>
                        <a:t>40</a:t>
                      </a:r>
                      <a:r>
                        <a:rPr lang="en-US" altLang="ja-TH" sz="1200" b="0" i="0" u="none" strike="noStrike">
                          <a:solidFill>
                            <a:srgbClr val="000000"/>
                          </a:solidFill>
                          <a:effectLst/>
                          <a:latin typeface="+mn-ea"/>
                          <a:ea typeface="+mn-ea"/>
                          <a:cs typeface="Segoe UI" panose="020B0502040204020203" pitchFamily="34" charset="0"/>
                        </a:rPr>
                        <a:t>名</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4200683768"/>
                  </a:ext>
                </a:extLst>
              </a:tr>
              <a:tr h="238250">
                <a:tc vMerge="1">
                  <a:txBody>
                    <a:bodyPr/>
                    <a:lstStyle/>
                    <a:p>
                      <a:pPr marL="0" indent="0" algn="ctr">
                        <a:lnSpc>
                          <a:spcPct val="95000"/>
                        </a:lnSpc>
                        <a:buNone/>
                      </a:pPr>
                      <a:endParaRPr lang="en-US" sz="1200">
                        <a:solidFill>
                          <a:schemeClr val="bg1"/>
                        </a:solidFill>
                        <a:latin typeface="Segoe UI" charset="0"/>
                        <a:ea typeface="Segoe UI" charset="0"/>
                        <a:cs typeface="Segoe UI"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marL="0" indent="0" algn="l">
                        <a:lnSpc>
                          <a:spcPct val="90000"/>
                        </a:lnSpc>
                        <a:buNone/>
                      </a:pPr>
                      <a:r>
                        <a:rPr lang="en-US" sz="1200" u="sng">
                          <a:solidFill>
                            <a:schemeClr val="bg1"/>
                          </a:solidFill>
                          <a:latin typeface="+mn-ea"/>
                          <a:ea typeface="+mn-ea"/>
                          <a:cs typeface="Segoe UI" panose="020B0502040204020203" pitchFamily="34" charset="0"/>
                          <a:hlinkClick r:id="rId19">
                            <a:extLst>
                              <a:ext uri="{A12FA001-AC4F-418D-AE19-62706E023703}">
                                <ahyp:hlinkClr xmlns:ahyp="http://schemas.microsoft.com/office/drawing/2018/hyperlinkcolor" val="tx"/>
                              </a:ext>
                            </a:extLst>
                          </a:hlinkClick>
                        </a:rPr>
                        <a:t>17. Pola Inti Integrasi</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indent="0" algn="l">
                        <a:lnSpc>
                          <a:spcPct val="90000"/>
                        </a:lnSpc>
                        <a:buNone/>
                      </a:pPr>
                      <a:r>
                        <a:rPr lang="en-US" altLang="ja-TH" sz="1200">
                          <a:solidFill>
                            <a:srgbClr val="000000"/>
                          </a:solidFill>
                          <a:latin typeface="+mn-ea"/>
                          <a:ea typeface="+mn-ea"/>
                          <a:cs typeface="Segoe UI" panose="020B0502040204020203" pitchFamily="34" charset="0"/>
                        </a:rPr>
                        <a:t>ジャカルタ</a:t>
                      </a:r>
                      <a:endParaRPr lang="en-US" altLang="ja-TH"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165232155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BCB8A-885E-80D0-003E-97ECCAFFE5E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5F26B96-02F7-C73E-7E03-3319D8B80122}"/>
              </a:ext>
            </a:extLst>
          </p:cNvPr>
          <p:cNvSpPr/>
          <p:nvPr/>
        </p:nvSpPr>
        <p:spPr>
          <a:xfrm>
            <a:off x="0" y="932688"/>
            <a:ext cx="12191695" cy="0"/>
          </a:xfrm>
          <a:prstGeom prst="line">
            <a:avLst/>
          </a:prstGeom>
          <a:noFill/>
          <a:ln w="57150">
            <a:solidFill>
              <a:srgbClr val="293F55"/>
            </a:solidFill>
            <a:prstDash val="solid"/>
          </a:ln>
        </p:spPr>
        <p:txBody>
          <a:bodyPr/>
          <a:lstStyle/>
          <a:p>
            <a:endParaRPr lang="en-US"/>
          </a:p>
        </p:txBody>
      </p:sp>
      <p:sp>
        <p:nvSpPr>
          <p:cNvPr id="3" name="Shape 1">
            <a:extLst>
              <a:ext uri="{FF2B5EF4-FFF2-40B4-BE49-F238E27FC236}">
                <a16:creationId xmlns:a16="http://schemas.microsoft.com/office/drawing/2014/main" id="{D7FFF085-A70A-2EB1-AD23-E375D63781E0}"/>
              </a:ext>
            </a:extLst>
          </p:cNvPr>
          <p:cNvSpPr/>
          <p:nvPr/>
        </p:nvSpPr>
        <p:spPr>
          <a:xfrm>
            <a:off x="0" y="1005840"/>
            <a:ext cx="12191695" cy="0"/>
          </a:xfrm>
          <a:prstGeom prst="line">
            <a:avLst/>
          </a:prstGeom>
          <a:noFill/>
          <a:ln w="28575">
            <a:solidFill>
              <a:srgbClr val="293F55"/>
            </a:solidFill>
            <a:prstDash val="solid"/>
          </a:ln>
        </p:spPr>
        <p:txBody>
          <a:bodyPr/>
          <a:lstStyle/>
          <a:p>
            <a:endParaRPr lang="en-US"/>
          </a:p>
        </p:txBody>
      </p:sp>
      <p:sp>
        <p:nvSpPr>
          <p:cNvPr id="4" name="Shape 2">
            <a:extLst>
              <a:ext uri="{FF2B5EF4-FFF2-40B4-BE49-F238E27FC236}">
                <a16:creationId xmlns:a16="http://schemas.microsoft.com/office/drawing/2014/main" id="{DC3A2FB9-8870-C43E-7530-E3A8AAA02859}"/>
              </a:ext>
            </a:extLst>
          </p:cNvPr>
          <p:cNvSpPr/>
          <p:nvPr/>
        </p:nvSpPr>
        <p:spPr>
          <a:xfrm>
            <a:off x="0" y="6620256"/>
            <a:ext cx="12191695" cy="0"/>
          </a:xfrm>
          <a:prstGeom prst="line">
            <a:avLst/>
          </a:prstGeom>
          <a:noFill/>
          <a:ln w="28575">
            <a:solidFill>
              <a:srgbClr val="293F55"/>
            </a:solidFill>
            <a:prstDash val="solid"/>
          </a:ln>
        </p:spPr>
        <p:txBody>
          <a:bodyPr/>
          <a:lstStyle/>
          <a:p>
            <a:endParaRPr lang="en-US"/>
          </a:p>
        </p:txBody>
      </p:sp>
      <p:sp>
        <p:nvSpPr>
          <p:cNvPr id="5" name="Text 3">
            <a:extLst>
              <a:ext uri="{FF2B5EF4-FFF2-40B4-BE49-F238E27FC236}">
                <a16:creationId xmlns:a16="http://schemas.microsoft.com/office/drawing/2014/main" id="{3321CA26-5828-C614-46F8-4701C16D7C22}"/>
              </a:ext>
            </a:extLst>
          </p:cNvPr>
          <p:cNvSpPr/>
          <p:nvPr/>
        </p:nvSpPr>
        <p:spPr>
          <a:xfrm>
            <a:off x="347470" y="64008"/>
            <a:ext cx="11509567" cy="822960"/>
          </a:xfrm>
          <a:prstGeom prst="rect">
            <a:avLst/>
          </a:prstGeom>
          <a:noFill/>
          <a:ln/>
        </p:spPr>
        <p:txBody>
          <a:bodyPr wrap="square" lIns="0" rIns="0" rtlCol="0" anchor="b"/>
          <a:lstStyle/>
          <a:p>
            <a:r>
              <a:rPr lang="ja-JP" altLang="en-US" sz="2400">
                <a:latin typeface="+mj-ea"/>
                <a:ea typeface="+mj-ea"/>
                <a:cs typeface="Segoe UI" panose="020B0502040204020203" pitchFamily="34" charset="0"/>
              </a:rPr>
              <a:t>ターゲットリスト </a:t>
            </a:r>
            <a:r>
              <a:rPr lang="en-US" altLang="ja-JP" sz="2400">
                <a:latin typeface="+mj-ea"/>
                <a:ea typeface="+mj-ea"/>
                <a:cs typeface="Segoe UI" panose="020B0502040204020203" pitchFamily="34" charset="0"/>
              </a:rPr>
              <a:t>– </a:t>
            </a:r>
            <a:r>
              <a:rPr lang="ja-JP" altLang="en-US" sz="2400">
                <a:latin typeface="+mj-ea"/>
                <a:ea typeface="+mj-ea"/>
                <a:cs typeface="Segoe UI" panose="020B0502040204020203" pitchFamily="34" charset="0"/>
              </a:rPr>
              <a:t>東南アジアにおけるセキュリティ製品の</a:t>
            </a:r>
            <a:r>
              <a:rPr lang="ja-TH" altLang="en-US" sz="2400">
                <a:latin typeface="+mj-ea"/>
                <a:ea typeface="+mj-ea"/>
                <a:cs typeface="Segoe UI" panose="020B0502040204020203" pitchFamily="34" charset="0"/>
              </a:rPr>
              <a:t>販売代理店および</a:t>
            </a:r>
            <a:endParaRPr lang="en-US" altLang="ja-TH" sz="2400">
              <a:latin typeface="+mj-ea"/>
              <a:ea typeface="+mj-ea"/>
              <a:cs typeface="Segoe UI" panose="020B0502040204020203" pitchFamily="34" charset="0"/>
            </a:endParaRPr>
          </a:p>
          <a:p>
            <a:r>
              <a:rPr lang="ja-JP" altLang="en-US" sz="2400">
                <a:latin typeface="+mj-ea"/>
                <a:ea typeface="+mj-ea"/>
                <a:cs typeface="Segoe UI" panose="020B0502040204020203" pitchFamily="34" charset="0"/>
              </a:rPr>
              <a:t>システムインテグレーター（</a:t>
            </a:r>
            <a:r>
              <a:rPr lang="en-US" altLang="ja-JP" sz="2400">
                <a:latin typeface="+mj-ea"/>
                <a:ea typeface="+mj-ea"/>
                <a:cs typeface="Segoe UI" panose="020B0502040204020203" pitchFamily="34" charset="0"/>
              </a:rPr>
              <a:t>2/4</a:t>
            </a:r>
            <a:r>
              <a:rPr lang="ja-JP" altLang="en-US" sz="2400">
                <a:latin typeface="+mj-ea"/>
                <a:ea typeface="+mj-ea"/>
                <a:cs typeface="Segoe UI" panose="020B0502040204020203" pitchFamily="34" charset="0"/>
              </a:rPr>
              <a:t>）</a:t>
            </a:r>
            <a:endParaRPr lang="en-US" altLang="ja-TH" sz="2400">
              <a:latin typeface="+mj-ea"/>
              <a:ea typeface="+mj-ea"/>
              <a:cs typeface="Segoe UI" panose="020B0502040204020203" pitchFamily="34" charset="0"/>
            </a:endParaRPr>
          </a:p>
        </p:txBody>
      </p:sp>
      <p:graphicFrame>
        <p:nvGraphicFramePr>
          <p:cNvPr id="8" name="Table 0">
            <a:extLst>
              <a:ext uri="{FF2B5EF4-FFF2-40B4-BE49-F238E27FC236}">
                <a16:creationId xmlns:a16="http://schemas.microsoft.com/office/drawing/2014/main" id="{1B8D047B-7AFA-5ECB-941F-D5628F7BF9F0}"/>
              </a:ext>
            </a:extLst>
          </p:cNvPr>
          <p:cNvGraphicFramePr>
            <a:graphicFrameLocks noGrp="1"/>
          </p:cNvGraphicFramePr>
          <p:nvPr>
            <p:extLst>
              <p:ext uri="{D42A27DB-BD31-4B8C-83A1-F6EECF244321}">
                <p14:modId xmlns:p14="http://schemas.microsoft.com/office/powerpoint/2010/main" val="1366354688"/>
              </p:ext>
            </p:extLst>
          </p:nvPr>
        </p:nvGraphicFramePr>
        <p:xfrm>
          <a:off x="338329" y="1326361"/>
          <a:ext cx="11550196" cy="4572876"/>
        </p:xfrm>
        <a:graphic>
          <a:graphicData uri="http://schemas.openxmlformats.org/drawingml/2006/table">
            <a:tbl>
              <a:tblPr/>
              <a:tblGrid>
                <a:gridCol w="1030415">
                  <a:extLst>
                    <a:ext uri="{9D8B030D-6E8A-4147-A177-3AD203B41FA5}">
                      <a16:colId xmlns:a16="http://schemas.microsoft.com/office/drawing/2014/main" val="2085829203"/>
                    </a:ext>
                  </a:extLst>
                </a:gridCol>
                <a:gridCol w="2451398">
                  <a:extLst>
                    <a:ext uri="{9D8B030D-6E8A-4147-A177-3AD203B41FA5}">
                      <a16:colId xmlns:a16="http://schemas.microsoft.com/office/drawing/2014/main" val="20000"/>
                    </a:ext>
                  </a:extLst>
                </a:gridCol>
                <a:gridCol w="1487615">
                  <a:extLst>
                    <a:ext uri="{9D8B030D-6E8A-4147-A177-3AD203B41FA5}">
                      <a16:colId xmlns:a16="http://schemas.microsoft.com/office/drawing/2014/main" val="20001"/>
                    </a:ext>
                  </a:extLst>
                </a:gridCol>
                <a:gridCol w="559423">
                  <a:extLst>
                    <a:ext uri="{9D8B030D-6E8A-4147-A177-3AD203B41FA5}">
                      <a16:colId xmlns:a16="http://schemas.microsoft.com/office/drawing/2014/main" val="516877996"/>
                    </a:ext>
                  </a:extLst>
                </a:gridCol>
                <a:gridCol w="825416">
                  <a:extLst>
                    <a:ext uri="{9D8B030D-6E8A-4147-A177-3AD203B41FA5}">
                      <a16:colId xmlns:a16="http://schemas.microsoft.com/office/drawing/2014/main" val="2458966576"/>
                    </a:ext>
                  </a:extLst>
                </a:gridCol>
                <a:gridCol w="738094">
                  <a:extLst>
                    <a:ext uri="{9D8B030D-6E8A-4147-A177-3AD203B41FA5}">
                      <a16:colId xmlns:a16="http://schemas.microsoft.com/office/drawing/2014/main" val="2025135890"/>
                    </a:ext>
                  </a:extLst>
                </a:gridCol>
                <a:gridCol w="547546">
                  <a:extLst>
                    <a:ext uri="{9D8B030D-6E8A-4147-A177-3AD203B41FA5}">
                      <a16:colId xmlns:a16="http://schemas.microsoft.com/office/drawing/2014/main" val="125686924"/>
                    </a:ext>
                  </a:extLst>
                </a:gridCol>
                <a:gridCol w="1167980">
                  <a:extLst>
                    <a:ext uri="{9D8B030D-6E8A-4147-A177-3AD203B41FA5}">
                      <a16:colId xmlns:a16="http://schemas.microsoft.com/office/drawing/2014/main" val="2134265405"/>
                    </a:ext>
                  </a:extLst>
                </a:gridCol>
                <a:gridCol w="900000">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gridCol w="942309">
                  <a:extLst>
                    <a:ext uri="{9D8B030D-6E8A-4147-A177-3AD203B41FA5}">
                      <a16:colId xmlns:a16="http://schemas.microsoft.com/office/drawing/2014/main" val="20004"/>
                    </a:ext>
                  </a:extLst>
                </a:gridCol>
              </a:tblGrid>
              <a:tr h="190391">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rowSpan="2">
                  <a:txBody>
                    <a:bodyPr/>
                    <a:lstStyle/>
                    <a:p>
                      <a:pPr marL="0" indent="0" algn="ctr">
                        <a:lnSpc>
                          <a:spcPct val="90000"/>
                        </a:lnSpc>
                        <a:buNone/>
                      </a:pPr>
                      <a:r>
                        <a:rPr lang="en-US" sz="1200" err="1">
                          <a:solidFill>
                            <a:srgbClr val="FFFFFF"/>
                          </a:solidFill>
                          <a:latin typeface="+mn-ea"/>
                          <a:ea typeface="+mn-ea"/>
                          <a:cs typeface="Segoe UI" panose="020B0502040204020203" pitchFamily="34" charset="0"/>
                        </a:rPr>
                        <a:t>本社</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indent="0" algn="ctr">
                        <a:lnSpc>
                          <a:spcPct val="90000"/>
                        </a:lnSpc>
                        <a:buNone/>
                      </a:pPr>
                      <a:r>
                        <a:rPr lang="en-US" sz="1200" err="1">
                          <a:solidFill>
                            <a:schemeClr val="bg1"/>
                          </a:solidFill>
                          <a:latin typeface="+mn-ea"/>
                          <a:ea typeface="+mn-ea"/>
                          <a:cs typeface="Segoe UI" panose="020B0502040204020203" pitchFamily="34" charset="0"/>
                        </a:rPr>
                        <a:t>販売</a:t>
                      </a:r>
                      <a:endParaRPr lang="en-US" sz="1200">
                        <a:solidFill>
                          <a:schemeClr val="bg1"/>
                        </a:solidFill>
                        <a:latin typeface="+mn-ea"/>
                        <a:ea typeface="+mn-ea"/>
                        <a:cs typeface="Segoe UI" panose="020B0502040204020203" pitchFamily="34" charset="0"/>
                      </a:endParaRPr>
                    </a:p>
                    <a:p>
                      <a:pPr marL="0" indent="0" algn="ctr">
                        <a:lnSpc>
                          <a:spcPct val="90000"/>
                        </a:lnSpc>
                        <a:buNone/>
                      </a:pPr>
                      <a:r>
                        <a:rPr lang="en-US" sz="1200" err="1">
                          <a:solidFill>
                            <a:schemeClr val="bg1"/>
                          </a:solidFill>
                          <a:latin typeface="+mn-ea"/>
                          <a:ea typeface="+mn-ea"/>
                          <a:cs typeface="Segoe UI" panose="020B0502040204020203" pitchFamily="34" charset="0"/>
                        </a:rPr>
                        <a:t>代理店</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indent="0" algn="ctr">
                        <a:lnSpc>
                          <a:spcPct val="90000"/>
                        </a:lnSpc>
                        <a:buNone/>
                      </a:pPr>
                      <a:r>
                        <a:rPr lang="ja-JP" altLang="en-US" sz="1200">
                          <a:solidFill>
                            <a:schemeClr val="bg1"/>
                          </a:solidFill>
                          <a:latin typeface="+mn-ea"/>
                          <a:ea typeface="+mn-ea"/>
                          <a:cs typeface="Segoe UI" panose="020B0502040204020203" pitchFamily="34" charset="0"/>
                        </a:rPr>
                        <a:t>システムインテグレーター</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indent="0" algn="ctr">
                        <a:lnSpc>
                          <a:spcPct val="90000"/>
                        </a:lnSpc>
                        <a:buNone/>
                      </a:pPr>
                      <a:r>
                        <a:rPr lang="en-US" sz="1200" err="1">
                          <a:solidFill>
                            <a:schemeClr val="bg1"/>
                          </a:solidFill>
                          <a:latin typeface="+mn-ea"/>
                          <a:ea typeface="+mn-ea"/>
                          <a:cs typeface="Segoe UI" panose="020B0502040204020203" pitchFamily="34" charset="0"/>
                        </a:rPr>
                        <a:t>従業員数</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200" err="1">
                          <a:solidFill>
                            <a:schemeClr val="bg1"/>
                          </a:solidFill>
                          <a:latin typeface="+mn-ea"/>
                          <a:ea typeface="+mn-ea"/>
                          <a:cs typeface="Segoe UI" panose="020B0502040204020203" pitchFamily="34" charset="0"/>
                        </a:rPr>
                        <a:t>売上</a:t>
                      </a:r>
                      <a:endParaRPr lang="en-US" sz="1200">
                        <a:solidFill>
                          <a:schemeClr val="bg1"/>
                        </a:solidFill>
                        <a:latin typeface="+mn-ea"/>
                        <a:ea typeface="+mn-ea"/>
                        <a:cs typeface="Segoe UI" panose="020B0502040204020203" pitchFamily="34" charset="0"/>
                      </a:endParaRPr>
                    </a:p>
                    <a:p>
                      <a:pPr marL="0" marR="0" lvl="0" indent="0" algn="ctr" defTabSz="914400" rtl="0" eaLnBrk="1" fontAlgn="auto" latinLnBrk="0" hangingPunct="1">
                        <a:lnSpc>
                          <a:spcPct val="90000"/>
                        </a:lnSpc>
                        <a:spcBef>
                          <a:spcPts val="0"/>
                        </a:spcBef>
                        <a:spcAft>
                          <a:spcPts val="0"/>
                        </a:spcAft>
                        <a:buClrTx/>
                        <a:buSzTx/>
                        <a:buFontTx/>
                        <a:buNone/>
                        <a:tabLst/>
                        <a:defRPr/>
                      </a:pPr>
                      <a:r>
                        <a:rPr lang="en-US" sz="1200">
                          <a:solidFill>
                            <a:schemeClr val="bg1"/>
                          </a:solidFill>
                          <a:latin typeface="+mn-ea"/>
                          <a:ea typeface="+mn-ea"/>
                          <a:cs typeface="Segoe UI" panose="020B0502040204020203" pitchFamily="34" charset="0"/>
                        </a:rPr>
                        <a:t>(</a:t>
                      </a:r>
                      <a:r>
                        <a:rPr lang="en-US" sz="1200" err="1">
                          <a:solidFill>
                            <a:schemeClr val="bg1"/>
                          </a:solidFill>
                          <a:latin typeface="+mn-ea"/>
                          <a:ea typeface="+mn-ea"/>
                          <a:cs typeface="Segoe UI" panose="020B0502040204020203" pitchFamily="34" charset="0"/>
                        </a:rPr>
                        <a:t>億円</a:t>
                      </a:r>
                      <a:r>
                        <a:rPr lang="en-US" sz="1200">
                          <a:solidFill>
                            <a:schemeClr val="bg1"/>
                          </a:solidFill>
                          <a:latin typeface="+mn-ea"/>
                          <a:ea typeface="+mn-ea"/>
                          <a:cs typeface="Segoe UI" panose="020B0502040204020203" pitchFamily="34" charset="0"/>
                        </a:rPr>
                        <a:t>)</a:t>
                      </a: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ja-JP" altLang="en-US" sz="1200">
                          <a:solidFill>
                            <a:schemeClr val="bg1"/>
                          </a:solidFill>
                          <a:latin typeface="+mn-ea"/>
                          <a:ea typeface="+mn-ea"/>
                          <a:cs typeface="Segoe UI" panose="020B0502040204020203" pitchFamily="34" charset="0"/>
                        </a:rPr>
                        <a:t>データセンター顧客</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gridSpan="3">
                  <a:txBody>
                    <a:bodyPr/>
                    <a:lstStyle/>
                    <a:p>
                      <a:pPr marL="0" indent="0" algn="ctr">
                        <a:lnSpc>
                          <a:spcPct val="90000"/>
                        </a:lnSpc>
                        <a:buNone/>
                      </a:pPr>
                      <a:r>
                        <a:rPr lang="ja-TH" altLang="en-US" sz="1200">
                          <a:solidFill>
                            <a:srgbClr val="FFFFFF"/>
                          </a:solidFill>
                          <a:latin typeface="+mn-ea"/>
                          <a:ea typeface="+mn-ea"/>
                          <a:cs typeface="Segoe UI" panose="020B0502040204020203" pitchFamily="34" charset="0"/>
                        </a:rPr>
                        <a:t>製</a:t>
                      </a:r>
                      <a:r>
                        <a:rPr lang="ja-JP" altLang="en-US" sz="1200">
                          <a:solidFill>
                            <a:srgbClr val="FFFFFF"/>
                          </a:solidFill>
                          <a:latin typeface="+mn-ea"/>
                          <a:ea typeface="+mn-ea"/>
                          <a:cs typeface="Segoe UI" panose="020B0502040204020203" pitchFamily="34" charset="0"/>
                        </a:rPr>
                        <a:t>品</a:t>
                      </a:r>
                      <a:r>
                        <a:rPr lang="en-US" altLang="ja-JP" sz="1200">
                          <a:solidFill>
                            <a:srgbClr val="FFFFFF"/>
                          </a:solidFill>
                          <a:latin typeface="+mn-ea"/>
                          <a:ea typeface="+mn-ea"/>
                          <a:cs typeface="Segoe UI" panose="020B0502040204020203" pitchFamily="34" charset="0"/>
                        </a:rPr>
                        <a:t>/</a:t>
                      </a:r>
                      <a:r>
                        <a:rPr lang="ja-JP" altLang="en-US" sz="1200">
                          <a:solidFill>
                            <a:srgbClr val="FFFFFF"/>
                          </a:solidFill>
                          <a:latin typeface="+mn-ea"/>
                          <a:ea typeface="+mn-ea"/>
                          <a:cs typeface="Segoe UI" panose="020B0502040204020203" pitchFamily="34" charset="0"/>
                        </a:rPr>
                        <a:t>サービス</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1524A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67105">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vMerge="1">
                  <a:txBody>
                    <a:bodyPr/>
                    <a:lstStyle/>
                    <a:p>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vMerge="1">
                  <a:txBody>
                    <a:bodyPr/>
                    <a:lstStyle/>
                    <a:p>
                      <a:endParaRPr lang="en-MY"/>
                    </a:p>
                  </a:txBody>
                  <a:tcPr/>
                </a:tc>
                <a:tc vMerge="1">
                  <a:txBody>
                    <a:bodyPr/>
                    <a:lstStyle/>
                    <a:p>
                      <a:endParaRPr lang="en-MY"/>
                    </a:p>
                  </a:txBody>
                  <a:tcPr/>
                </a:tc>
                <a:tc vMerge="1">
                  <a:txBody>
                    <a:bodyPr/>
                    <a:lstStyle/>
                    <a:p>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vMerge="1">
                  <a:txBody>
                    <a:bodyPr/>
                    <a:lstStyle/>
                    <a:p>
                      <a:endParaRPr lang="en-MY"/>
                    </a:p>
                  </a:txBody>
                  <a:tcPr/>
                </a:tc>
                <a:tc vMerge="1">
                  <a:txBody>
                    <a:bodyPr/>
                    <a:lstStyle/>
                    <a:p>
                      <a:endParaRPr lang="en-MY"/>
                    </a:p>
                  </a:txBody>
                  <a:tcPr/>
                </a:tc>
                <a:tc>
                  <a:txBody>
                    <a:bodyPr/>
                    <a:lstStyle/>
                    <a:p>
                      <a:pPr marL="0" indent="0" algn="ctr">
                        <a:lnSpc>
                          <a:spcPct val="90000"/>
                        </a:lnSpc>
                        <a:buNone/>
                      </a:pPr>
                      <a:r>
                        <a:rPr lang="ja-JP" altLang="en-US" sz="1200">
                          <a:solidFill>
                            <a:schemeClr val="bg1"/>
                          </a:solidFill>
                          <a:latin typeface="+mn-ea"/>
                          <a:ea typeface="+mn-ea"/>
                          <a:cs typeface="Segoe UI" panose="020B0502040204020203" pitchFamily="34" charset="0"/>
                        </a:rPr>
                        <a:t>監視</a:t>
                      </a:r>
                      <a:endParaRPr lang="en-US" altLang="ja-JP" sz="1200">
                        <a:solidFill>
                          <a:schemeClr val="bg1"/>
                        </a:solidFill>
                        <a:latin typeface="+mn-ea"/>
                        <a:ea typeface="+mn-ea"/>
                        <a:cs typeface="Segoe UI" panose="020B0502040204020203" pitchFamily="34" charset="0"/>
                      </a:endParaRPr>
                    </a:p>
                    <a:p>
                      <a:pPr marL="0" indent="0" algn="ctr">
                        <a:lnSpc>
                          <a:spcPct val="90000"/>
                        </a:lnSpc>
                        <a:buNone/>
                      </a:pPr>
                      <a:r>
                        <a:rPr lang="ja-JP" altLang="en-US" sz="1200">
                          <a:solidFill>
                            <a:schemeClr val="bg1"/>
                          </a:solidFill>
                          <a:latin typeface="+mn-ea"/>
                          <a:ea typeface="+mn-ea"/>
                          <a:cs typeface="Segoe UI" panose="020B0502040204020203" pitchFamily="34" charset="0"/>
                        </a:rPr>
                        <a:t>システム</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7FFF"/>
                    </a:solidFill>
                  </a:tcPr>
                </a:tc>
                <a:tc>
                  <a:txBody>
                    <a:bodyPr/>
                    <a:lstStyle/>
                    <a:p>
                      <a:pPr marL="0" indent="0" algn="ctr">
                        <a:lnSpc>
                          <a:spcPct val="90000"/>
                        </a:lnSpc>
                        <a:buNone/>
                      </a:pPr>
                      <a:r>
                        <a:rPr lang="ja-JP" altLang="en-US" sz="1200">
                          <a:solidFill>
                            <a:srgbClr val="FFFFFF"/>
                          </a:solidFill>
                          <a:latin typeface="+mn-ea"/>
                          <a:ea typeface="+mn-ea"/>
                          <a:cs typeface="Segoe UI" panose="020B0502040204020203" pitchFamily="34" charset="0"/>
                        </a:rPr>
                        <a:t>アクセス</a:t>
                      </a:r>
                      <a:endParaRPr lang="en-US" altLang="ja-JP" sz="1200">
                        <a:solidFill>
                          <a:srgbClr val="FFFFFF"/>
                        </a:solidFill>
                        <a:latin typeface="+mn-ea"/>
                        <a:ea typeface="+mn-ea"/>
                        <a:cs typeface="Segoe UI" panose="020B0502040204020203" pitchFamily="34" charset="0"/>
                      </a:endParaRPr>
                    </a:p>
                    <a:p>
                      <a:pPr marL="0" indent="0" algn="ctr">
                        <a:lnSpc>
                          <a:spcPct val="90000"/>
                        </a:lnSpc>
                        <a:buNone/>
                      </a:pPr>
                      <a:r>
                        <a:rPr lang="ja-JP" altLang="en-US" sz="1200">
                          <a:solidFill>
                            <a:srgbClr val="FFFFFF"/>
                          </a:solidFill>
                          <a:latin typeface="+mn-ea"/>
                          <a:ea typeface="+mn-ea"/>
                          <a:cs typeface="Segoe UI" panose="020B0502040204020203" pitchFamily="34" charset="0"/>
                        </a:rPr>
                        <a:t>制御</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7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ja-JP" altLang="en-US" sz="1200">
                          <a:solidFill>
                            <a:srgbClr val="FFFFFF"/>
                          </a:solidFill>
                          <a:latin typeface="+mn-ea"/>
                          <a:ea typeface="+mn-ea"/>
                          <a:cs typeface="Segoe UI" panose="020B0502040204020203" pitchFamily="34" charset="0"/>
                        </a:rPr>
                        <a:t>データ</a:t>
                      </a:r>
                      <a:r>
                        <a:rPr lang="en-US" altLang="ja-JP" sz="1200">
                          <a:solidFill>
                            <a:srgbClr val="FFFFFF"/>
                          </a:solidFill>
                          <a:latin typeface="+mn-ea"/>
                          <a:ea typeface="+mn-ea"/>
                          <a:cs typeface="Segoe UI" panose="020B0502040204020203" pitchFamily="34" charset="0"/>
                        </a:rPr>
                        <a:t>/</a:t>
                      </a:r>
                      <a:r>
                        <a:rPr lang="ja-JP" altLang="en-US" sz="1200">
                          <a:solidFill>
                            <a:srgbClr val="FFFFFF"/>
                          </a:solidFill>
                          <a:latin typeface="+mn-ea"/>
                          <a:ea typeface="+mn-ea"/>
                          <a:cs typeface="Segoe UI" panose="020B0502040204020203" pitchFamily="34" charset="0"/>
                        </a:rPr>
                        <a:t>ネットワークサービス</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7FFF"/>
                    </a:solidFill>
                  </a:tcPr>
                </a:tc>
                <a:extLst>
                  <a:ext uri="{0D108BD9-81ED-4DB2-BD59-A6C34878D82A}">
                    <a16:rowId xmlns:a16="http://schemas.microsoft.com/office/drawing/2014/main" val="10001"/>
                  </a:ext>
                </a:extLst>
              </a:tr>
              <a:tr h="190391">
                <a:tc rowSpan="6">
                  <a:txBody>
                    <a:bodyPr/>
                    <a:lstStyle/>
                    <a:p>
                      <a:pPr algn="ctr">
                        <a:lnSpc>
                          <a:spcPct val="90000"/>
                        </a:lnSpc>
                      </a:pPr>
                      <a:r>
                        <a:rPr kumimoji="1" lang="ja-JP" altLang="en-US" sz="1200">
                          <a:solidFill>
                            <a:schemeClr val="bg1"/>
                          </a:solidFill>
                          <a:latin typeface="+mn-ea"/>
                          <a:ea typeface="+mn-ea"/>
                          <a:cs typeface="Segoe UI" panose="020B0502040204020203" pitchFamily="34" charset="0"/>
                        </a:rPr>
                        <a:t>タイ</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buNone/>
                      </a:pPr>
                      <a:r>
                        <a:rPr lang="en-US" sz="1200" b="0" i="0" u="none" strike="noStrike">
                          <a:solidFill>
                            <a:schemeClr val="bg1"/>
                          </a:solidFill>
                          <a:effectLst/>
                          <a:latin typeface="+mn-ea"/>
                          <a:ea typeface="+mn-ea"/>
                          <a:cs typeface="Segoe UI" panose="020B0502040204020203" pitchFamily="34" charset="0"/>
                          <a:hlinkClick r:id="rId3">
                            <a:extLst>
                              <a:ext uri="{A12FA001-AC4F-418D-AE19-62706E023703}">
                                <ahyp:hlinkClr xmlns:ahyp="http://schemas.microsoft.com/office/drawing/2018/hyperlinkcolor" val="tx"/>
                              </a:ext>
                            </a:extLst>
                          </a:hlinkClick>
                        </a:rPr>
                        <a:t>18. P Enterprise Solution​</a:t>
                      </a:r>
                      <a:endParaRPr lang="en-US"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marR="0" lvl="0" indent="0" algn="l"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err="1">
                          <a:ln>
                            <a:noFill/>
                          </a:ln>
                          <a:solidFill>
                            <a:srgbClr val="000000"/>
                          </a:solidFill>
                          <a:effectLst/>
                          <a:uLnTx/>
                          <a:uFillTx/>
                          <a:latin typeface="+mn-ea"/>
                          <a:ea typeface="+mn-ea"/>
                          <a:cs typeface="Segoe UI" panose="020B0502040204020203" pitchFamily="34" charset="0"/>
                        </a:rPr>
                        <a:t>バンコク</a:t>
                      </a: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lang="en-US" sz="1200" b="0" i="0" u="none" strike="noStrike">
                          <a:solidFill>
                            <a:srgbClr val="000000"/>
                          </a:solidFill>
                          <a:effectLst/>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lang="en-MY" sz="1200" b="0" i="0" u="none" strike="noStrike">
                          <a:solidFill>
                            <a:srgbClr val="000000"/>
                          </a:solidFill>
                          <a:effectLst/>
                          <a:latin typeface="+mn-ea"/>
                          <a:ea typeface="+mn-ea"/>
                          <a:cs typeface="Segoe UI" panose="020B0502040204020203" pitchFamily="34" charset="0"/>
                        </a:rPr>
                        <a:t>10.0</a:t>
                      </a:r>
                      <a:endParaRPr lang="en-TH"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2836544894"/>
                  </a:ext>
                </a:extLst>
              </a:tr>
              <a:tr h="190391">
                <a:tc vMerge="1">
                  <a:txBody>
                    <a:bodyPr/>
                    <a:lstStyle/>
                    <a:p>
                      <a:pPr algn="ctr"/>
                      <a:endParaRPr kumimoji="1" lang="ja-JP" altLang="en-US" sz="1400">
                        <a:solidFill>
                          <a:schemeClr val="bg1"/>
                        </a:solidFill>
                        <a:latin typeface="Segoe UI" panose="020B0502040204020203" pitchFamily="34" charset="0"/>
                        <a:cs typeface="Segoe UI" panose="020B0502040204020203" pitchFamily="34" charset="0"/>
                      </a:endParaRPr>
                    </a:p>
                  </a:txBody>
                  <a:tcP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buNone/>
                      </a:pPr>
                      <a:r>
                        <a:rPr lang="en-US" sz="1200" b="0" i="0" u="none" strike="noStrike">
                          <a:solidFill>
                            <a:schemeClr val="bg1"/>
                          </a:solidFill>
                          <a:effectLst/>
                          <a:latin typeface="+mn-ea"/>
                          <a:ea typeface="+mn-ea"/>
                          <a:cs typeface="Segoe UI" panose="020B0502040204020203" pitchFamily="34" charset="0"/>
                          <a:hlinkClick r:id="rId4">
                            <a:extLst>
                              <a:ext uri="{A12FA001-AC4F-418D-AE19-62706E023703}">
                                <ahyp:hlinkClr xmlns:ahyp="http://schemas.microsoft.com/office/drawing/2018/hyperlinkcolor" val="tx"/>
                              </a:ext>
                            </a:extLst>
                          </a:hlinkClick>
                        </a:rPr>
                        <a:t>19. Pointer Asia</a:t>
                      </a:r>
                      <a:endParaRPr lang="en-US"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marR="0" lvl="0" indent="0" algn="l" defTabSz="914400" rtl="0" eaLnBrk="1" fontAlgn="b" latinLnBrk="0" hangingPunct="1">
                        <a:lnSpc>
                          <a:spcPct val="90000"/>
                        </a:lnSpc>
                        <a:spcBef>
                          <a:spcPts val="0"/>
                        </a:spcBef>
                        <a:spcAft>
                          <a:spcPts val="0"/>
                        </a:spcAft>
                        <a:buClrTx/>
                        <a:buSzTx/>
                        <a:buFontTx/>
                        <a:buNone/>
                        <a:tabLst/>
                        <a:defRPr/>
                      </a:pPr>
                      <a:r>
                        <a:rPr kumimoji="1" lang="en-US" altLang="ja-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バンコク</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lang="en-US" sz="1200" b="0" i="0" u="none" strike="noStrike">
                          <a:solidFill>
                            <a:srgbClr val="000000"/>
                          </a:solidFill>
                          <a:effectLst/>
                          <a:latin typeface="+mn-ea"/>
                          <a:ea typeface="+mn-ea"/>
                          <a:cs typeface="Segoe UI" panose="020B0502040204020203" pitchFamily="34" charset="0"/>
                        </a:rPr>
                        <a:t>30名</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lang="en-MY" sz="1200" b="0" i="0" u="none" strike="noStrike">
                          <a:solidFill>
                            <a:srgbClr val="000000"/>
                          </a:solidFill>
                          <a:effectLst/>
                          <a:latin typeface="+mn-ea"/>
                          <a:ea typeface="+mn-ea"/>
                          <a:cs typeface="Segoe UI" panose="020B0502040204020203" pitchFamily="34" charset="0"/>
                        </a:rPr>
                        <a:t>4.2</a:t>
                      </a:r>
                      <a:endParaRPr lang="en-TH"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3175846565"/>
                  </a:ext>
                </a:extLst>
              </a:tr>
              <a:tr h="188357">
                <a:tc vMerge="1">
                  <a:txBody>
                    <a:bodyPr/>
                    <a:lstStyle/>
                    <a:p>
                      <a:pPr algn="ctr"/>
                      <a:endParaRPr kumimoji="1" lang="ja-JP" altLang="en-US" sz="1400">
                        <a:solidFill>
                          <a:schemeClr val="bg1"/>
                        </a:solidFill>
                        <a:latin typeface="Segoe UI" panose="020B0502040204020203" pitchFamily="34" charset="0"/>
                        <a:cs typeface="Segoe UI" panose="020B0502040204020203" pitchFamily="34" charset="0"/>
                      </a:endParaRPr>
                    </a:p>
                  </a:txBody>
                  <a:tcP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buNone/>
                      </a:pPr>
                      <a:r>
                        <a:rPr lang="en-US" sz="1200" b="0" i="0" u="none" strike="noStrike">
                          <a:solidFill>
                            <a:schemeClr val="bg1"/>
                          </a:solidFill>
                          <a:effectLst/>
                          <a:latin typeface="+mn-ea"/>
                          <a:ea typeface="+mn-ea"/>
                          <a:cs typeface="Segoe UI" panose="020B0502040204020203" pitchFamily="34" charset="0"/>
                          <a:hlinkClick r:id="rId5">
                            <a:extLst>
                              <a:ext uri="{A12FA001-AC4F-418D-AE19-62706E023703}">
                                <ahyp:hlinkClr xmlns:ahyp="http://schemas.microsoft.com/office/drawing/2018/hyperlinkcolor" val="tx"/>
                              </a:ext>
                            </a:extLst>
                          </a:hlinkClick>
                        </a:rPr>
                        <a:t>20. Maxwell Integration</a:t>
                      </a:r>
                      <a:endParaRPr lang="en-US"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marR="0" lvl="0" indent="0" algn="l" defTabSz="914400" rtl="0" eaLnBrk="1" fontAlgn="b" latinLnBrk="0" hangingPunct="1">
                        <a:lnSpc>
                          <a:spcPct val="90000"/>
                        </a:lnSpc>
                        <a:spcBef>
                          <a:spcPts val="0"/>
                        </a:spcBef>
                        <a:spcAft>
                          <a:spcPts val="0"/>
                        </a:spcAft>
                        <a:buClrTx/>
                        <a:buSzTx/>
                        <a:buFontTx/>
                        <a:buNone/>
                        <a:tabLst/>
                        <a:defRPr/>
                      </a:pPr>
                      <a:r>
                        <a:rPr kumimoji="1" lang="en-US" altLang="ja-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バンコク</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lang="en-MY" sz="1200" b="0" i="0" u="none" strike="noStrike">
                          <a:solidFill>
                            <a:srgbClr val="000000"/>
                          </a:solidFill>
                          <a:effectLst/>
                          <a:latin typeface="+mn-ea"/>
                          <a:ea typeface="+mn-ea"/>
                          <a:cs typeface="Segoe UI" panose="020B0502040204020203" pitchFamily="34" charset="0"/>
                        </a:rPr>
                        <a:t>2.2</a:t>
                      </a:r>
                      <a:endParaRPr lang="en-TH"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2567654566"/>
                  </a:ext>
                </a:extLst>
              </a:tr>
              <a:tr h="193589">
                <a:tc vMerge="1">
                  <a:txBody>
                    <a:bodyPr/>
                    <a:lstStyle/>
                    <a:p>
                      <a:pPr marL="0" indent="0" algn="ctr">
                        <a:lnSpc>
                          <a:spcPct val="95000"/>
                        </a:lnSpc>
                        <a:buNone/>
                      </a:pPr>
                      <a:endParaRPr lang="en-US" sz="120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ctr">
                        <a:lnSpc>
                          <a:spcPct val="90000"/>
                        </a:lnSpc>
                        <a:buNone/>
                      </a:pPr>
                      <a:r>
                        <a:rPr lang="en-GB" sz="1200" b="0" i="0" u="none" strike="noStrike">
                          <a:solidFill>
                            <a:schemeClr val="bg1"/>
                          </a:solidFill>
                          <a:effectLst/>
                          <a:latin typeface="+mn-ea"/>
                          <a:ea typeface="+mn-ea"/>
                          <a:cs typeface="Segoe UI" panose="020B0502040204020203" pitchFamily="34" charset="0"/>
                          <a:hlinkClick r:id="rId6">
                            <a:extLst>
                              <a:ext uri="{A12FA001-AC4F-418D-AE19-62706E023703}">
                                <ahyp:hlinkClr xmlns:ahyp="http://schemas.microsoft.com/office/drawing/2018/hyperlinkcolor" val="tx"/>
                              </a:ext>
                            </a:extLst>
                          </a:hlinkClick>
                        </a:rPr>
                        <a:t>21. Anden Corporation</a:t>
                      </a:r>
                      <a:endParaRPr lang="en-GB"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marR="0" lvl="0" indent="0" algn="l" defTabSz="914400" rtl="0" eaLnBrk="1" fontAlgn="b" latinLnBrk="0" hangingPunct="1">
                        <a:lnSpc>
                          <a:spcPct val="90000"/>
                        </a:lnSpc>
                        <a:spcBef>
                          <a:spcPts val="0"/>
                        </a:spcBef>
                        <a:spcAft>
                          <a:spcPts val="0"/>
                        </a:spcAft>
                        <a:buClrTx/>
                        <a:buSzTx/>
                        <a:buFontTx/>
                        <a:buNone/>
                        <a:tabLst/>
                        <a:defRPr/>
                      </a:pPr>
                      <a:r>
                        <a:rPr kumimoji="1" lang="en-US" altLang="ja-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バンコク</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Yu Gothic"/>
                          <a:ea typeface="Yu Gothic"/>
                          <a:cs typeface="Segoe UI" panose="020B0502040204020203" pitchFamily="34" charset="0"/>
                          <a:sym typeface="Wingdings" panose="05000000000000000000" pitchFamily="2" charset="2"/>
                        </a:rPr>
                        <a:t></a:t>
                      </a:r>
                      <a:endParaRPr kumimoji="1" lang="en-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ctr"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Yu Gothic"/>
                          <a:ea typeface="Yu Gothic"/>
                          <a:cs typeface="Segoe UI" panose="020B0502040204020203" pitchFamily="34" charset="0"/>
                          <a:sym typeface="Wingdings" panose="05000000000000000000" pitchFamily="2" charset="2"/>
                        </a:rPr>
                        <a:t></a:t>
                      </a:r>
                      <a:endParaRPr kumimoji="1" lang="en-MY"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lang="en-US" altLang="ja-JP" sz="1200" b="0" i="0" u="none" strike="noStrike">
                          <a:solidFill>
                            <a:srgbClr val="000000"/>
                          </a:solidFill>
                          <a:effectLst/>
                          <a:latin typeface="+mn-ea"/>
                          <a:ea typeface="+mn-ea"/>
                          <a:cs typeface="Segoe UI" panose="020B0502040204020203" pitchFamily="34" charset="0"/>
                        </a:rPr>
                        <a:t>7.0</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3121211330"/>
                  </a:ext>
                </a:extLst>
              </a:tr>
              <a:tr h="190391">
                <a:tc vMerge="1">
                  <a:txBody>
                    <a:bodyPr/>
                    <a:lstStyle/>
                    <a:p>
                      <a:pPr marL="0" indent="0" algn="ctr">
                        <a:buNone/>
                      </a:pPr>
                      <a:endParaRPr lang="en-US" sz="1200">
                        <a:solidFill>
                          <a:schemeClr val="bg1"/>
                        </a:solidFill>
                        <a:latin typeface="Segoe UI" panose="020B0502040204020203" pitchFamily="34" charset="0"/>
                        <a:ea typeface="Segoe UI" charset="0"/>
                        <a:cs typeface="Segoe UI" panose="020B0502040204020203" pitchFamily="34"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buNone/>
                      </a:pPr>
                      <a:r>
                        <a:rPr lang="en-US" sz="1200" b="0" i="0" u="none" strike="noStrike">
                          <a:solidFill>
                            <a:schemeClr val="bg1"/>
                          </a:solidFill>
                          <a:effectLst/>
                          <a:latin typeface="+mn-ea"/>
                          <a:ea typeface="+mn-ea"/>
                          <a:cs typeface="Segoe UI" panose="020B0502040204020203" pitchFamily="34" charset="0"/>
                          <a:hlinkClick r:id="rId7">
                            <a:extLst>
                              <a:ext uri="{A12FA001-AC4F-418D-AE19-62706E023703}">
                                <ahyp:hlinkClr xmlns:ahyp="http://schemas.microsoft.com/office/drawing/2018/hyperlinkcolor" val="tx"/>
                              </a:ext>
                            </a:extLst>
                          </a:hlinkClick>
                        </a:rPr>
                        <a:t>22. JES CQTEQ</a:t>
                      </a:r>
                      <a:endParaRPr lang="en-US"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marR="0" lvl="0" indent="0" algn="l" defTabSz="914400" rtl="0" eaLnBrk="1" fontAlgn="b" latinLnBrk="0" hangingPunct="1">
                        <a:lnSpc>
                          <a:spcPct val="90000"/>
                        </a:lnSpc>
                        <a:spcBef>
                          <a:spcPts val="0"/>
                        </a:spcBef>
                        <a:spcAft>
                          <a:spcPts val="0"/>
                        </a:spcAft>
                        <a:buClrTx/>
                        <a:buSzTx/>
                        <a:buFontTx/>
                        <a:buNone/>
                        <a:tabLst/>
                        <a:defRPr/>
                      </a:pPr>
                      <a:r>
                        <a:rPr kumimoji="1" lang="en-US" altLang="ja-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バンコク</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TH"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lang="en-MY" sz="1200" b="0" i="0" u="none" strike="noStrike">
                          <a:solidFill>
                            <a:srgbClr val="000000"/>
                          </a:solidFill>
                          <a:effectLst/>
                          <a:latin typeface="+mn-ea"/>
                          <a:ea typeface="+mn-ea"/>
                          <a:cs typeface="Segoe UI" panose="020B0502040204020203" pitchFamily="34" charset="0"/>
                        </a:rPr>
                        <a:t>4.0</a:t>
                      </a:r>
                      <a:endParaRPr lang="en-TH"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488485810"/>
                  </a:ext>
                </a:extLst>
              </a:tr>
              <a:tr h="190391">
                <a:tc vMerge="1">
                  <a:txBody>
                    <a:bodyPr/>
                    <a:lstStyle/>
                    <a:p>
                      <a:pPr marL="0" indent="0" algn="ctr">
                        <a:buNone/>
                      </a:pPr>
                      <a:endParaRPr lang="en-US" sz="1200">
                        <a:solidFill>
                          <a:schemeClr val="bg1"/>
                        </a:solidFill>
                        <a:latin typeface="Segoe UI" panose="020B0502040204020203" pitchFamily="34" charset="0"/>
                        <a:ea typeface="Segoe UI" charset="0"/>
                        <a:cs typeface="Segoe UI" panose="020B0502040204020203" pitchFamily="34"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buNone/>
                      </a:pPr>
                      <a:r>
                        <a:rPr lang="en-US" sz="1200" b="0" i="0" u="none" strike="noStrike">
                          <a:solidFill>
                            <a:schemeClr val="bg1"/>
                          </a:solidFill>
                          <a:effectLst/>
                          <a:latin typeface="+mn-ea"/>
                          <a:ea typeface="+mn-ea"/>
                          <a:cs typeface="Segoe UI" panose="020B0502040204020203" pitchFamily="34" charset="0"/>
                          <a:hlinkClick r:id="rId8">
                            <a:extLst>
                              <a:ext uri="{A12FA001-AC4F-418D-AE19-62706E023703}">
                                <ahyp:hlinkClr xmlns:ahyp="http://schemas.microsoft.com/office/drawing/2018/hyperlinkcolor" val="tx"/>
                              </a:ext>
                            </a:extLst>
                          </a:hlinkClick>
                        </a:rPr>
                        <a:t>23. </a:t>
                      </a:r>
                      <a:r>
                        <a:rPr lang="en-US" sz="1200" b="0" i="0" u="none" strike="noStrike" err="1">
                          <a:solidFill>
                            <a:schemeClr val="bg1"/>
                          </a:solidFill>
                          <a:effectLst/>
                          <a:latin typeface="+mn-ea"/>
                          <a:ea typeface="+mn-ea"/>
                          <a:cs typeface="Segoe UI" panose="020B0502040204020203" pitchFamily="34" charset="0"/>
                          <a:hlinkClick r:id="rId8">
                            <a:extLst>
                              <a:ext uri="{A12FA001-AC4F-418D-AE19-62706E023703}">
                                <ahyp:hlinkClr xmlns:ahyp="http://schemas.microsoft.com/office/drawing/2018/hyperlinkcolor" val="tx"/>
                              </a:ext>
                            </a:extLst>
                          </a:hlinkClick>
                        </a:rPr>
                        <a:t>Bainysis</a:t>
                      </a:r>
                      <a:endParaRPr lang="en-US"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marR="0" lvl="0" indent="0" algn="l" defTabSz="914400" rtl="0" eaLnBrk="1" fontAlgn="b" latinLnBrk="0" hangingPunct="1">
                        <a:lnSpc>
                          <a:spcPct val="90000"/>
                        </a:lnSpc>
                        <a:spcBef>
                          <a:spcPts val="0"/>
                        </a:spcBef>
                        <a:spcAft>
                          <a:spcPts val="0"/>
                        </a:spcAft>
                        <a:buClrTx/>
                        <a:buSzTx/>
                        <a:buFontTx/>
                        <a:buNone/>
                        <a:tabLst/>
                        <a:defRPr/>
                      </a:pPr>
                      <a:r>
                        <a:rPr kumimoji="1" lang="en-US" altLang="ja-TH" sz="1200" b="0" i="0" u="none" strike="noStrike" kern="1200" cap="none" spc="0" normalizeH="0" baseline="0" noProof="0" err="1">
                          <a:ln>
                            <a:noFill/>
                          </a:ln>
                          <a:solidFill>
                            <a:srgbClr val="000000"/>
                          </a:solidFill>
                          <a:effectLst/>
                          <a:uLnTx/>
                          <a:uFillTx/>
                          <a:latin typeface="+mn-ea"/>
                          <a:ea typeface="+mn-ea"/>
                          <a:cs typeface="Segoe UI" panose="020B0502040204020203" pitchFamily="34" charset="0"/>
                        </a:rPr>
                        <a:t>バンコク</a:t>
                      </a:r>
                      <a:endParaRPr kumimoji="1" lang="en-US" altLang="ja-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TH"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lang="en-MY" sz="1200" b="0" i="0" u="none" strike="noStrike">
                          <a:solidFill>
                            <a:srgbClr val="000000"/>
                          </a:solidFill>
                          <a:effectLst/>
                          <a:latin typeface="+mn-ea"/>
                          <a:ea typeface="+mn-ea"/>
                          <a:cs typeface="Segoe UI" panose="020B0502040204020203" pitchFamily="34" charset="0"/>
                        </a:rPr>
                        <a:t>3.0</a:t>
                      </a:r>
                      <a:endParaRPr lang="en-TH"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1259203353"/>
                  </a:ext>
                </a:extLst>
              </a:tr>
              <a:tr h="190391">
                <a:tc rowSpan="14">
                  <a:txBody>
                    <a:bodyPr/>
                    <a:lstStyle/>
                    <a:p>
                      <a:pPr algn="ctr">
                        <a:lnSpc>
                          <a:spcPct val="90000"/>
                        </a:lnSpc>
                      </a:pPr>
                      <a:r>
                        <a:rPr kumimoji="1" lang="ja-TH" altLang="en-US" sz="1200">
                          <a:solidFill>
                            <a:schemeClr val="bg1"/>
                          </a:solidFill>
                          <a:latin typeface="+mn-ea"/>
                          <a:ea typeface="+mn-ea"/>
                          <a:cs typeface="Segoe UI" panose="020B0502040204020203" pitchFamily="34" charset="0"/>
                        </a:rPr>
                        <a:t>シンガポール</a:t>
                      </a:r>
                      <a:endParaRPr kumimoji="1" lang="ja-JP" alt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hlinkClick r:id="rId9">
                            <a:extLst>
                              <a:ext uri="{A12FA001-AC4F-418D-AE19-62706E023703}">
                                <ahyp:hlinkClr xmlns:ahyp="http://schemas.microsoft.com/office/drawing/2018/hyperlinkcolor" val="tx"/>
                              </a:ext>
                            </a:extLst>
                          </a:hlinkClick>
                        </a:rPr>
                        <a:t>24. Quantum Zeno</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ja-JP" altLang="en-US" sz="1200">
                          <a:latin typeface="+mn-ea"/>
                          <a:ea typeface="+mn-ea"/>
                          <a:cs typeface="Segoe UI" panose="020B0502040204020203" pitchFamily="34" charset="0"/>
                        </a:rPr>
                        <a:t>セレター</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pPr>
                      <a:r>
                        <a:rPr lang="en-SG" sz="1200" b="0" i="0" u="none" strike="noStrike">
                          <a:solidFill>
                            <a:srgbClr val="000000"/>
                          </a:solidFill>
                          <a:effectLst/>
                          <a:latin typeface="+mn-ea"/>
                          <a:ea typeface="+mn-ea"/>
                          <a:cs typeface="Segoe UI" panose="020B0502040204020203" pitchFamily="34" charset="0"/>
                        </a:rPr>
                        <a:t>11-50</a:t>
                      </a:r>
                      <a:r>
                        <a:rPr lang="en-US" altLang="ja-TH" sz="1200" b="0" i="0" u="none" strike="noStrike">
                          <a:solidFill>
                            <a:srgbClr val="000000"/>
                          </a:solidFill>
                          <a:effectLst/>
                          <a:latin typeface="+mn-ea"/>
                          <a:ea typeface="+mn-ea"/>
                          <a:cs typeface="Segoe UI" panose="020B0502040204020203" pitchFamily="34" charset="0"/>
                        </a:rPr>
                        <a:t>名</a:t>
                      </a:r>
                      <a:endParaRPr lang="en-SG"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1301847861"/>
                  </a:ext>
                </a:extLst>
              </a:tr>
              <a:tr h="190391">
                <a:tc vMerge="1">
                  <a:txBody>
                    <a:bodyPr/>
                    <a:lstStyle/>
                    <a:p>
                      <a:pPr algn="ctr"/>
                      <a:endParaRPr kumimoji="1" lang="ja-JP" altLang="en-US" sz="1200">
                        <a:solidFill>
                          <a:schemeClr val="bg1"/>
                        </a:solidFill>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hlinkClick r:id="rId10">
                            <a:extLst>
                              <a:ext uri="{A12FA001-AC4F-418D-AE19-62706E023703}">
                                <ahyp:hlinkClr xmlns:ahyp="http://schemas.microsoft.com/office/drawing/2018/hyperlinkcolor" val="tx"/>
                              </a:ext>
                            </a:extLst>
                          </a:hlinkClick>
                        </a:rPr>
                        <a:t>25. Integrating Technology</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ja-JP" altLang="en-US" sz="1200">
                          <a:latin typeface="+mn-ea"/>
                          <a:ea typeface="+mn-ea"/>
                        </a:rPr>
                        <a:t>カキブキ</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lang="en-SG" sz="1200" b="0" i="0" u="none" strike="noStrike">
                          <a:solidFill>
                            <a:srgbClr val="000000"/>
                          </a:solidFill>
                          <a:effectLst/>
                          <a:latin typeface="+mn-ea"/>
                          <a:ea typeface="+mn-ea"/>
                          <a:cs typeface="Segoe UI" panose="020B0502040204020203" pitchFamily="34" charset="0"/>
                        </a:rPr>
                        <a:t>11-50</a:t>
                      </a:r>
                      <a:r>
                        <a:rPr lang="en-US" altLang="ja-TH" sz="1200" b="0" i="0" u="none" strike="noStrike">
                          <a:solidFill>
                            <a:srgbClr val="000000"/>
                          </a:solidFill>
                          <a:effectLst/>
                          <a:latin typeface="+mn-ea"/>
                          <a:ea typeface="+mn-ea"/>
                          <a:cs typeface="Segoe UI" panose="020B0502040204020203" pitchFamily="34" charset="0"/>
                        </a:rPr>
                        <a:t>名</a:t>
                      </a:r>
                      <a:endParaRPr lang="en-SG"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2850465883"/>
                  </a:ext>
                </a:extLst>
              </a:tr>
              <a:tr h="190391">
                <a:tc vMerge="1">
                  <a:txBody>
                    <a:bodyPr/>
                    <a:lstStyle/>
                    <a:p>
                      <a:pPr algn="ctr"/>
                      <a:endParaRPr kumimoji="1" lang="ja-JP" altLang="en-US" sz="1200">
                        <a:solidFill>
                          <a:schemeClr val="bg1"/>
                        </a:solidFill>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hlinkClick r:id="rId11">
                            <a:extLst>
                              <a:ext uri="{A12FA001-AC4F-418D-AE19-62706E023703}">
                                <ahyp:hlinkClr xmlns:ahyp="http://schemas.microsoft.com/office/drawing/2018/hyperlinkcolor" val="tx"/>
                              </a:ext>
                            </a:extLst>
                          </a:hlinkClick>
                        </a:rPr>
                        <a:t>26. TT Reliance</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ja-JP" altLang="en-US" sz="1200">
                          <a:latin typeface="+mn-ea"/>
                          <a:ea typeface="+mn-ea"/>
                        </a:rPr>
                        <a:t>イーシュン</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1186703157"/>
                  </a:ext>
                </a:extLst>
              </a:tr>
              <a:tr h="190391">
                <a:tc vMerge="1">
                  <a:txBody>
                    <a:bodyPr/>
                    <a:lstStyle/>
                    <a:p>
                      <a:pPr algn="ctr"/>
                      <a:endParaRPr kumimoji="1" lang="ja-JP" altLang="en-US" sz="1200">
                        <a:solidFill>
                          <a:schemeClr val="bg1"/>
                        </a:solidFill>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hlinkClick r:id="rId12">
                            <a:extLst>
                              <a:ext uri="{A12FA001-AC4F-418D-AE19-62706E023703}">
                                <ahyp:hlinkClr xmlns:ahyp="http://schemas.microsoft.com/office/drawing/2018/hyperlinkcolor" val="tx"/>
                              </a:ext>
                            </a:extLst>
                          </a:hlinkClick>
                        </a:rPr>
                        <a:t>27. TSI Security Solutions</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en-MY" altLang="ja-TH" sz="1200" err="1">
                          <a:latin typeface="+mn-ea"/>
                          <a:ea typeface="+mn-ea"/>
                          <a:cs typeface="Segoe UI" panose="020B0502040204020203" pitchFamily="34" charset="0"/>
                        </a:rPr>
                        <a:t>ウビ</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161169733"/>
                  </a:ext>
                </a:extLst>
              </a:tr>
              <a:tr h="190391">
                <a:tc vMerge="1">
                  <a:txBody>
                    <a:bodyPr/>
                    <a:lstStyle/>
                    <a:p>
                      <a:pPr algn="ctr"/>
                      <a:endParaRPr kumimoji="1" lang="ja-JP" altLang="en-US" sz="1200">
                        <a:solidFill>
                          <a:schemeClr val="bg1"/>
                        </a:solidFill>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hlinkClick r:id="rId13">
                            <a:extLst>
                              <a:ext uri="{A12FA001-AC4F-418D-AE19-62706E023703}">
                                <ahyp:hlinkClr xmlns:ahyp="http://schemas.microsoft.com/office/drawing/2018/hyperlinkcolor" val="tx"/>
                              </a:ext>
                            </a:extLst>
                          </a:hlinkClick>
                        </a:rPr>
                        <a:t>28. Starlite Systems</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ja-JP" altLang="en-US" sz="1200">
                          <a:latin typeface="+mn-ea"/>
                          <a:ea typeface="+mn-ea"/>
                        </a:rPr>
                        <a:t>パヤレバー</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2899655673"/>
                  </a:ext>
                </a:extLst>
              </a:tr>
              <a:tr h="190391">
                <a:tc vMerge="1">
                  <a:txBody>
                    <a:bodyPr/>
                    <a:lstStyle/>
                    <a:p>
                      <a:pPr algn="ctr"/>
                      <a:endParaRPr kumimoji="1" lang="ja-JP" altLang="en-US" sz="1200">
                        <a:solidFill>
                          <a:schemeClr val="bg1"/>
                        </a:solidFill>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hlinkClick r:id="rId14">
                            <a:extLst>
                              <a:ext uri="{A12FA001-AC4F-418D-AE19-62706E023703}">
                                <ahyp:hlinkClr xmlns:ahyp="http://schemas.microsoft.com/office/drawing/2018/hyperlinkcolor" val="tx"/>
                              </a:ext>
                            </a:extLst>
                          </a:hlinkClick>
                        </a:rPr>
                        <a:t>29. Genesis Systems</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en-MY" altLang="ja-TH" sz="1200">
                          <a:latin typeface="+mn-ea"/>
                          <a:ea typeface="+mn-ea"/>
                          <a:cs typeface="Segoe UI" panose="020B0502040204020203" pitchFamily="34" charset="0"/>
                        </a:rPr>
                        <a:t>ウビ</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211091293"/>
                  </a:ext>
                </a:extLst>
              </a:tr>
              <a:tr h="190391">
                <a:tc vMerge="1">
                  <a:txBody>
                    <a:bodyPr/>
                    <a:lstStyle/>
                    <a:p>
                      <a:pPr algn="ctr"/>
                      <a:endParaRPr kumimoji="1" lang="ja-JP" altLang="en-US" sz="1200">
                        <a:solidFill>
                          <a:schemeClr val="bg1"/>
                        </a:solidFill>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hlinkClick r:id="rId15">
                            <a:extLst>
                              <a:ext uri="{A12FA001-AC4F-418D-AE19-62706E023703}">
                                <ahyp:hlinkClr xmlns:ahyp="http://schemas.microsoft.com/office/drawing/2018/hyperlinkcolor" val="tx"/>
                              </a:ext>
                            </a:extLst>
                          </a:hlinkClick>
                        </a:rPr>
                        <a:t>30. Frontier Security</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ja-JP" altLang="en-US" sz="1200">
                          <a:latin typeface="+mn-ea"/>
                          <a:ea typeface="+mn-ea"/>
                        </a:rPr>
                        <a:t>トーグアン</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2098149056"/>
                  </a:ext>
                </a:extLst>
              </a:tr>
              <a:tr h="190391">
                <a:tc vMerge="1">
                  <a:txBody>
                    <a:bodyPr/>
                    <a:lstStyle/>
                    <a:p>
                      <a:pPr algn="ctr"/>
                      <a:endParaRPr kumimoji="1" lang="ja-JP" altLang="en-US" sz="1200">
                        <a:solidFill>
                          <a:schemeClr val="bg1"/>
                        </a:solidFill>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hlinkClick r:id="rId16">
                            <a:extLst>
                              <a:ext uri="{A12FA001-AC4F-418D-AE19-62706E023703}">
                                <ahyp:hlinkClr xmlns:ahyp="http://schemas.microsoft.com/office/drawing/2018/hyperlinkcolor" val="tx"/>
                              </a:ext>
                            </a:extLst>
                          </a:hlinkClick>
                        </a:rPr>
                        <a:t>31. CA Integration</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ja-JP" altLang="en-US" sz="1200">
                          <a:latin typeface="+mn-ea"/>
                          <a:ea typeface="+mn-ea"/>
                        </a:rPr>
                        <a:t>ゲンティンレーン</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2109266892"/>
                  </a:ext>
                </a:extLst>
              </a:tr>
              <a:tr h="190391">
                <a:tc vMerge="1">
                  <a:txBody>
                    <a:bodyPr/>
                    <a:lstStyle/>
                    <a:p>
                      <a:pPr algn="ctr"/>
                      <a:endParaRPr kumimoji="1" lang="ja-JP" altLang="en-US" sz="1200">
                        <a:solidFill>
                          <a:schemeClr val="bg1"/>
                        </a:solidFill>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hlinkClick r:id="rId17">
                            <a:extLst>
                              <a:ext uri="{A12FA001-AC4F-418D-AE19-62706E023703}">
                                <ahyp:hlinkClr xmlns:ahyp="http://schemas.microsoft.com/office/drawing/2018/hyperlinkcolor" val="tx"/>
                              </a:ext>
                            </a:extLst>
                          </a:hlinkClick>
                        </a:rPr>
                        <a:t>32. JAE Surveillance</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ja-JP" altLang="en-US" sz="1200">
                          <a:latin typeface="+mn-ea"/>
                          <a:ea typeface="+mn-ea"/>
                        </a:rPr>
                        <a:t>シムリム</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494272103"/>
                  </a:ext>
                </a:extLst>
              </a:tr>
              <a:tr h="193589">
                <a:tc vMerge="1">
                  <a:txBody>
                    <a:bodyPr/>
                    <a:lstStyle/>
                    <a:p>
                      <a:pPr algn="ctr"/>
                      <a:endParaRPr kumimoji="1" lang="ja-JP" altLang="en-US" sz="1200">
                        <a:solidFill>
                          <a:schemeClr val="bg1"/>
                        </a:solidFill>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ctr">
                        <a:lnSpc>
                          <a:spcPct val="90000"/>
                        </a:lnSpc>
                        <a:buNone/>
                      </a:pPr>
                      <a:r>
                        <a:rPr lang="en-GB" sz="1200" b="0" i="0" u="none" strike="noStrike">
                          <a:solidFill>
                            <a:schemeClr val="bg1"/>
                          </a:solidFill>
                          <a:effectLst/>
                          <a:latin typeface="+mn-ea"/>
                          <a:ea typeface="+mn-ea"/>
                          <a:cs typeface="Segoe UI" panose="020B0502040204020203" pitchFamily="34" charset="0"/>
                          <a:hlinkClick r:id="rId18">
                            <a:extLst>
                              <a:ext uri="{A12FA001-AC4F-418D-AE19-62706E023703}">
                                <ahyp:hlinkClr xmlns:ahyp="http://schemas.microsoft.com/office/drawing/2018/hyperlinkcolor" val="tx"/>
                              </a:ext>
                            </a:extLst>
                          </a:hlinkClick>
                        </a:rPr>
                        <a:t>33. </a:t>
                      </a:r>
                      <a:r>
                        <a:rPr lang="en-GB" sz="1200" b="0" i="0" u="none" strike="noStrike" err="1">
                          <a:solidFill>
                            <a:schemeClr val="bg1"/>
                          </a:solidFill>
                          <a:effectLst/>
                          <a:latin typeface="+mn-ea"/>
                          <a:ea typeface="+mn-ea"/>
                          <a:cs typeface="Segoe UI" panose="020B0502040204020203" pitchFamily="34" charset="0"/>
                          <a:hlinkClick r:id="rId18">
                            <a:extLst>
                              <a:ext uri="{A12FA001-AC4F-418D-AE19-62706E023703}">
                                <ahyp:hlinkClr xmlns:ahyp="http://schemas.microsoft.com/office/drawing/2018/hyperlinkcolor" val="tx"/>
                              </a:ext>
                            </a:extLst>
                          </a:hlinkClick>
                        </a:rPr>
                        <a:t>Keydence</a:t>
                      </a:r>
                      <a:r>
                        <a:rPr lang="en-GB" sz="1200" b="0" i="0" u="none" strike="noStrike">
                          <a:solidFill>
                            <a:schemeClr val="bg1"/>
                          </a:solidFill>
                          <a:effectLst/>
                          <a:latin typeface="+mn-ea"/>
                          <a:ea typeface="+mn-ea"/>
                          <a:cs typeface="Segoe UI" panose="020B0502040204020203" pitchFamily="34" charset="0"/>
                          <a:hlinkClick r:id="rId18">
                            <a:extLst>
                              <a:ext uri="{A12FA001-AC4F-418D-AE19-62706E023703}">
                                <ahyp:hlinkClr xmlns:ahyp="http://schemas.microsoft.com/office/drawing/2018/hyperlinkcolor" val="tx"/>
                              </a:ext>
                            </a:extLst>
                          </a:hlinkClick>
                        </a:rPr>
                        <a:t> Systems</a:t>
                      </a:r>
                      <a:endParaRPr lang="en-GB"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7FFF"/>
                    </a:solidFill>
                  </a:tcPr>
                </a:tc>
                <a:tc>
                  <a:txBody>
                    <a:bodyPr/>
                    <a:lstStyle/>
                    <a:p>
                      <a:pPr>
                        <a:lnSpc>
                          <a:spcPct val="90000"/>
                        </a:lnSpc>
                        <a:buNone/>
                      </a:pPr>
                      <a:r>
                        <a:rPr lang="ja-JP" altLang="en-US" sz="1200">
                          <a:latin typeface="+mn-ea"/>
                          <a:ea typeface="+mn-ea"/>
                        </a:rPr>
                        <a:t>アンモキオ</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Yu Gothic"/>
                          <a:ea typeface="Yu Gothic"/>
                          <a:cs typeface="Segoe UI" panose="020B0502040204020203" pitchFamily="34" charset="0"/>
                          <a:sym typeface="Wingdings" panose="05000000000000000000" pitchFamily="2" charset="2"/>
                        </a:rPr>
                        <a:t></a:t>
                      </a:r>
                      <a:endParaRPr kumimoji="1" lang="en-TH" sz="1200" b="0" i="0" u="none" strike="noStrike" kern="1200" cap="none" spc="0" normalizeH="0" baseline="0" noProof="0">
                        <a:ln>
                          <a:noFill/>
                        </a:ln>
                        <a:solidFill>
                          <a:srgbClr val="000000"/>
                        </a:solidFill>
                        <a:effectLst/>
                        <a:uLnTx/>
                        <a:uFillTx/>
                        <a:latin typeface="Yu Gothic"/>
                        <a:ea typeface="Yu Gothic"/>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Yu Gothic"/>
                          <a:ea typeface="Yu Gothic"/>
                          <a:cs typeface="Segoe UI" panose="020B0502040204020203" pitchFamily="34" charset="0"/>
                          <a:sym typeface="Wingdings" panose="05000000000000000000" pitchFamily="2" charset="2"/>
                        </a:rPr>
                        <a:t></a:t>
                      </a:r>
                      <a:endParaRPr kumimoji="1" lang="en-TH" sz="1200" b="0" i="0" u="none" strike="noStrike" kern="1200" cap="none" spc="0" normalizeH="0" baseline="0" noProof="0">
                        <a:ln>
                          <a:noFill/>
                        </a:ln>
                        <a:solidFill>
                          <a:srgbClr val="000000"/>
                        </a:solidFill>
                        <a:effectLst/>
                        <a:uLnTx/>
                        <a:uFillTx/>
                        <a:latin typeface="Yu Gothic"/>
                        <a:ea typeface="Yu Gothic"/>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a:lnSpc>
                          <a:spcPct val="90000"/>
                        </a:lnSpc>
                        <a:buNone/>
                      </a:pPr>
                      <a:r>
                        <a:rPr lang="en-MY" sz="1200">
                          <a:latin typeface="+mn-ea"/>
                          <a:ea typeface="+mn-ea"/>
                          <a:cs typeface="Segoe UI" panose="020B0502040204020203" pitchFamily="34" charset="0"/>
                        </a:rPr>
                        <a:t>51–200</a:t>
                      </a:r>
                      <a:r>
                        <a:rPr lang="en-US" altLang="ja-TH" sz="1200" b="0" i="0" u="none" strike="noStrike">
                          <a:solidFill>
                            <a:srgbClr val="000000"/>
                          </a:solidFill>
                          <a:effectLst/>
                          <a:latin typeface="+mn-ea"/>
                          <a:ea typeface="+mn-ea"/>
                          <a:cs typeface="Segoe UI" panose="020B0502040204020203" pitchFamily="34" charset="0"/>
                        </a:rPr>
                        <a:t>名</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2196382003"/>
                  </a:ext>
                </a:extLst>
              </a:tr>
              <a:tr h="193589">
                <a:tc vMerge="1">
                  <a:txBody>
                    <a:bodyPr/>
                    <a:lstStyle/>
                    <a:p>
                      <a:pPr algn="ctr"/>
                      <a:endParaRPr kumimoji="1" lang="ja-JP" altLang="en-US" sz="1200">
                        <a:solidFill>
                          <a:schemeClr val="bg1"/>
                        </a:solidFill>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ctr">
                        <a:lnSpc>
                          <a:spcPct val="90000"/>
                        </a:lnSpc>
                        <a:buNone/>
                      </a:pPr>
                      <a:r>
                        <a:rPr lang="en-GB" sz="1200" b="0" i="0" u="none" strike="noStrike">
                          <a:solidFill>
                            <a:schemeClr val="bg1"/>
                          </a:solidFill>
                          <a:effectLst/>
                          <a:latin typeface="+mn-ea"/>
                          <a:ea typeface="+mn-ea"/>
                          <a:cs typeface="Segoe UI" panose="020B0502040204020203" pitchFamily="34" charset="0"/>
                          <a:hlinkClick r:id="rId19">
                            <a:extLst>
                              <a:ext uri="{A12FA001-AC4F-418D-AE19-62706E023703}">
                                <ahyp:hlinkClr xmlns:ahyp="http://schemas.microsoft.com/office/drawing/2018/hyperlinkcolor" val="tx"/>
                              </a:ext>
                            </a:extLst>
                          </a:hlinkClick>
                        </a:rPr>
                        <a:t>34. Prowler International</a:t>
                      </a:r>
                      <a:endParaRPr lang="en-GB"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ja-JP" altLang="en-US" sz="1200">
                          <a:latin typeface="+mn-ea"/>
                          <a:ea typeface="+mn-ea"/>
                        </a:rPr>
                        <a:t>イーシュン</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Yu Gothic"/>
                          <a:ea typeface="Yu Gothic"/>
                          <a:cs typeface="Segoe UI" panose="020B0502040204020203" pitchFamily="34" charset="0"/>
                          <a:sym typeface="Wingdings" panose="05000000000000000000" pitchFamily="2" charset="2"/>
                        </a:rPr>
                        <a:t></a:t>
                      </a:r>
                      <a:endParaRPr kumimoji="1" lang="en-TH" sz="1200" b="0" i="0" u="none" strike="noStrike" kern="1200" cap="none" spc="0" normalizeH="0" baseline="0" noProof="0">
                        <a:ln>
                          <a:noFill/>
                        </a:ln>
                        <a:solidFill>
                          <a:srgbClr val="000000"/>
                        </a:solidFill>
                        <a:effectLst/>
                        <a:uLnTx/>
                        <a:uFillTx/>
                        <a:latin typeface="Yu Gothic"/>
                        <a:ea typeface="Yu Gothic"/>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Yu Gothic"/>
                          <a:ea typeface="Yu Gothic"/>
                          <a:cs typeface="Segoe UI" panose="020B0502040204020203" pitchFamily="34" charset="0"/>
                          <a:sym typeface="Wingdings" panose="05000000000000000000" pitchFamily="2" charset="2"/>
                        </a:rPr>
                        <a:t></a:t>
                      </a:r>
                      <a:endParaRPr kumimoji="1" lang="en-TH" sz="1200" b="0" i="0" u="none" strike="noStrike" kern="1200" cap="none" spc="0" normalizeH="0" baseline="0" noProof="0">
                        <a:ln>
                          <a:noFill/>
                        </a:ln>
                        <a:solidFill>
                          <a:srgbClr val="000000"/>
                        </a:solidFill>
                        <a:effectLst/>
                        <a:uLnTx/>
                        <a:uFillTx/>
                        <a:latin typeface="Yu Gothic"/>
                        <a:ea typeface="Yu Gothic"/>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a:lnSpc>
                          <a:spcPct val="90000"/>
                        </a:lnSpc>
                        <a:buNone/>
                      </a:pPr>
                      <a:r>
                        <a:rPr lang="en-MY" sz="1200">
                          <a:latin typeface="+mn-ea"/>
                          <a:ea typeface="+mn-ea"/>
                          <a:cs typeface="Segoe UI" panose="020B0502040204020203" pitchFamily="34" charset="0"/>
                        </a:rPr>
                        <a:t>11–50</a:t>
                      </a:r>
                      <a:r>
                        <a:rPr lang="en-US" altLang="ja-TH" sz="1200" b="0" i="0" u="none" strike="noStrike">
                          <a:solidFill>
                            <a:srgbClr val="000000"/>
                          </a:solidFill>
                          <a:effectLst/>
                          <a:latin typeface="+mn-ea"/>
                          <a:ea typeface="+mn-ea"/>
                          <a:cs typeface="Segoe UI" panose="020B0502040204020203" pitchFamily="34" charset="0"/>
                        </a:rPr>
                        <a:t>名</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25645559"/>
                  </a:ext>
                </a:extLst>
              </a:tr>
              <a:tr h="190391">
                <a:tc vMerge="1">
                  <a:txBody>
                    <a:bodyPr/>
                    <a:lstStyle/>
                    <a:p>
                      <a:pPr algn="ctr"/>
                      <a:endParaRPr kumimoji="1" lang="ja-JP" altLang="en-US" sz="1200">
                        <a:solidFill>
                          <a:schemeClr val="bg1"/>
                        </a:solidFill>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hlinkClick r:id="rId20">
                            <a:extLst>
                              <a:ext uri="{A12FA001-AC4F-418D-AE19-62706E023703}">
                                <ahyp:hlinkClr xmlns:ahyp="http://schemas.microsoft.com/office/drawing/2018/hyperlinkcolor" val="tx"/>
                              </a:ext>
                            </a:extLst>
                          </a:hlinkClick>
                        </a:rPr>
                        <a:t>35. 3i Technologies</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ja-JP" altLang="en-US" sz="1200">
                          <a:latin typeface="+mn-ea"/>
                          <a:ea typeface="+mn-ea"/>
                        </a:rPr>
                        <a:t>ブーンレイウェイ</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MY" sz="1200">
                          <a:latin typeface="+mn-ea"/>
                          <a:ea typeface="+mn-ea"/>
                          <a:cs typeface="Segoe UI" panose="020B0502040204020203" pitchFamily="34" charset="0"/>
                        </a:rPr>
                        <a:t>11–50</a:t>
                      </a:r>
                      <a:r>
                        <a:rPr lang="en-US" altLang="ja-TH" sz="1200" b="0" i="0" u="none" strike="noStrike">
                          <a:solidFill>
                            <a:srgbClr val="000000"/>
                          </a:solidFill>
                          <a:effectLst/>
                          <a:latin typeface="+mn-ea"/>
                          <a:ea typeface="+mn-ea"/>
                          <a:cs typeface="Segoe UI" panose="020B0502040204020203" pitchFamily="34" charset="0"/>
                        </a:rPr>
                        <a:t>名</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2289886163"/>
                  </a:ext>
                </a:extLst>
              </a:tr>
              <a:tr h="190391">
                <a:tc vMerge="1">
                  <a:txBody>
                    <a:bodyPr/>
                    <a:lstStyle/>
                    <a:p>
                      <a:endParaRPr lang="en-MY"/>
                    </a:p>
                  </a:txBody>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hlinkClick r:id="rId21">
                            <a:extLst>
                              <a:ext uri="{A12FA001-AC4F-418D-AE19-62706E023703}">
                                <ahyp:hlinkClr xmlns:ahyp="http://schemas.microsoft.com/office/drawing/2018/hyperlinkcolor" val="tx"/>
                              </a:ext>
                            </a:extLst>
                          </a:hlinkClick>
                        </a:rPr>
                        <a:t>36. Forward Technologies</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ja-JP" altLang="en-US" sz="1200">
                          <a:latin typeface="+mn-ea"/>
                          <a:ea typeface="+mn-ea"/>
                        </a:rPr>
                        <a:t>アンモキオ</a:t>
                      </a:r>
                      <a:endParaRPr lang="en-MY" altLang="ja-TH"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a:lnSpc>
                          <a:spcPct val="90000"/>
                        </a:lnSpc>
                        <a:buNone/>
                      </a:pPr>
                      <a:r>
                        <a:rPr lang="en-MY" sz="1200">
                          <a:latin typeface="+mn-ea"/>
                          <a:ea typeface="+mn-ea"/>
                          <a:cs typeface="Segoe UI" panose="020B0502040204020203" pitchFamily="34" charset="0"/>
                        </a:rPr>
                        <a:t>11–50</a:t>
                      </a:r>
                      <a:r>
                        <a:rPr lang="en-US" altLang="ja-TH" sz="1200" b="0" i="0" u="none" strike="noStrike">
                          <a:solidFill>
                            <a:srgbClr val="000000"/>
                          </a:solidFill>
                          <a:effectLst/>
                          <a:latin typeface="+mn-ea"/>
                          <a:ea typeface="+mn-ea"/>
                          <a:cs typeface="Segoe UI" panose="020B0502040204020203" pitchFamily="34" charset="0"/>
                        </a:rPr>
                        <a:t>名</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29898819"/>
                  </a:ext>
                </a:extLst>
              </a:tr>
              <a:tr h="190391">
                <a:tc vMerge="1">
                  <a:txBody>
                    <a:bodyPr/>
                    <a:lstStyle/>
                    <a:p>
                      <a:pPr algn="ctr"/>
                      <a:endParaRPr kumimoji="1" lang="ja-JP" altLang="en-US" sz="1200">
                        <a:solidFill>
                          <a:schemeClr val="bg1"/>
                        </a:solidFill>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hlinkClick r:id="rId22">
                            <a:extLst>
                              <a:ext uri="{A12FA001-AC4F-418D-AE19-62706E023703}">
                                <ahyp:hlinkClr xmlns:ahyp="http://schemas.microsoft.com/office/drawing/2018/hyperlinkcolor" val="tx"/>
                              </a:ext>
                            </a:extLst>
                          </a:hlinkClick>
                        </a:rPr>
                        <a:t>37. APPTECH Services</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ja-JP" altLang="en-US" sz="1200">
                          <a:latin typeface="+mn-ea"/>
                          <a:ea typeface="+mn-ea"/>
                        </a:rPr>
                        <a:t>ガンバスクレセント</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90742253"/>
                  </a:ext>
                </a:extLst>
              </a:tr>
            </a:tbl>
          </a:graphicData>
        </a:graphic>
      </p:graphicFrame>
      <p:sp>
        <p:nvSpPr>
          <p:cNvPr id="6" name="Text 4">
            <a:extLst>
              <a:ext uri="{FF2B5EF4-FFF2-40B4-BE49-F238E27FC236}">
                <a16:creationId xmlns:a16="http://schemas.microsoft.com/office/drawing/2014/main" id="{676029FF-62EC-06FC-692D-C5341BDEA563}"/>
              </a:ext>
            </a:extLst>
          </p:cNvPr>
          <p:cNvSpPr/>
          <p:nvPr/>
        </p:nvSpPr>
        <p:spPr>
          <a:xfrm>
            <a:off x="334963" y="6089199"/>
            <a:ext cx="11466576" cy="275273"/>
          </a:xfrm>
          <a:prstGeom prst="rect">
            <a:avLst/>
          </a:prstGeom>
          <a:noFill/>
          <a:ln/>
        </p:spPr>
        <p:txBody>
          <a:bodyPr wrap="square" lIns="36000" tIns="0" rIns="36000" bIns="0" rtlCol="0" anchor="ctr"/>
          <a:lstStyle/>
          <a:p>
            <a:pPr marL="0" indent="0">
              <a:buNone/>
            </a:pPr>
            <a:r>
              <a:rPr lang="en-US" sz="1000" err="1">
                <a:solidFill>
                  <a:srgbClr val="000000"/>
                </a:solidFill>
                <a:latin typeface="+mn-ea"/>
                <a:cs typeface="Segoe UI" pitchFamily="34" charset="-120"/>
              </a:rPr>
              <a:t>出典</a:t>
            </a:r>
            <a:r>
              <a:rPr lang="en-US" sz="1000">
                <a:solidFill>
                  <a:srgbClr val="000000"/>
                </a:solidFill>
                <a:latin typeface="+mn-ea"/>
                <a:cs typeface="Segoe UI" pitchFamily="34" charset="-120"/>
              </a:rPr>
              <a:t>: </a:t>
            </a:r>
            <a:r>
              <a:rPr lang="en-US" sz="1000" err="1">
                <a:solidFill>
                  <a:srgbClr val="000000"/>
                </a:solidFill>
                <a:latin typeface="+mn-ea"/>
                <a:cs typeface="Segoe UI" pitchFamily="34" charset="-120"/>
              </a:rPr>
              <a:t>会社ウェブサイト</a:t>
            </a:r>
            <a:r>
              <a:rPr lang="en-US" sz="1000">
                <a:solidFill>
                  <a:srgbClr val="000000"/>
                </a:solidFill>
                <a:latin typeface="+mn-ea"/>
                <a:cs typeface="Segoe UI" pitchFamily="34" charset="-120"/>
              </a:rPr>
              <a:t>, LinkedIn</a:t>
            </a:r>
            <a:endParaRPr lang="en-US" sz="1000">
              <a:latin typeface="+mn-ea"/>
            </a:endParaRPr>
          </a:p>
        </p:txBody>
      </p:sp>
    </p:spTree>
    <p:extLst>
      <p:ext uri="{BB962C8B-B14F-4D97-AF65-F5344CB8AC3E}">
        <p14:creationId xmlns:p14="http://schemas.microsoft.com/office/powerpoint/2010/main" val="243606693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38A7E-67E8-A504-FEBB-CC1C86ECBAE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0CBF4CD-B9CB-8480-720D-E39EB03C7207}"/>
              </a:ext>
            </a:extLst>
          </p:cNvPr>
          <p:cNvSpPr/>
          <p:nvPr/>
        </p:nvSpPr>
        <p:spPr>
          <a:xfrm>
            <a:off x="0" y="932688"/>
            <a:ext cx="12191695" cy="0"/>
          </a:xfrm>
          <a:prstGeom prst="line">
            <a:avLst/>
          </a:prstGeom>
          <a:noFill/>
          <a:ln w="57150">
            <a:solidFill>
              <a:srgbClr val="293F55"/>
            </a:solidFill>
            <a:prstDash val="solid"/>
          </a:ln>
        </p:spPr>
        <p:txBody>
          <a:bodyPr/>
          <a:lstStyle/>
          <a:p>
            <a:endParaRPr lang="en-US"/>
          </a:p>
        </p:txBody>
      </p:sp>
      <p:sp>
        <p:nvSpPr>
          <p:cNvPr id="3" name="Shape 1">
            <a:extLst>
              <a:ext uri="{FF2B5EF4-FFF2-40B4-BE49-F238E27FC236}">
                <a16:creationId xmlns:a16="http://schemas.microsoft.com/office/drawing/2014/main" id="{67487386-022D-7AEB-8744-32FA41A10461}"/>
              </a:ext>
            </a:extLst>
          </p:cNvPr>
          <p:cNvSpPr/>
          <p:nvPr/>
        </p:nvSpPr>
        <p:spPr>
          <a:xfrm>
            <a:off x="0" y="1005840"/>
            <a:ext cx="12191695" cy="0"/>
          </a:xfrm>
          <a:prstGeom prst="line">
            <a:avLst/>
          </a:prstGeom>
          <a:noFill/>
          <a:ln w="28575">
            <a:solidFill>
              <a:srgbClr val="293F55"/>
            </a:solidFill>
            <a:prstDash val="solid"/>
          </a:ln>
        </p:spPr>
        <p:txBody>
          <a:bodyPr/>
          <a:lstStyle/>
          <a:p>
            <a:endParaRPr lang="en-US"/>
          </a:p>
        </p:txBody>
      </p:sp>
      <p:sp>
        <p:nvSpPr>
          <p:cNvPr id="4" name="Shape 2">
            <a:extLst>
              <a:ext uri="{FF2B5EF4-FFF2-40B4-BE49-F238E27FC236}">
                <a16:creationId xmlns:a16="http://schemas.microsoft.com/office/drawing/2014/main" id="{16E470F4-1125-E08E-B9AE-0087C3FA933A}"/>
              </a:ext>
            </a:extLst>
          </p:cNvPr>
          <p:cNvSpPr/>
          <p:nvPr/>
        </p:nvSpPr>
        <p:spPr>
          <a:xfrm>
            <a:off x="0" y="6620256"/>
            <a:ext cx="12191695" cy="0"/>
          </a:xfrm>
          <a:prstGeom prst="line">
            <a:avLst/>
          </a:prstGeom>
          <a:noFill/>
          <a:ln w="28575">
            <a:solidFill>
              <a:srgbClr val="293F55"/>
            </a:solidFill>
            <a:prstDash val="solid"/>
          </a:ln>
        </p:spPr>
        <p:txBody>
          <a:bodyPr/>
          <a:lstStyle/>
          <a:p>
            <a:endParaRPr lang="en-US"/>
          </a:p>
        </p:txBody>
      </p:sp>
      <p:sp>
        <p:nvSpPr>
          <p:cNvPr id="5" name="Text 3">
            <a:extLst>
              <a:ext uri="{FF2B5EF4-FFF2-40B4-BE49-F238E27FC236}">
                <a16:creationId xmlns:a16="http://schemas.microsoft.com/office/drawing/2014/main" id="{7EEAC9F9-0FD0-BCC2-AF5C-E6DA67B39CE6}"/>
              </a:ext>
            </a:extLst>
          </p:cNvPr>
          <p:cNvSpPr/>
          <p:nvPr/>
        </p:nvSpPr>
        <p:spPr>
          <a:xfrm>
            <a:off x="347470" y="64008"/>
            <a:ext cx="11509567" cy="822960"/>
          </a:xfrm>
          <a:prstGeom prst="rect">
            <a:avLst/>
          </a:prstGeom>
          <a:noFill/>
          <a:ln/>
        </p:spPr>
        <p:txBody>
          <a:bodyPr wrap="square" lIns="0" rIns="0" rtlCol="0" anchor="b"/>
          <a:lstStyle/>
          <a:p>
            <a:r>
              <a:rPr lang="ja-JP" altLang="en-US" sz="2400">
                <a:latin typeface="+mj-ea"/>
                <a:ea typeface="+mj-ea"/>
                <a:cs typeface="Segoe UI" panose="020B0502040204020203" pitchFamily="34" charset="0"/>
              </a:rPr>
              <a:t>ターゲットリスト </a:t>
            </a:r>
            <a:r>
              <a:rPr lang="en-US" altLang="ja-JP" sz="2400">
                <a:latin typeface="+mj-ea"/>
                <a:ea typeface="+mj-ea"/>
                <a:cs typeface="Segoe UI" panose="020B0502040204020203" pitchFamily="34" charset="0"/>
              </a:rPr>
              <a:t>– </a:t>
            </a:r>
            <a:r>
              <a:rPr lang="ja-JP" altLang="en-US" sz="2400">
                <a:latin typeface="+mj-ea"/>
                <a:ea typeface="+mj-ea"/>
                <a:cs typeface="Segoe UI" panose="020B0502040204020203" pitchFamily="34" charset="0"/>
              </a:rPr>
              <a:t>東南アジアにおけるセキュリティ製品の</a:t>
            </a:r>
            <a:r>
              <a:rPr lang="ja-TH" altLang="en-US" sz="2400">
                <a:latin typeface="+mj-ea"/>
                <a:ea typeface="+mj-ea"/>
                <a:cs typeface="Segoe UI" panose="020B0502040204020203" pitchFamily="34" charset="0"/>
              </a:rPr>
              <a:t>販売代理店および</a:t>
            </a:r>
            <a:endParaRPr lang="en-US" altLang="ja-TH" sz="2400">
              <a:latin typeface="+mj-ea"/>
              <a:ea typeface="+mj-ea"/>
              <a:cs typeface="Segoe UI" panose="020B0502040204020203" pitchFamily="34" charset="0"/>
            </a:endParaRPr>
          </a:p>
          <a:p>
            <a:r>
              <a:rPr lang="ja-JP" altLang="en-US" sz="2400">
                <a:latin typeface="+mj-ea"/>
                <a:ea typeface="+mj-ea"/>
                <a:cs typeface="Segoe UI" panose="020B0502040204020203" pitchFamily="34" charset="0"/>
              </a:rPr>
              <a:t>システムインテグレーター（</a:t>
            </a:r>
            <a:r>
              <a:rPr lang="en-US" altLang="ja-JP" sz="2400">
                <a:latin typeface="+mj-ea"/>
                <a:ea typeface="+mj-ea"/>
                <a:cs typeface="Segoe UI" panose="020B0502040204020203" pitchFamily="34" charset="0"/>
              </a:rPr>
              <a:t>3/4</a:t>
            </a:r>
            <a:r>
              <a:rPr lang="ja-JP" altLang="en-US" sz="2400">
                <a:latin typeface="+mj-ea"/>
                <a:ea typeface="+mj-ea"/>
                <a:cs typeface="Segoe UI" panose="020B0502040204020203" pitchFamily="34" charset="0"/>
              </a:rPr>
              <a:t>）</a:t>
            </a:r>
            <a:endParaRPr lang="en-US" altLang="ja-TH" sz="2400">
              <a:latin typeface="+mj-ea"/>
              <a:ea typeface="+mj-ea"/>
              <a:cs typeface="Segoe UI" panose="020B0502040204020203" pitchFamily="34" charset="0"/>
            </a:endParaRPr>
          </a:p>
        </p:txBody>
      </p:sp>
      <p:graphicFrame>
        <p:nvGraphicFramePr>
          <p:cNvPr id="8" name="Table 0">
            <a:extLst>
              <a:ext uri="{FF2B5EF4-FFF2-40B4-BE49-F238E27FC236}">
                <a16:creationId xmlns:a16="http://schemas.microsoft.com/office/drawing/2014/main" id="{DB15C663-847F-2DB8-AF20-10E7B6EC3BD3}"/>
              </a:ext>
            </a:extLst>
          </p:cNvPr>
          <p:cNvGraphicFramePr>
            <a:graphicFrameLocks noGrp="1"/>
          </p:cNvGraphicFramePr>
          <p:nvPr>
            <p:extLst>
              <p:ext uri="{D42A27DB-BD31-4B8C-83A1-F6EECF244321}">
                <p14:modId xmlns:p14="http://schemas.microsoft.com/office/powerpoint/2010/main" val="139999975"/>
              </p:ext>
            </p:extLst>
          </p:nvPr>
        </p:nvGraphicFramePr>
        <p:xfrm>
          <a:off x="338328" y="1326361"/>
          <a:ext cx="11565958" cy="4535626"/>
        </p:xfrm>
        <a:graphic>
          <a:graphicData uri="http://schemas.openxmlformats.org/drawingml/2006/table">
            <a:tbl>
              <a:tblPr/>
              <a:tblGrid>
                <a:gridCol w="878015">
                  <a:extLst>
                    <a:ext uri="{9D8B030D-6E8A-4147-A177-3AD203B41FA5}">
                      <a16:colId xmlns:a16="http://schemas.microsoft.com/office/drawing/2014/main" val="2085829203"/>
                    </a:ext>
                  </a:extLst>
                </a:gridCol>
                <a:gridCol w="2186248">
                  <a:extLst>
                    <a:ext uri="{9D8B030D-6E8A-4147-A177-3AD203B41FA5}">
                      <a16:colId xmlns:a16="http://schemas.microsoft.com/office/drawing/2014/main" val="20000"/>
                    </a:ext>
                  </a:extLst>
                </a:gridCol>
                <a:gridCol w="1487615">
                  <a:extLst>
                    <a:ext uri="{9D8B030D-6E8A-4147-A177-3AD203B41FA5}">
                      <a16:colId xmlns:a16="http://schemas.microsoft.com/office/drawing/2014/main" val="20001"/>
                    </a:ext>
                  </a:extLst>
                </a:gridCol>
                <a:gridCol w="582706">
                  <a:extLst>
                    <a:ext uri="{9D8B030D-6E8A-4147-A177-3AD203B41FA5}">
                      <a16:colId xmlns:a16="http://schemas.microsoft.com/office/drawing/2014/main" val="516877996"/>
                    </a:ext>
                  </a:extLst>
                </a:gridCol>
                <a:gridCol w="828476">
                  <a:extLst>
                    <a:ext uri="{9D8B030D-6E8A-4147-A177-3AD203B41FA5}">
                      <a16:colId xmlns:a16="http://schemas.microsoft.com/office/drawing/2014/main" val="2458966576"/>
                    </a:ext>
                  </a:extLst>
                </a:gridCol>
                <a:gridCol w="828476">
                  <a:extLst>
                    <a:ext uri="{9D8B030D-6E8A-4147-A177-3AD203B41FA5}">
                      <a16:colId xmlns:a16="http://schemas.microsoft.com/office/drawing/2014/main" val="2025135890"/>
                    </a:ext>
                  </a:extLst>
                </a:gridCol>
                <a:gridCol w="828476">
                  <a:extLst>
                    <a:ext uri="{9D8B030D-6E8A-4147-A177-3AD203B41FA5}">
                      <a16:colId xmlns:a16="http://schemas.microsoft.com/office/drawing/2014/main" val="125686924"/>
                    </a:ext>
                  </a:extLst>
                </a:gridCol>
                <a:gridCol w="1158637">
                  <a:extLst>
                    <a:ext uri="{9D8B030D-6E8A-4147-A177-3AD203B41FA5}">
                      <a16:colId xmlns:a16="http://schemas.microsoft.com/office/drawing/2014/main" val="942536749"/>
                    </a:ext>
                  </a:extLst>
                </a:gridCol>
                <a:gridCol w="929103">
                  <a:extLst>
                    <a:ext uri="{9D8B030D-6E8A-4147-A177-3AD203B41FA5}">
                      <a16:colId xmlns:a16="http://schemas.microsoft.com/office/drawing/2014/main" val="20002"/>
                    </a:ext>
                  </a:extLst>
                </a:gridCol>
                <a:gridCol w="929103">
                  <a:extLst>
                    <a:ext uri="{9D8B030D-6E8A-4147-A177-3AD203B41FA5}">
                      <a16:colId xmlns:a16="http://schemas.microsoft.com/office/drawing/2014/main" val="20003"/>
                    </a:ext>
                  </a:extLst>
                </a:gridCol>
                <a:gridCol w="929103">
                  <a:extLst>
                    <a:ext uri="{9D8B030D-6E8A-4147-A177-3AD203B41FA5}">
                      <a16:colId xmlns:a16="http://schemas.microsoft.com/office/drawing/2014/main" val="20004"/>
                    </a:ext>
                  </a:extLst>
                </a:gridCol>
              </a:tblGrid>
              <a:tr h="227024">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rowSpan="2">
                  <a:txBody>
                    <a:bodyPr/>
                    <a:lstStyle/>
                    <a:p>
                      <a:pPr marL="0" indent="0" algn="ctr">
                        <a:lnSpc>
                          <a:spcPct val="90000"/>
                        </a:lnSpc>
                        <a:buNone/>
                      </a:pPr>
                      <a:r>
                        <a:rPr lang="en-US" sz="1200" err="1">
                          <a:solidFill>
                            <a:srgbClr val="FFFFFF"/>
                          </a:solidFill>
                          <a:latin typeface="+mn-ea"/>
                          <a:ea typeface="+mn-ea"/>
                          <a:cs typeface="Segoe UI" panose="020B0502040204020203" pitchFamily="34" charset="0"/>
                        </a:rPr>
                        <a:t>本社</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indent="0" algn="ctr">
                        <a:lnSpc>
                          <a:spcPct val="90000"/>
                        </a:lnSpc>
                        <a:buNone/>
                      </a:pPr>
                      <a:r>
                        <a:rPr lang="en-US" sz="1200" err="1">
                          <a:solidFill>
                            <a:schemeClr val="bg1"/>
                          </a:solidFill>
                          <a:latin typeface="+mn-ea"/>
                          <a:ea typeface="+mn-ea"/>
                          <a:cs typeface="Segoe UI" panose="020B0502040204020203" pitchFamily="34" charset="0"/>
                        </a:rPr>
                        <a:t>販売</a:t>
                      </a:r>
                      <a:endParaRPr lang="en-US" sz="1200">
                        <a:solidFill>
                          <a:schemeClr val="bg1"/>
                        </a:solidFill>
                        <a:latin typeface="+mn-ea"/>
                        <a:ea typeface="+mn-ea"/>
                        <a:cs typeface="Segoe UI" panose="020B0502040204020203" pitchFamily="34" charset="0"/>
                      </a:endParaRPr>
                    </a:p>
                    <a:p>
                      <a:pPr marL="0" indent="0" algn="ctr">
                        <a:lnSpc>
                          <a:spcPct val="90000"/>
                        </a:lnSpc>
                        <a:buNone/>
                      </a:pPr>
                      <a:r>
                        <a:rPr lang="en-US" sz="1200" err="1">
                          <a:solidFill>
                            <a:schemeClr val="bg1"/>
                          </a:solidFill>
                          <a:latin typeface="+mn-ea"/>
                          <a:ea typeface="+mn-ea"/>
                          <a:cs typeface="Segoe UI" panose="020B0502040204020203" pitchFamily="34" charset="0"/>
                        </a:rPr>
                        <a:t>代理店</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indent="0" algn="ctr">
                        <a:lnSpc>
                          <a:spcPct val="90000"/>
                        </a:lnSpc>
                        <a:buNone/>
                      </a:pPr>
                      <a:r>
                        <a:rPr lang="ja-JP" altLang="en-US" sz="1200">
                          <a:solidFill>
                            <a:schemeClr val="bg1"/>
                          </a:solidFill>
                          <a:latin typeface="+mn-ea"/>
                          <a:ea typeface="+mn-ea"/>
                          <a:cs typeface="Segoe UI" panose="020B0502040204020203" pitchFamily="34" charset="0"/>
                        </a:rPr>
                        <a:t>システムインテグレーター</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indent="0" algn="ctr">
                        <a:lnSpc>
                          <a:spcPct val="90000"/>
                        </a:lnSpc>
                        <a:buNone/>
                      </a:pPr>
                      <a:r>
                        <a:rPr lang="en-US" sz="1200" err="1">
                          <a:solidFill>
                            <a:schemeClr val="bg1"/>
                          </a:solidFill>
                          <a:latin typeface="+mn-ea"/>
                          <a:ea typeface="+mn-ea"/>
                          <a:cs typeface="Segoe UI" panose="020B0502040204020203" pitchFamily="34" charset="0"/>
                        </a:rPr>
                        <a:t>従業員数</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200" err="1">
                          <a:solidFill>
                            <a:schemeClr val="bg1"/>
                          </a:solidFill>
                          <a:latin typeface="+mn-ea"/>
                          <a:ea typeface="+mn-ea"/>
                          <a:cs typeface="Segoe UI" panose="020B0502040204020203" pitchFamily="34" charset="0"/>
                        </a:rPr>
                        <a:t>売上</a:t>
                      </a:r>
                      <a:endParaRPr lang="en-US" sz="1200">
                        <a:solidFill>
                          <a:schemeClr val="bg1"/>
                        </a:solidFill>
                        <a:latin typeface="+mn-ea"/>
                        <a:ea typeface="+mn-ea"/>
                        <a:cs typeface="Segoe UI" panose="020B0502040204020203" pitchFamily="34" charset="0"/>
                      </a:endParaRPr>
                    </a:p>
                    <a:p>
                      <a:pPr marL="0" marR="0" lvl="0" indent="0" algn="ctr" defTabSz="914400" rtl="0" eaLnBrk="1" fontAlgn="auto" latinLnBrk="0" hangingPunct="1">
                        <a:lnSpc>
                          <a:spcPct val="90000"/>
                        </a:lnSpc>
                        <a:spcBef>
                          <a:spcPts val="0"/>
                        </a:spcBef>
                        <a:spcAft>
                          <a:spcPts val="0"/>
                        </a:spcAft>
                        <a:buClrTx/>
                        <a:buSzTx/>
                        <a:buFontTx/>
                        <a:buNone/>
                        <a:tabLst/>
                        <a:defRPr/>
                      </a:pPr>
                      <a:r>
                        <a:rPr lang="en-US" sz="1200">
                          <a:solidFill>
                            <a:schemeClr val="bg1"/>
                          </a:solidFill>
                          <a:latin typeface="+mn-ea"/>
                          <a:ea typeface="+mn-ea"/>
                          <a:cs typeface="Segoe UI" panose="020B0502040204020203" pitchFamily="34" charset="0"/>
                        </a:rPr>
                        <a:t>(</a:t>
                      </a:r>
                      <a:r>
                        <a:rPr lang="en-US" sz="1200" err="1">
                          <a:solidFill>
                            <a:schemeClr val="bg1"/>
                          </a:solidFill>
                          <a:latin typeface="+mn-ea"/>
                          <a:ea typeface="+mn-ea"/>
                          <a:cs typeface="Segoe UI" panose="020B0502040204020203" pitchFamily="34" charset="0"/>
                        </a:rPr>
                        <a:t>億円</a:t>
                      </a:r>
                      <a:r>
                        <a:rPr lang="en-US" sz="1200">
                          <a:solidFill>
                            <a:schemeClr val="bg1"/>
                          </a:solidFill>
                          <a:latin typeface="+mn-ea"/>
                          <a:ea typeface="+mn-ea"/>
                          <a:cs typeface="Segoe UI" panose="020B0502040204020203" pitchFamily="34" charset="0"/>
                        </a:rPr>
                        <a:t>)</a:t>
                      </a: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ja-JP" altLang="en-US" sz="1200">
                          <a:solidFill>
                            <a:schemeClr val="bg1"/>
                          </a:solidFill>
                          <a:latin typeface="+mn-ea"/>
                          <a:ea typeface="+mn-ea"/>
                          <a:cs typeface="Segoe UI" panose="020B0502040204020203" pitchFamily="34" charset="0"/>
                        </a:rPr>
                        <a:t>データセンター</a:t>
                      </a:r>
                      <a:endParaRPr lang="en-US" altLang="ja-JP" sz="1200">
                        <a:solidFill>
                          <a:schemeClr val="bg1"/>
                        </a:solidFill>
                        <a:latin typeface="+mn-ea"/>
                        <a:ea typeface="+mn-ea"/>
                        <a:cs typeface="Segoe UI" panose="020B0502040204020203" pitchFamily="34" charset="0"/>
                      </a:endParaRPr>
                    </a:p>
                    <a:p>
                      <a:pPr marL="0" marR="0" lvl="0" indent="0" algn="ctr" defTabSz="914400" rtl="0" eaLnBrk="1" fontAlgn="auto" latinLnBrk="0" hangingPunct="1">
                        <a:lnSpc>
                          <a:spcPct val="90000"/>
                        </a:lnSpc>
                        <a:spcBef>
                          <a:spcPts val="0"/>
                        </a:spcBef>
                        <a:spcAft>
                          <a:spcPts val="0"/>
                        </a:spcAft>
                        <a:buClrTx/>
                        <a:buSzTx/>
                        <a:buFontTx/>
                        <a:buNone/>
                        <a:tabLst/>
                        <a:defRPr/>
                      </a:pPr>
                      <a:r>
                        <a:rPr lang="ja-JP" altLang="en-US" sz="1200">
                          <a:solidFill>
                            <a:schemeClr val="bg1"/>
                          </a:solidFill>
                          <a:latin typeface="+mn-ea"/>
                          <a:ea typeface="+mn-ea"/>
                          <a:cs typeface="Segoe UI" panose="020B0502040204020203" pitchFamily="34" charset="0"/>
                        </a:rPr>
                        <a:t>顧客</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gridSpan="3">
                  <a:txBody>
                    <a:bodyPr/>
                    <a:lstStyle/>
                    <a:p>
                      <a:pPr marL="0" indent="0" algn="ctr">
                        <a:lnSpc>
                          <a:spcPct val="90000"/>
                        </a:lnSpc>
                        <a:buNone/>
                      </a:pPr>
                      <a:r>
                        <a:rPr lang="ja-TH" altLang="en-US" sz="1200">
                          <a:solidFill>
                            <a:srgbClr val="FFFFFF"/>
                          </a:solidFill>
                          <a:latin typeface="+mn-ea"/>
                          <a:ea typeface="+mn-ea"/>
                          <a:cs typeface="Segoe UI" panose="020B0502040204020203" pitchFamily="34" charset="0"/>
                        </a:rPr>
                        <a:t>製</a:t>
                      </a:r>
                      <a:r>
                        <a:rPr lang="ja-JP" altLang="en-US" sz="1200">
                          <a:solidFill>
                            <a:srgbClr val="FFFFFF"/>
                          </a:solidFill>
                          <a:latin typeface="+mn-ea"/>
                          <a:ea typeface="+mn-ea"/>
                          <a:cs typeface="Segoe UI" panose="020B0502040204020203" pitchFamily="34" charset="0"/>
                        </a:rPr>
                        <a:t>品</a:t>
                      </a:r>
                      <a:r>
                        <a:rPr lang="en-US" altLang="ja-JP" sz="1200">
                          <a:solidFill>
                            <a:srgbClr val="FFFFFF"/>
                          </a:solidFill>
                          <a:latin typeface="+mn-ea"/>
                          <a:ea typeface="+mn-ea"/>
                          <a:cs typeface="Segoe UI" panose="020B0502040204020203" pitchFamily="34" charset="0"/>
                        </a:rPr>
                        <a:t>/</a:t>
                      </a:r>
                      <a:r>
                        <a:rPr lang="ja-JP" altLang="en-US" sz="1200">
                          <a:solidFill>
                            <a:srgbClr val="FFFFFF"/>
                          </a:solidFill>
                          <a:latin typeface="+mn-ea"/>
                          <a:ea typeface="+mn-ea"/>
                          <a:cs typeface="Segoe UI" panose="020B0502040204020203" pitchFamily="34" charset="0"/>
                        </a:rPr>
                        <a:t>サービス</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1524A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76218">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vMerge="1">
                  <a:txBody>
                    <a:bodyPr/>
                    <a:lstStyle/>
                    <a:p>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vMerge="1">
                  <a:txBody>
                    <a:bodyPr/>
                    <a:lstStyle/>
                    <a:p>
                      <a:endParaRPr lang="en-MY"/>
                    </a:p>
                  </a:txBody>
                  <a:tcPr/>
                </a:tc>
                <a:tc vMerge="1">
                  <a:txBody>
                    <a:bodyPr/>
                    <a:lstStyle/>
                    <a:p>
                      <a:endParaRPr lang="en-MY"/>
                    </a:p>
                  </a:txBody>
                  <a:tcPr/>
                </a:tc>
                <a:tc vMerge="1">
                  <a:txBody>
                    <a:bodyPr/>
                    <a:lstStyle/>
                    <a:p>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vMerge="1">
                  <a:txBody>
                    <a:bodyPr/>
                    <a:lstStyle/>
                    <a:p>
                      <a:endParaRPr lang="en-MY"/>
                    </a:p>
                  </a:txBody>
                  <a:tcPr/>
                </a:tc>
                <a:tc vMerge="1">
                  <a:txBody>
                    <a:bodyPr/>
                    <a:lstStyle/>
                    <a:p>
                      <a:endParaRPr lang="en-MY"/>
                    </a:p>
                  </a:txBody>
                  <a:tcPr/>
                </a:tc>
                <a:tc>
                  <a:txBody>
                    <a:bodyPr/>
                    <a:lstStyle/>
                    <a:p>
                      <a:pPr marL="0" indent="0" algn="ctr">
                        <a:lnSpc>
                          <a:spcPct val="90000"/>
                        </a:lnSpc>
                        <a:buNone/>
                      </a:pPr>
                      <a:r>
                        <a:rPr lang="ja-JP" altLang="en-US" sz="1200">
                          <a:solidFill>
                            <a:schemeClr val="bg1"/>
                          </a:solidFill>
                          <a:latin typeface="+mn-ea"/>
                          <a:ea typeface="+mn-ea"/>
                          <a:cs typeface="Segoe UI" panose="020B0502040204020203" pitchFamily="34" charset="0"/>
                        </a:rPr>
                        <a:t>監視</a:t>
                      </a:r>
                      <a:endParaRPr lang="en-US" altLang="ja-JP" sz="1200">
                        <a:solidFill>
                          <a:schemeClr val="bg1"/>
                        </a:solidFill>
                        <a:latin typeface="+mn-ea"/>
                        <a:ea typeface="+mn-ea"/>
                        <a:cs typeface="Segoe UI" panose="020B0502040204020203" pitchFamily="34" charset="0"/>
                      </a:endParaRPr>
                    </a:p>
                    <a:p>
                      <a:pPr marL="0" indent="0" algn="ctr">
                        <a:lnSpc>
                          <a:spcPct val="90000"/>
                        </a:lnSpc>
                        <a:buNone/>
                      </a:pPr>
                      <a:r>
                        <a:rPr lang="ja-JP" altLang="en-US" sz="1200">
                          <a:solidFill>
                            <a:schemeClr val="bg1"/>
                          </a:solidFill>
                          <a:latin typeface="+mn-ea"/>
                          <a:ea typeface="+mn-ea"/>
                          <a:cs typeface="Segoe UI" panose="020B0502040204020203" pitchFamily="34" charset="0"/>
                        </a:rPr>
                        <a:t>システム</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7FFF"/>
                    </a:solidFill>
                  </a:tcPr>
                </a:tc>
                <a:tc>
                  <a:txBody>
                    <a:bodyPr/>
                    <a:lstStyle/>
                    <a:p>
                      <a:pPr marL="0" indent="0" algn="ctr">
                        <a:lnSpc>
                          <a:spcPct val="90000"/>
                        </a:lnSpc>
                        <a:buNone/>
                      </a:pPr>
                      <a:r>
                        <a:rPr lang="ja-JP" altLang="en-US" sz="1200">
                          <a:solidFill>
                            <a:srgbClr val="FFFFFF"/>
                          </a:solidFill>
                          <a:latin typeface="+mn-ea"/>
                          <a:ea typeface="+mn-ea"/>
                          <a:cs typeface="Segoe UI" panose="020B0502040204020203" pitchFamily="34" charset="0"/>
                        </a:rPr>
                        <a:t>アクセス</a:t>
                      </a:r>
                      <a:endParaRPr lang="en-US" altLang="ja-JP" sz="1200">
                        <a:solidFill>
                          <a:srgbClr val="FFFFFF"/>
                        </a:solidFill>
                        <a:latin typeface="+mn-ea"/>
                        <a:ea typeface="+mn-ea"/>
                        <a:cs typeface="Segoe UI" panose="020B0502040204020203" pitchFamily="34" charset="0"/>
                      </a:endParaRPr>
                    </a:p>
                    <a:p>
                      <a:pPr marL="0" indent="0" algn="ctr">
                        <a:lnSpc>
                          <a:spcPct val="90000"/>
                        </a:lnSpc>
                        <a:buNone/>
                      </a:pPr>
                      <a:r>
                        <a:rPr lang="ja-JP" altLang="en-US" sz="1200">
                          <a:solidFill>
                            <a:srgbClr val="FFFFFF"/>
                          </a:solidFill>
                          <a:latin typeface="+mn-ea"/>
                          <a:ea typeface="+mn-ea"/>
                          <a:cs typeface="Segoe UI" panose="020B0502040204020203" pitchFamily="34" charset="0"/>
                        </a:rPr>
                        <a:t>制御</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7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ja-JP" altLang="en-US" sz="1200">
                          <a:solidFill>
                            <a:srgbClr val="FFFFFF"/>
                          </a:solidFill>
                          <a:latin typeface="+mn-ea"/>
                          <a:ea typeface="+mn-ea"/>
                          <a:cs typeface="Segoe UI" panose="020B0502040204020203" pitchFamily="34" charset="0"/>
                        </a:rPr>
                        <a:t>データ</a:t>
                      </a:r>
                      <a:r>
                        <a:rPr lang="en-US" altLang="ja-JP" sz="1200">
                          <a:solidFill>
                            <a:srgbClr val="FFFFFF"/>
                          </a:solidFill>
                          <a:latin typeface="+mn-ea"/>
                          <a:ea typeface="+mn-ea"/>
                          <a:cs typeface="Segoe UI" panose="020B0502040204020203" pitchFamily="34" charset="0"/>
                        </a:rPr>
                        <a:t>/</a:t>
                      </a:r>
                      <a:r>
                        <a:rPr lang="ja-JP" altLang="en-US" sz="1200">
                          <a:solidFill>
                            <a:srgbClr val="FFFFFF"/>
                          </a:solidFill>
                          <a:latin typeface="+mn-ea"/>
                          <a:ea typeface="+mn-ea"/>
                          <a:cs typeface="Segoe UI" panose="020B0502040204020203" pitchFamily="34" charset="0"/>
                        </a:rPr>
                        <a:t>ネットワークサービス</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7FFF"/>
                    </a:solidFill>
                  </a:tcPr>
                </a:tc>
                <a:extLst>
                  <a:ext uri="{0D108BD9-81ED-4DB2-BD59-A6C34878D82A}">
                    <a16:rowId xmlns:a16="http://schemas.microsoft.com/office/drawing/2014/main" val="10001"/>
                  </a:ext>
                </a:extLst>
              </a:tr>
              <a:tr h="227024">
                <a:tc rowSpan="8">
                  <a:txBody>
                    <a:bodyPr/>
                    <a:lstStyle/>
                    <a:p>
                      <a:pPr marL="0" indent="0" algn="ctr" fontAlgn="b">
                        <a:lnSpc>
                          <a:spcPct val="90000"/>
                        </a:lnSpc>
                        <a:buNone/>
                      </a:pPr>
                      <a:r>
                        <a:rPr lang="en-SG" sz="1200" b="0" i="0" u="none" strike="noStrike" err="1">
                          <a:solidFill>
                            <a:schemeClr val="bg1"/>
                          </a:solidFill>
                          <a:effectLst/>
                          <a:latin typeface="+mn-ea"/>
                          <a:ea typeface="+mn-ea"/>
                          <a:cs typeface="Segoe UI" panose="020B0502040204020203" pitchFamily="34" charset="0"/>
                        </a:rPr>
                        <a:t>マレーシア</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marL="0" indent="0" algn="l" fontAlgn="b">
                        <a:lnSpc>
                          <a:spcPct val="90000"/>
                        </a:lnSpc>
                        <a:buNone/>
                      </a:pPr>
                      <a:r>
                        <a:rPr lang="en-SG" sz="1200" b="0" i="0" u="none" strike="noStrike">
                          <a:solidFill>
                            <a:schemeClr val="bg1"/>
                          </a:solidFill>
                          <a:effectLst/>
                          <a:latin typeface="+mn-ea"/>
                          <a:ea typeface="+mn-ea"/>
                          <a:cs typeface="Segoe UI" panose="020B0502040204020203" pitchFamily="34" charset="0"/>
                          <a:hlinkClick r:id="rId3">
                            <a:extLst>
                              <a:ext uri="{A12FA001-AC4F-418D-AE19-62706E023703}">
                                <ahyp:hlinkClr xmlns:ahyp="http://schemas.microsoft.com/office/drawing/2018/hyperlinkcolor" val="tx"/>
                              </a:ext>
                            </a:extLst>
                          </a:hlinkClick>
                        </a:rPr>
                        <a:t>38. </a:t>
                      </a:r>
                      <a:r>
                        <a:rPr lang="en-SG" sz="1200" b="0" i="0" u="none" strike="noStrike" err="1">
                          <a:solidFill>
                            <a:schemeClr val="bg1"/>
                          </a:solidFill>
                          <a:effectLst/>
                          <a:latin typeface="+mn-ea"/>
                          <a:ea typeface="+mn-ea"/>
                          <a:cs typeface="Segoe UI" panose="020B0502040204020203" pitchFamily="34" charset="0"/>
                          <a:hlinkClick r:id="rId3">
                            <a:extLst>
                              <a:ext uri="{A12FA001-AC4F-418D-AE19-62706E023703}">
                                <ahyp:hlinkClr xmlns:ahyp="http://schemas.microsoft.com/office/drawing/2018/hyperlinkcolor" val="tx"/>
                              </a:ext>
                            </a:extLst>
                          </a:hlinkClick>
                        </a:rPr>
                        <a:t>Inspilogix</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kumimoji="1" lang="en-US" sz="1200" b="0" i="0" u="none" strike="noStrike" kern="1200" cap="none" spc="0" normalizeH="0" baseline="0" noProof="0" dirty="0">
                          <a:ln>
                            <a:noFill/>
                          </a:ln>
                          <a:solidFill>
                            <a:srgbClr val="FF0000"/>
                          </a:solidFill>
                          <a:effectLst/>
                          <a:uLnTx/>
                          <a:uFillTx/>
                          <a:latin typeface="Yu Gothic"/>
                          <a:ea typeface="Yu Gothic"/>
                          <a:cs typeface="Segoe UI" panose="020B0502040204020203" pitchFamily="34" charset="0"/>
                        </a:rPr>
                        <a:t>Kuala Lumpur</a:t>
                      </a:r>
                      <a:endParaRPr lang="en-MY" sz="1200" dirty="0">
                        <a:solidFill>
                          <a:srgbClr val="FF0000"/>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pPr>
                      <a:r>
                        <a:rPr lang="en-SG" sz="1200" b="0" i="0" u="none" strike="noStrike">
                          <a:solidFill>
                            <a:schemeClr val="tx1"/>
                          </a:solidFill>
                          <a:effectLst/>
                          <a:latin typeface="+mn-ea"/>
                          <a:ea typeface="+mn-ea"/>
                          <a:cs typeface="Segoe UI" panose="020B0502040204020203" pitchFamily="34" charset="0"/>
                        </a:rPr>
                        <a:t>20名</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pPr>
                      <a:r>
                        <a:rPr lang="en-SG" sz="1200" b="0" i="0" u="none" strike="noStrike">
                          <a:solidFill>
                            <a:srgbClr val="000000"/>
                          </a:solidFill>
                          <a:effectLst/>
                          <a:latin typeface="+mn-ea"/>
                          <a:ea typeface="+mn-ea"/>
                          <a:cs typeface="Segoe UI" panose="020B0502040204020203" pitchFamily="34" charset="0"/>
                        </a:rPr>
                        <a:t>2.8</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1771224268"/>
                  </a:ext>
                </a:extLst>
              </a:tr>
              <a:tr h="227024">
                <a:tc vMerge="1">
                  <a:txBody>
                    <a:bodyPr/>
                    <a:lstStyle/>
                    <a:p>
                      <a:pPr algn="l" fontAlgn="b"/>
                      <a:endParaRPr lang="en-SG" sz="1400" b="0" i="0" u="none" strike="noStrike">
                        <a:solidFill>
                          <a:schemeClr val="bg1"/>
                        </a:solidFill>
                        <a:effectLst/>
                        <a:latin typeface="Segoe UI" panose="020B0502040204020203" pitchFamily="34" charset="0"/>
                        <a:cs typeface="Segoe UI" panose="020B0502040204020203" pitchFamily="34"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hlinkClick r:id="rId4">
                            <a:extLst>
                              <a:ext uri="{A12FA001-AC4F-418D-AE19-62706E023703}">
                                <ahyp:hlinkClr xmlns:ahyp="http://schemas.microsoft.com/office/drawing/2018/hyperlinkcolor" val="tx"/>
                              </a:ext>
                            </a:extLst>
                          </a:hlinkClick>
                        </a:rPr>
                        <a:t>39. </a:t>
                      </a:r>
                      <a:r>
                        <a:rPr lang="en-SG" sz="1200" b="0" i="0" u="none" strike="noStrike" err="1">
                          <a:solidFill>
                            <a:schemeClr val="bg1"/>
                          </a:solidFill>
                          <a:effectLst/>
                          <a:latin typeface="+mn-ea"/>
                          <a:ea typeface="+mn-ea"/>
                          <a:cs typeface="Segoe UI" panose="020B0502040204020203" pitchFamily="34" charset="0"/>
                          <a:hlinkClick r:id="rId4">
                            <a:extLst>
                              <a:ext uri="{A12FA001-AC4F-418D-AE19-62706E023703}">
                                <ahyp:hlinkClr xmlns:ahyp="http://schemas.microsoft.com/office/drawing/2018/hyperlinkcolor" val="tx"/>
                              </a:ext>
                            </a:extLst>
                          </a:hlinkClick>
                        </a:rPr>
                        <a:t>Sigmaline</a:t>
                      </a:r>
                      <a:r>
                        <a:rPr lang="en-SG" sz="1200" b="0" i="0" u="none" strike="noStrike">
                          <a:solidFill>
                            <a:schemeClr val="bg1"/>
                          </a:solidFill>
                          <a:effectLst/>
                          <a:latin typeface="+mn-ea"/>
                          <a:ea typeface="+mn-ea"/>
                          <a:cs typeface="Segoe UI" panose="020B0502040204020203" pitchFamily="34" charset="0"/>
                          <a:hlinkClick r:id="rId4">
                            <a:extLst>
                              <a:ext uri="{A12FA001-AC4F-418D-AE19-62706E023703}">
                                <ahyp:hlinkClr xmlns:ahyp="http://schemas.microsoft.com/office/drawing/2018/hyperlinkcolor" val="tx"/>
                              </a:ext>
                            </a:extLst>
                          </a:hlinkClick>
                        </a:rPr>
                        <a:t> Technologies</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kumimoji="1" lang="en-US" sz="1200" b="0" i="0" u="none" strike="noStrike" kern="1200" cap="none" spc="0" normalizeH="0" baseline="0" noProof="0">
                          <a:ln>
                            <a:noFill/>
                          </a:ln>
                          <a:solidFill>
                            <a:srgbClr val="FF0000"/>
                          </a:solidFill>
                          <a:effectLst/>
                          <a:uLnTx/>
                          <a:uFillTx/>
                          <a:latin typeface="Yu Gothic"/>
                          <a:ea typeface="Yu Gothic"/>
                          <a:cs typeface="Segoe UI" panose="020B0502040204020203" pitchFamily="34" charset="0"/>
                        </a:rPr>
                        <a:t>Kuala Lumpur</a:t>
                      </a:r>
                      <a:endParaRPr lang="en-MY" sz="1200" dirty="0">
                        <a:solidFill>
                          <a:srgbClr val="FF0000"/>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20</a:t>
                      </a:r>
                      <a:r>
                        <a:rPr lang="en-SG" altLang="ja-TH" sz="1200" b="0" i="0" u="none" strike="noStrike" err="1">
                          <a:solidFill>
                            <a:schemeClr val="tx1"/>
                          </a:solidFill>
                          <a:effectLst/>
                          <a:latin typeface="+mn-ea"/>
                          <a:ea typeface="+mn-ea"/>
                          <a:cs typeface="Segoe UI" panose="020B0502040204020203" pitchFamily="34" charset="0"/>
                        </a:rPr>
                        <a:t>名</a:t>
                      </a: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pPr>
                      <a:r>
                        <a:rPr lang="en-SG" sz="1200" b="0" i="0" u="none" strike="noStrike">
                          <a:solidFill>
                            <a:srgbClr val="000000"/>
                          </a:solidFill>
                          <a:effectLst/>
                          <a:latin typeface="+mn-ea"/>
                          <a:ea typeface="+mn-ea"/>
                          <a:cs typeface="Segoe UI" panose="020B0502040204020203" pitchFamily="34" charset="0"/>
                        </a:rPr>
                        <a:t>1.9</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2248677772"/>
                  </a:ext>
                </a:extLst>
              </a:tr>
              <a:tr h="227024">
                <a:tc vMerge="1">
                  <a:txBody>
                    <a:bodyPr/>
                    <a:lstStyle/>
                    <a:p>
                      <a:pPr algn="l" fontAlgn="b"/>
                      <a:endParaRPr lang="en-SG" sz="1400" b="0" i="0" u="none" strike="noStrike">
                        <a:solidFill>
                          <a:schemeClr val="bg1"/>
                        </a:solidFill>
                        <a:effectLst/>
                        <a:latin typeface="Segoe UI" panose="020B0502040204020203" pitchFamily="34" charset="0"/>
                        <a:cs typeface="Segoe UI" panose="020B0502040204020203" pitchFamily="34"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hlinkClick r:id="rId5">
                            <a:extLst>
                              <a:ext uri="{A12FA001-AC4F-418D-AE19-62706E023703}">
                                <ahyp:hlinkClr xmlns:ahyp="http://schemas.microsoft.com/office/drawing/2018/hyperlinkcolor" val="tx"/>
                              </a:ext>
                            </a:extLst>
                          </a:hlinkClick>
                        </a:rPr>
                        <a:t>40. Ions Technologies</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kumimoji="1" lang="en-US" sz="1200" b="0" i="0" u="none" strike="noStrike" kern="1200" cap="none" spc="0" normalizeH="0" baseline="0" noProof="0" dirty="0">
                          <a:ln>
                            <a:noFill/>
                          </a:ln>
                          <a:solidFill>
                            <a:srgbClr val="FF0000"/>
                          </a:solidFill>
                          <a:effectLst/>
                          <a:uLnTx/>
                          <a:uFillTx/>
                          <a:latin typeface="Yu Gothic"/>
                          <a:ea typeface="Yu Gothic"/>
                          <a:cs typeface="Segoe UI" panose="020B0502040204020203" pitchFamily="34" charset="0"/>
                        </a:rPr>
                        <a:t>Kuala Lumpur</a:t>
                      </a:r>
                      <a:endParaRPr lang="en-MY" sz="1200" dirty="0">
                        <a:solidFill>
                          <a:srgbClr val="FF0000"/>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pPr>
                      <a:r>
                        <a:rPr lang="en-SG" sz="1200" b="0" i="0" u="none" strike="noStrike">
                          <a:solidFill>
                            <a:srgbClr val="000000"/>
                          </a:solidFill>
                          <a:effectLst/>
                          <a:latin typeface="+mn-ea"/>
                          <a:ea typeface="+mn-ea"/>
                          <a:cs typeface="Segoe UI" panose="020B0502040204020203" pitchFamily="34" charset="0"/>
                        </a:rPr>
                        <a:t>1.3</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1243121492"/>
                  </a:ext>
                </a:extLst>
              </a:tr>
              <a:tr h="227024">
                <a:tc vMerge="1">
                  <a:txBody>
                    <a:bodyPr/>
                    <a:lstStyle/>
                    <a:p>
                      <a:pPr algn="l" fontAlgn="b"/>
                      <a:endParaRPr lang="en-SG" sz="1400" b="0" i="0" u="none" strike="noStrike">
                        <a:solidFill>
                          <a:schemeClr val="bg1"/>
                        </a:solidFill>
                        <a:effectLst/>
                        <a:latin typeface="Segoe UI" panose="020B0502040204020203" pitchFamily="34" charset="0"/>
                        <a:cs typeface="Segoe UI" panose="020B0502040204020203" pitchFamily="34"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hlinkClick r:id="rId6">
                            <a:extLst>
                              <a:ext uri="{A12FA001-AC4F-418D-AE19-62706E023703}">
                                <ahyp:hlinkClr xmlns:ahyp="http://schemas.microsoft.com/office/drawing/2018/hyperlinkcolor" val="tx"/>
                              </a:ext>
                            </a:extLst>
                          </a:hlinkClick>
                        </a:rPr>
                        <a:t>41. S1 Security &amp; Automation</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kumimoji="1" lang="en-US" sz="1200" b="0" i="0" u="none" strike="noStrike" kern="1200" cap="none" spc="0" normalizeH="0" baseline="0" noProof="0" dirty="0">
                          <a:ln>
                            <a:noFill/>
                          </a:ln>
                          <a:solidFill>
                            <a:srgbClr val="FF0000"/>
                          </a:solidFill>
                          <a:effectLst/>
                          <a:uLnTx/>
                          <a:uFillTx/>
                          <a:latin typeface="Yu Gothic"/>
                          <a:ea typeface="Yu Gothic"/>
                          <a:cs typeface="Segoe UI" panose="020B0502040204020203" pitchFamily="34" charset="0"/>
                        </a:rPr>
                        <a:t>Kuala Lumpur</a:t>
                      </a:r>
                      <a:endParaRPr lang="en-MY" altLang="ja-TH" sz="1200" dirty="0">
                        <a:solidFill>
                          <a:srgbClr val="FF0000"/>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pPr>
                      <a:r>
                        <a:rPr lang="en-SG" sz="1200" b="0" i="0" u="none" strike="noStrike">
                          <a:solidFill>
                            <a:schemeClr val="tx1"/>
                          </a:solidFill>
                          <a:effectLst/>
                          <a:latin typeface="+mn-ea"/>
                          <a:ea typeface="+mn-ea"/>
                          <a:cs typeface="Segoe UI" panose="020B0502040204020203" pitchFamily="34" charset="0"/>
                        </a:rPr>
                        <a:t>51-200</a:t>
                      </a:r>
                      <a:r>
                        <a:rPr lang="en-SG" altLang="ja-TH" sz="1200" b="0" i="0" u="none" strike="noStrike">
                          <a:solidFill>
                            <a:schemeClr val="tx1"/>
                          </a:solidFill>
                          <a:effectLst/>
                          <a:latin typeface="+mn-ea"/>
                          <a:ea typeface="+mn-ea"/>
                          <a:cs typeface="Segoe UI" panose="020B0502040204020203" pitchFamily="34" charset="0"/>
                        </a:rPr>
                        <a:t>名</a:t>
                      </a:r>
                      <a:endParaRPr lang="en-SG" sz="1200" b="0" i="0" u="none" strike="noStrike">
                        <a:solidFill>
                          <a:schemeClr val="tx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3121211330"/>
                  </a:ext>
                </a:extLst>
              </a:tr>
              <a:tr h="227024">
                <a:tc vMerge="1">
                  <a:txBody>
                    <a:bodyPr/>
                    <a:lstStyle/>
                    <a:p>
                      <a:pPr marL="0" indent="0" algn="ctr" fontAlgn="b">
                        <a:lnSpc>
                          <a:spcPct val="90000"/>
                        </a:lnSpc>
                        <a:buNone/>
                      </a:pPr>
                      <a:endParaRPr lang="en-SG" sz="1200" b="0" i="0" u="none" strike="noStrike">
                        <a:solidFill>
                          <a:schemeClr val="bg1"/>
                        </a:solidFill>
                        <a:effectLst/>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hlinkClick r:id="rId7">
                            <a:extLst>
                              <a:ext uri="{A12FA001-AC4F-418D-AE19-62706E023703}">
                                <ahyp:hlinkClr xmlns:ahyp="http://schemas.microsoft.com/office/drawing/2018/hyperlinkcolor" val="tx"/>
                              </a:ext>
                            </a:extLst>
                          </a:hlinkClick>
                        </a:rPr>
                        <a:t>42. CSY Automation &amp; Alarm</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en-US" altLang="ja-JP" sz="1200" dirty="0">
                          <a:solidFill>
                            <a:srgbClr val="FF0000"/>
                          </a:solidFill>
                          <a:latin typeface="+mn-ea"/>
                          <a:ea typeface="+mn-ea"/>
                          <a:cs typeface="Segoe UI" panose="020B0502040204020203" pitchFamily="34" charset="0"/>
                        </a:rPr>
                        <a:t>Johor</a:t>
                      </a:r>
                      <a:endParaRPr lang="en-MY" sz="1200" dirty="0">
                        <a:solidFill>
                          <a:srgbClr val="FF0000"/>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pPr>
                      <a:r>
                        <a:rPr lang="en-SG" sz="1200" b="0" i="0" u="none" strike="noStrike">
                          <a:solidFill>
                            <a:schemeClr val="tx1"/>
                          </a:solidFill>
                          <a:effectLst/>
                          <a:latin typeface="+mn-ea"/>
                          <a:ea typeface="+mn-ea"/>
                          <a:cs typeface="Segoe UI" panose="020B0502040204020203" pitchFamily="34" charset="0"/>
                        </a:rPr>
                        <a:t>74</a:t>
                      </a:r>
                      <a:r>
                        <a:rPr lang="en-SG" altLang="ja-TH" sz="1200" b="0" i="0" u="none" strike="noStrike">
                          <a:solidFill>
                            <a:schemeClr val="tx1"/>
                          </a:solidFill>
                          <a:effectLst/>
                          <a:latin typeface="+mn-ea"/>
                          <a:ea typeface="+mn-ea"/>
                          <a:cs typeface="Segoe UI" panose="020B0502040204020203" pitchFamily="34" charset="0"/>
                        </a:rPr>
                        <a:t>名</a:t>
                      </a:r>
                      <a:endParaRPr lang="en-SG" sz="1200" b="0" i="0" u="none" strike="noStrike">
                        <a:solidFill>
                          <a:schemeClr val="tx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488485810"/>
                  </a:ext>
                </a:extLst>
              </a:tr>
              <a:tr h="227024">
                <a:tc vMerge="1">
                  <a:txBody>
                    <a:bodyPr/>
                    <a:lstStyle/>
                    <a:p>
                      <a:pPr marL="0" indent="0" algn="ctr" fontAlgn="b">
                        <a:lnSpc>
                          <a:spcPct val="90000"/>
                        </a:lnSpc>
                        <a:buNone/>
                      </a:pPr>
                      <a:endParaRPr lang="en-SG" sz="1200" b="0" i="0" u="none" strike="noStrike">
                        <a:solidFill>
                          <a:schemeClr val="bg1"/>
                        </a:solidFill>
                        <a:effectLst/>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rPr>
                        <a:t>43. ITL Security Solution</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dirty="0">
                          <a:ln>
                            <a:noFill/>
                          </a:ln>
                          <a:solidFill>
                            <a:srgbClr val="FF0000"/>
                          </a:solidFill>
                          <a:effectLst/>
                          <a:uLnTx/>
                          <a:uFillTx/>
                          <a:latin typeface="Yu Gothic"/>
                          <a:ea typeface="Yu Gothic"/>
                          <a:cs typeface="Segoe UI" panose="020B0502040204020203" pitchFamily="34" charset="0"/>
                        </a:rPr>
                        <a:t>Kuala Lumpur</a:t>
                      </a:r>
                      <a:endParaRPr kumimoji="1" lang="en-MY" altLang="ja-TH" sz="1200" b="0" i="0" u="none" strike="noStrike" kern="1200" cap="none" spc="0" normalizeH="0" baseline="0" noProof="0" dirty="0">
                        <a:ln>
                          <a:noFill/>
                        </a:ln>
                        <a:solidFill>
                          <a:srgbClr val="FF0000"/>
                        </a:solidFill>
                        <a:effectLst/>
                        <a:uLnTx/>
                        <a:uFillTx/>
                        <a:latin typeface="Yu Gothic"/>
                        <a:ea typeface="Yu Gothic"/>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pPr>
                      <a:r>
                        <a:rPr lang="en-SG" sz="1200" b="0" i="0" u="none" strike="noStrike">
                          <a:solidFill>
                            <a:schemeClr val="tx1"/>
                          </a:solidFill>
                          <a:effectLst/>
                          <a:latin typeface="+mn-ea"/>
                          <a:ea typeface="+mn-ea"/>
                          <a:cs typeface="Segoe UI" panose="020B0502040204020203" pitchFamily="34" charset="0"/>
                        </a:rPr>
                        <a:t>11-50</a:t>
                      </a:r>
                      <a:r>
                        <a:rPr lang="en-SG" altLang="ja-TH" sz="1200" b="0" i="0" u="none" strike="noStrike">
                          <a:solidFill>
                            <a:schemeClr val="tx1"/>
                          </a:solidFill>
                          <a:effectLst/>
                          <a:latin typeface="+mn-ea"/>
                          <a:ea typeface="+mn-ea"/>
                          <a:cs typeface="Segoe UI" panose="020B0502040204020203" pitchFamily="34" charset="0"/>
                        </a:rPr>
                        <a:t>名</a:t>
                      </a:r>
                      <a:endParaRPr lang="en-SG" sz="1200" b="0" i="0" u="none" strike="noStrike">
                        <a:solidFill>
                          <a:schemeClr val="tx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1259203353"/>
                  </a:ext>
                </a:extLst>
              </a:tr>
              <a:tr h="227024">
                <a:tc vMerge="1">
                  <a:txBody>
                    <a:bodyPr/>
                    <a:lstStyle/>
                    <a:p>
                      <a:pPr marL="0" indent="0" algn="ctr" fontAlgn="b">
                        <a:lnSpc>
                          <a:spcPct val="100000"/>
                        </a:lnSpc>
                        <a:buNone/>
                      </a:pPr>
                      <a:endParaRPr lang="en-SG" sz="1200" b="0" i="0" u="none" strike="noStrike">
                        <a:solidFill>
                          <a:schemeClr val="bg1"/>
                        </a:solidFill>
                        <a:effectLst/>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hlinkClick r:id="rId8">
                            <a:extLst>
                              <a:ext uri="{A12FA001-AC4F-418D-AE19-62706E023703}">
                                <ahyp:hlinkClr xmlns:ahyp="http://schemas.microsoft.com/office/drawing/2018/hyperlinkcolor" val="tx"/>
                              </a:ext>
                            </a:extLst>
                          </a:hlinkClick>
                        </a:rPr>
                        <a:t>44. </a:t>
                      </a:r>
                      <a:r>
                        <a:rPr lang="en-SG" sz="1200" b="0" i="0" u="none" strike="noStrike" err="1">
                          <a:solidFill>
                            <a:schemeClr val="bg1"/>
                          </a:solidFill>
                          <a:effectLst/>
                          <a:latin typeface="+mn-ea"/>
                          <a:ea typeface="+mn-ea"/>
                          <a:cs typeface="Segoe UI" panose="020B0502040204020203" pitchFamily="34" charset="0"/>
                          <a:hlinkClick r:id="rId8">
                            <a:extLst>
                              <a:ext uri="{A12FA001-AC4F-418D-AE19-62706E023703}">
                                <ahyp:hlinkClr xmlns:ahyp="http://schemas.microsoft.com/office/drawing/2018/hyperlinkcolor" val="tx"/>
                              </a:ext>
                            </a:extLst>
                          </a:hlinkClick>
                        </a:rPr>
                        <a:t>Zashtech</a:t>
                      </a:r>
                      <a:endParaRPr lang="en-SG"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dirty="0">
                          <a:ln>
                            <a:noFill/>
                          </a:ln>
                          <a:solidFill>
                            <a:srgbClr val="FF0000"/>
                          </a:solidFill>
                          <a:effectLst/>
                          <a:uLnTx/>
                          <a:uFillTx/>
                          <a:latin typeface="Yu Gothic"/>
                          <a:ea typeface="Yu Gothic"/>
                          <a:cs typeface="Segoe UI" panose="020B0502040204020203" pitchFamily="34" charset="0"/>
                        </a:rPr>
                        <a:t>Kuala Lumpur</a:t>
                      </a:r>
                      <a:endParaRPr kumimoji="1" lang="en-MY" altLang="ja-TH" sz="1200" b="0" i="0" u="none" strike="noStrike" kern="1200" cap="none" spc="0" normalizeH="0" baseline="0" noProof="0" dirty="0">
                        <a:ln>
                          <a:noFill/>
                        </a:ln>
                        <a:solidFill>
                          <a:srgbClr val="FF0000"/>
                        </a:solidFill>
                        <a:effectLst/>
                        <a:uLnTx/>
                        <a:uFillTx/>
                        <a:latin typeface="Yu Gothic"/>
                        <a:ea typeface="Yu Gothic"/>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pPr>
                      <a:r>
                        <a:rPr lang="en-SG" sz="1200" b="0" i="0" u="none" strike="noStrike">
                          <a:solidFill>
                            <a:schemeClr val="tx1"/>
                          </a:solidFill>
                          <a:effectLst/>
                          <a:latin typeface="+mn-ea"/>
                          <a:ea typeface="+mn-ea"/>
                          <a:cs typeface="Segoe UI" panose="020B0502040204020203" pitchFamily="34" charset="0"/>
                        </a:rPr>
                        <a:t>20</a:t>
                      </a:r>
                      <a:r>
                        <a:rPr lang="en-SG" altLang="ja-TH" sz="1200" b="0" i="0" u="none" strike="noStrike">
                          <a:solidFill>
                            <a:schemeClr val="tx1"/>
                          </a:solidFill>
                          <a:effectLst/>
                          <a:latin typeface="+mn-ea"/>
                          <a:ea typeface="+mn-ea"/>
                          <a:cs typeface="Segoe UI" panose="020B0502040204020203" pitchFamily="34" charset="0"/>
                        </a:rPr>
                        <a:t>名</a:t>
                      </a:r>
                      <a:endParaRPr lang="en-SG" sz="1200" b="0" i="0" u="none" strike="noStrike">
                        <a:solidFill>
                          <a:schemeClr val="tx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3764889850"/>
                  </a:ext>
                </a:extLst>
              </a:tr>
              <a:tr h="227024">
                <a:tc vMerge="1">
                  <a:txBody>
                    <a:bodyPr/>
                    <a:lstStyle/>
                    <a:p>
                      <a:pPr algn="l" fontAlgn="b"/>
                      <a:endParaRPr lang="en-SG" sz="1400" b="0" i="0" u="none" strike="noStrike">
                        <a:solidFill>
                          <a:schemeClr val="bg1"/>
                        </a:solidFill>
                        <a:effectLst/>
                        <a:latin typeface="Segoe UI" panose="020B0502040204020203" pitchFamily="34" charset="0"/>
                        <a:cs typeface="Segoe UI" panose="020B0502040204020203" pitchFamily="34"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b">
                        <a:lnSpc>
                          <a:spcPct val="90000"/>
                        </a:lnSpc>
                      </a:pPr>
                      <a:r>
                        <a:rPr lang="en-SG" sz="1200" b="0" i="0" u="none" strike="noStrike">
                          <a:solidFill>
                            <a:schemeClr val="bg1"/>
                          </a:solidFill>
                          <a:effectLst/>
                          <a:latin typeface="+mn-ea"/>
                          <a:ea typeface="+mn-ea"/>
                          <a:cs typeface="Segoe UI" panose="020B0502040204020203" pitchFamily="34" charset="0"/>
                        </a:rPr>
                        <a:t>45. Britec Engineering</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en-US" altLang="ja-JP" sz="1200" dirty="0">
                          <a:solidFill>
                            <a:srgbClr val="FF0000"/>
                          </a:solidFill>
                        </a:rPr>
                        <a:t>Penang</a:t>
                      </a:r>
                      <a:endParaRPr lang="en-MY" sz="1200" dirty="0">
                        <a:solidFill>
                          <a:srgbClr val="FF0000"/>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2017446568"/>
                  </a:ext>
                </a:extLst>
              </a:tr>
              <a:tr h="227024">
                <a:tc rowSpan="8">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latin typeface="+mn-ea"/>
                          <a:ea typeface="+mn-ea"/>
                          <a:cs typeface="Segoe UI" panose="020B0502040204020203" pitchFamily="34" charset="0"/>
                        </a:rPr>
                        <a:t>フィリピン</a:t>
                      </a:r>
                    </a:p>
                    <a:p>
                      <a:pPr marL="0" indent="0" algn="ctr">
                        <a:buNone/>
                      </a:pPr>
                      <a:endParaRPr lang="en-US" sz="1200">
                        <a:latin typeface="Segoe UI" panose="020B0502040204020203" pitchFamily="34" charset="0"/>
                        <a:ea typeface="Segoe UI" charset="0"/>
                        <a:cs typeface="Segoe UI" panose="020B0502040204020203" pitchFamily="34"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marL="0" indent="0" algn="l">
                        <a:lnSpc>
                          <a:spcPct val="90000"/>
                        </a:lnSpc>
                        <a:buNone/>
                      </a:pPr>
                      <a:r>
                        <a:rPr lang="en-US" sz="1200" u="sng">
                          <a:solidFill>
                            <a:schemeClr val="bg1"/>
                          </a:solidFill>
                          <a:latin typeface="+mn-ea"/>
                          <a:ea typeface="+mn-ea"/>
                          <a:cs typeface="Segoe UI" panose="020B0502040204020203" pitchFamily="34" charset="0"/>
                          <a:hlinkClick r:id="rId9">
                            <a:extLst>
                              <a:ext uri="{A12FA001-AC4F-418D-AE19-62706E023703}">
                                <ahyp:hlinkClr xmlns:ahyp="http://schemas.microsoft.com/office/drawing/2018/hyperlinkcolor" val="tx"/>
                              </a:ext>
                            </a:extLst>
                          </a:hlinkClick>
                        </a:rPr>
                        <a:t>46. </a:t>
                      </a:r>
                      <a:r>
                        <a:rPr lang="en-US" sz="1200" u="sng" err="1">
                          <a:solidFill>
                            <a:schemeClr val="bg1"/>
                          </a:solidFill>
                          <a:latin typeface="+mn-ea"/>
                          <a:ea typeface="+mn-ea"/>
                          <a:cs typeface="Segoe UI" panose="020B0502040204020203" pitchFamily="34" charset="0"/>
                          <a:hlinkClick r:id="rId9">
                            <a:extLst>
                              <a:ext uri="{A12FA001-AC4F-418D-AE19-62706E023703}">
                                <ahyp:hlinkClr xmlns:ahyp="http://schemas.microsoft.com/office/drawing/2018/hyperlinkcolor" val="tx"/>
                              </a:ext>
                            </a:extLst>
                          </a:hlinkClick>
                        </a:rPr>
                        <a:t>Installersph</a:t>
                      </a:r>
                      <a:r>
                        <a:rPr lang="en-US" sz="1200" u="sng">
                          <a:solidFill>
                            <a:schemeClr val="bg1"/>
                          </a:solidFill>
                          <a:latin typeface="+mn-ea"/>
                          <a:ea typeface="+mn-ea"/>
                          <a:cs typeface="Segoe UI" panose="020B0502040204020203" pitchFamily="34" charset="0"/>
                          <a:hlinkClick r:id="rId9">
                            <a:extLst>
                              <a:ext uri="{A12FA001-AC4F-418D-AE19-62706E023703}">
                                <ahyp:hlinkClr xmlns:ahyp="http://schemas.microsoft.com/office/drawing/2018/hyperlinkcolor" val="tx"/>
                              </a:ext>
                            </a:extLst>
                          </a:hlinkClick>
                        </a:rPr>
                        <a:t> IT</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ja-JP" altLang="en-US" sz="1200">
                          <a:latin typeface="+mn-ea"/>
                          <a:ea typeface="+mn-ea"/>
                          <a:cs typeface="Segoe UI" panose="020B0502040204020203" pitchFamily="34" charset="0"/>
                        </a:rPr>
                        <a:t>マンダウエ</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lang="en-US" sz="1200" b="0" i="0" u="none" strike="noStrike">
                          <a:solidFill>
                            <a:srgbClr val="000000"/>
                          </a:solidFill>
                          <a:effectLst/>
                          <a:latin typeface="+mn-ea"/>
                          <a:ea typeface="+mn-ea"/>
                          <a:cs typeface="Segoe UI" panose="020B0502040204020203" pitchFamily="34" charset="0"/>
                        </a:rPr>
                        <a:t>50</a:t>
                      </a:r>
                      <a:r>
                        <a:rPr lang="en-SG" altLang="ja-TH" sz="1200" b="0" i="0" u="none" strike="noStrike" err="1">
                          <a:solidFill>
                            <a:schemeClr val="tx1"/>
                          </a:solidFill>
                          <a:effectLst/>
                          <a:latin typeface="+mn-ea"/>
                          <a:ea typeface="+mn-ea"/>
                          <a:cs typeface="Segoe UI" panose="020B0502040204020203" pitchFamily="34" charset="0"/>
                        </a:rPr>
                        <a:t>名</a:t>
                      </a:r>
                      <a:r>
                        <a:rPr lang="ja-TH" altLang="en-US" sz="1200" b="0" i="0" u="none" strike="noStrike">
                          <a:solidFill>
                            <a:schemeClr val="tx1"/>
                          </a:solidFill>
                          <a:effectLst/>
                          <a:latin typeface="+mn-ea"/>
                          <a:ea typeface="+mn-ea"/>
                          <a:cs typeface="Segoe UI" panose="020B0502040204020203" pitchFamily="34" charset="0"/>
                        </a:rPr>
                        <a:t>以上</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948962512"/>
                  </a:ext>
                </a:extLst>
              </a:tr>
              <a:tr h="227024">
                <a:tc vMerge="1">
                  <a:txBody>
                    <a:bodyPr/>
                    <a:lstStyle/>
                    <a:p>
                      <a:pPr marL="0" indent="0" algn="l">
                        <a:buNone/>
                      </a:pPr>
                      <a:endParaRPr lang="en-US" sz="1400">
                        <a:latin typeface="Segoe UI" panose="020B0502040204020203" pitchFamily="34" charset="0"/>
                        <a:ea typeface="Segoe UI" charset="0"/>
                        <a:cs typeface="Segoe UI" panose="020B0502040204020203" pitchFamily="34"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marL="0" indent="0" algn="l">
                        <a:lnSpc>
                          <a:spcPct val="90000"/>
                        </a:lnSpc>
                        <a:buNone/>
                      </a:pPr>
                      <a:r>
                        <a:rPr lang="en-US" sz="1200" u="sng">
                          <a:solidFill>
                            <a:schemeClr val="bg1"/>
                          </a:solidFill>
                          <a:latin typeface="+mn-ea"/>
                          <a:ea typeface="+mn-ea"/>
                          <a:cs typeface="Segoe UI" panose="020B0502040204020203" pitchFamily="34" charset="0"/>
                          <a:hlinkClick r:id="rId10">
                            <a:extLst>
                              <a:ext uri="{A12FA001-AC4F-418D-AE19-62706E023703}">
                                <ahyp:hlinkClr xmlns:ahyp="http://schemas.microsoft.com/office/drawing/2018/hyperlinkcolor" val="tx"/>
                              </a:ext>
                            </a:extLst>
                          </a:hlinkClick>
                        </a:rPr>
                        <a:t>47. </a:t>
                      </a:r>
                      <a:r>
                        <a:rPr lang="en-US" sz="1200" u="sng" err="1">
                          <a:solidFill>
                            <a:schemeClr val="bg1"/>
                          </a:solidFill>
                          <a:latin typeface="+mn-ea"/>
                          <a:ea typeface="+mn-ea"/>
                          <a:cs typeface="Segoe UI" panose="020B0502040204020203" pitchFamily="34" charset="0"/>
                          <a:hlinkClick r:id="rId10">
                            <a:extLst>
                              <a:ext uri="{A12FA001-AC4F-418D-AE19-62706E023703}">
                                <ahyp:hlinkClr xmlns:ahyp="http://schemas.microsoft.com/office/drawing/2018/hyperlinkcolor" val="tx"/>
                              </a:ext>
                            </a:extLst>
                          </a:hlinkClick>
                        </a:rPr>
                        <a:t>Amssi</a:t>
                      </a:r>
                      <a:r>
                        <a:rPr lang="en-US" sz="1200" u="sng">
                          <a:solidFill>
                            <a:schemeClr val="bg1"/>
                          </a:solidFill>
                          <a:latin typeface="+mn-ea"/>
                          <a:ea typeface="+mn-ea"/>
                          <a:cs typeface="Segoe UI" panose="020B0502040204020203" pitchFamily="34" charset="0"/>
                          <a:hlinkClick r:id="rId10">
                            <a:extLst>
                              <a:ext uri="{A12FA001-AC4F-418D-AE19-62706E023703}">
                                <ahyp:hlinkClr xmlns:ahyp="http://schemas.microsoft.com/office/drawing/2018/hyperlinkcolor" val="tx"/>
                              </a:ext>
                            </a:extLst>
                          </a:hlinkClick>
                        </a:rPr>
                        <a:t> Systems</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ja-JP" altLang="en-US" sz="1200"/>
                        <a:t>サンフアン</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930327988"/>
                  </a:ext>
                </a:extLst>
              </a:tr>
              <a:tr h="227024">
                <a:tc vMerge="1">
                  <a:txBody>
                    <a:bodyPr/>
                    <a:lstStyle/>
                    <a:p>
                      <a:pPr marL="0" indent="0" algn="l">
                        <a:buNone/>
                      </a:pPr>
                      <a:endParaRPr lang="en-US" sz="1400">
                        <a:latin typeface="Segoe UI" panose="020B0502040204020203" pitchFamily="34" charset="0"/>
                        <a:ea typeface="Segoe UI" charset="0"/>
                        <a:cs typeface="Segoe UI" panose="020B0502040204020203" pitchFamily="34"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marL="0" indent="0" algn="l">
                        <a:lnSpc>
                          <a:spcPct val="90000"/>
                        </a:lnSpc>
                        <a:buNone/>
                      </a:pPr>
                      <a:r>
                        <a:rPr lang="en-US" sz="1200" u="sng">
                          <a:solidFill>
                            <a:schemeClr val="bg1"/>
                          </a:solidFill>
                          <a:latin typeface="+mn-ea"/>
                          <a:ea typeface="+mn-ea"/>
                          <a:cs typeface="Segoe UI" panose="020B0502040204020203" pitchFamily="34" charset="0"/>
                          <a:hlinkClick r:id="rId11">
                            <a:extLst>
                              <a:ext uri="{A12FA001-AC4F-418D-AE19-62706E023703}">
                                <ahyp:hlinkClr xmlns:ahyp="http://schemas.microsoft.com/office/drawing/2018/hyperlinkcolor" val="tx"/>
                              </a:ext>
                            </a:extLst>
                          </a:hlinkClick>
                        </a:rPr>
                        <a:t>48. Alto</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ja-JP" altLang="en-US" sz="1200">
                          <a:latin typeface="+mn-ea"/>
                          <a:ea typeface="+mn-ea"/>
                          <a:cs typeface="Segoe UI" panose="020B0502040204020203" pitchFamily="34" charset="0"/>
                        </a:rPr>
                        <a:t>イロイロ</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912212821"/>
                  </a:ext>
                </a:extLst>
              </a:tr>
              <a:tr h="227024">
                <a:tc vMerge="1">
                  <a:txBody>
                    <a:bodyPr/>
                    <a:lstStyle/>
                    <a:p>
                      <a:pPr marL="0" indent="0" algn="l">
                        <a:buNone/>
                      </a:pPr>
                      <a:endParaRPr lang="en-US" sz="1400">
                        <a:latin typeface="Segoe UI" panose="020B0502040204020203" pitchFamily="34" charset="0"/>
                        <a:ea typeface="Segoe UI" charset="0"/>
                        <a:cs typeface="Segoe UI" panose="020B0502040204020203" pitchFamily="34"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marL="0" indent="0" algn="l">
                        <a:lnSpc>
                          <a:spcPct val="90000"/>
                        </a:lnSpc>
                        <a:buNone/>
                      </a:pPr>
                      <a:r>
                        <a:rPr lang="en-US" sz="1200" u="sng">
                          <a:solidFill>
                            <a:schemeClr val="bg1"/>
                          </a:solidFill>
                          <a:latin typeface="+mn-ea"/>
                          <a:ea typeface="+mn-ea"/>
                          <a:cs typeface="Segoe UI" panose="020B0502040204020203" pitchFamily="34" charset="0"/>
                          <a:hlinkClick r:id="rId12">
                            <a:extLst>
                              <a:ext uri="{A12FA001-AC4F-418D-AE19-62706E023703}">
                                <ahyp:hlinkClr xmlns:ahyp="http://schemas.microsoft.com/office/drawing/2018/hyperlinkcolor" val="tx"/>
                              </a:ext>
                            </a:extLst>
                          </a:hlinkClick>
                        </a:rPr>
                        <a:t>49. Nobi It Solutions</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ja-JP" altLang="en-US" sz="1200">
                          <a:latin typeface="+mn-ea"/>
                          <a:ea typeface="+mn-ea"/>
                          <a:cs typeface="Segoe UI" panose="020B0502040204020203" pitchFamily="34" charset="0"/>
                        </a:rPr>
                        <a:t>ケソン</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3489193540"/>
                  </a:ext>
                </a:extLst>
              </a:tr>
              <a:tr h="227024">
                <a:tc vMerge="1">
                  <a:txBody>
                    <a:bodyPr/>
                    <a:lstStyle/>
                    <a:p>
                      <a:pPr marL="0" indent="0" algn="l">
                        <a:buNone/>
                      </a:pPr>
                      <a:endParaRPr lang="en-US" sz="1400">
                        <a:latin typeface="Segoe UI" panose="020B0502040204020203" pitchFamily="34" charset="0"/>
                        <a:ea typeface="Segoe UI" charset="0"/>
                        <a:cs typeface="Segoe UI" panose="020B0502040204020203" pitchFamily="34" charset="0"/>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marL="0" indent="0" algn="l">
                        <a:lnSpc>
                          <a:spcPct val="90000"/>
                        </a:lnSpc>
                        <a:buNone/>
                      </a:pPr>
                      <a:r>
                        <a:rPr lang="en-US" sz="1200" u="sng">
                          <a:solidFill>
                            <a:schemeClr val="bg1"/>
                          </a:solidFill>
                          <a:latin typeface="+mn-ea"/>
                          <a:ea typeface="+mn-ea"/>
                          <a:cs typeface="Segoe UI" panose="020B0502040204020203" pitchFamily="34" charset="0"/>
                          <a:hlinkClick r:id="rId13">
                            <a:extLst>
                              <a:ext uri="{A12FA001-AC4F-418D-AE19-62706E023703}">
                                <ahyp:hlinkClr xmlns:ahyp="http://schemas.microsoft.com/office/drawing/2018/hyperlinkcolor" val="tx"/>
                              </a:ext>
                            </a:extLst>
                          </a:hlinkClick>
                        </a:rPr>
                        <a:t>50. Right Security</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ja-JP" altLang="en-US" sz="1200">
                          <a:latin typeface="+mn-ea"/>
                          <a:ea typeface="+mn-ea"/>
                          <a:cs typeface="Segoe UI" panose="020B0502040204020203" pitchFamily="34" charset="0"/>
                        </a:rPr>
                        <a:t>ムンティンルパ</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3186315112"/>
                  </a:ext>
                </a:extLst>
              </a:tr>
              <a:tr h="227024">
                <a:tc vMerge="1">
                  <a:txBody>
                    <a:bodyPr/>
                    <a:lstStyle/>
                    <a:p>
                      <a:pPr marL="0" indent="0" algn="ctr">
                        <a:lnSpc>
                          <a:spcPct val="90000"/>
                        </a:lnSpc>
                        <a:buNone/>
                      </a:pPr>
                      <a:endParaRPr lang="en-US" sz="120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marL="0" indent="0" algn="l">
                        <a:lnSpc>
                          <a:spcPct val="90000"/>
                        </a:lnSpc>
                        <a:buNone/>
                      </a:pPr>
                      <a:r>
                        <a:rPr lang="en-US" sz="1200" u="sng">
                          <a:solidFill>
                            <a:schemeClr val="bg1"/>
                          </a:solidFill>
                          <a:latin typeface="+mn-ea"/>
                          <a:ea typeface="+mn-ea"/>
                          <a:cs typeface="Segoe UI" panose="020B0502040204020203" pitchFamily="34" charset="0"/>
                        </a:rPr>
                        <a:t>51. 7S </a:t>
                      </a:r>
                      <a:r>
                        <a:rPr lang="en-US" sz="1200" u="sng" err="1">
                          <a:solidFill>
                            <a:schemeClr val="bg1"/>
                          </a:solidFill>
                          <a:latin typeface="+mn-ea"/>
                          <a:ea typeface="+mn-ea"/>
                          <a:cs typeface="Segoe UI" panose="020B0502040204020203" pitchFamily="34" charset="0"/>
                        </a:rPr>
                        <a:t>Cctv</a:t>
                      </a:r>
                      <a:r>
                        <a:rPr lang="en-US" sz="1200" u="sng">
                          <a:solidFill>
                            <a:schemeClr val="bg1"/>
                          </a:solidFill>
                          <a:latin typeface="+mn-ea"/>
                          <a:ea typeface="+mn-ea"/>
                          <a:cs typeface="Segoe UI" panose="020B0502040204020203" pitchFamily="34" charset="0"/>
                        </a:rPr>
                        <a:t> </a:t>
                      </a:r>
                      <a:r>
                        <a:rPr lang="en-US" sz="1200" u="sng" err="1">
                          <a:solidFill>
                            <a:schemeClr val="bg1"/>
                          </a:solidFill>
                          <a:latin typeface="+mn-ea"/>
                          <a:ea typeface="+mn-ea"/>
                          <a:cs typeface="Segoe UI" panose="020B0502040204020203" pitchFamily="34" charset="0"/>
                        </a:rPr>
                        <a:t>Securit</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gn="l">
                        <a:lnSpc>
                          <a:spcPct val="90000"/>
                        </a:lnSpc>
                        <a:buNone/>
                      </a:pPr>
                      <a:r>
                        <a:rPr lang="ja-JP" altLang="en-US" sz="1200">
                          <a:latin typeface="+mn-ea"/>
                          <a:ea typeface="+mn-ea"/>
                          <a:cs typeface="Segoe UI" panose="020B0502040204020203" pitchFamily="34" charset="0"/>
                        </a:rPr>
                        <a:t>マカティ</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1798578753"/>
                  </a:ext>
                </a:extLst>
              </a:tr>
              <a:tr h="227024">
                <a:tc vMerge="1">
                  <a:txBody>
                    <a:bodyPr/>
                    <a:lstStyle/>
                    <a:p>
                      <a:pPr marL="0" indent="0" algn="ctr">
                        <a:lnSpc>
                          <a:spcPct val="90000"/>
                        </a:lnSpc>
                        <a:buNone/>
                      </a:pPr>
                      <a:endParaRPr lang="en-US" sz="120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marL="0" indent="0" algn="l">
                        <a:lnSpc>
                          <a:spcPct val="90000"/>
                        </a:lnSpc>
                        <a:buNone/>
                      </a:pPr>
                      <a:r>
                        <a:rPr lang="en-US" sz="1200" u="sng">
                          <a:solidFill>
                            <a:schemeClr val="bg1"/>
                          </a:solidFill>
                          <a:latin typeface="+mn-ea"/>
                          <a:ea typeface="+mn-ea"/>
                          <a:cs typeface="Segoe UI" panose="020B0502040204020203" pitchFamily="34" charset="0"/>
                          <a:hlinkClick r:id="rId14">
                            <a:extLst>
                              <a:ext uri="{A12FA001-AC4F-418D-AE19-62706E023703}">
                                <ahyp:hlinkClr xmlns:ahyp="http://schemas.microsoft.com/office/drawing/2018/hyperlinkcolor" val="tx"/>
                              </a:ext>
                            </a:extLst>
                          </a:hlinkClick>
                        </a:rPr>
                        <a:t>52. </a:t>
                      </a:r>
                      <a:r>
                        <a:rPr lang="en-US" sz="1200" u="sng" err="1">
                          <a:solidFill>
                            <a:schemeClr val="bg1"/>
                          </a:solidFill>
                          <a:latin typeface="+mn-ea"/>
                          <a:ea typeface="+mn-ea"/>
                          <a:cs typeface="Segoe UI" panose="020B0502040204020203" pitchFamily="34" charset="0"/>
                          <a:hlinkClick r:id="rId14">
                            <a:extLst>
                              <a:ext uri="{A12FA001-AC4F-418D-AE19-62706E023703}">
                                <ahyp:hlinkClr xmlns:ahyp="http://schemas.microsoft.com/office/drawing/2018/hyperlinkcolor" val="tx"/>
                              </a:ext>
                            </a:extLst>
                          </a:hlinkClick>
                        </a:rPr>
                        <a:t>Systech</a:t>
                      </a:r>
                      <a:r>
                        <a:rPr lang="en-US" sz="1200" u="sng">
                          <a:solidFill>
                            <a:schemeClr val="bg1"/>
                          </a:solidFill>
                          <a:latin typeface="+mn-ea"/>
                          <a:ea typeface="+mn-ea"/>
                          <a:cs typeface="Segoe UI" panose="020B0502040204020203" pitchFamily="34" charset="0"/>
                          <a:hlinkClick r:id="rId14">
                            <a:extLst>
                              <a:ext uri="{A12FA001-AC4F-418D-AE19-62706E023703}">
                                <ahyp:hlinkClr xmlns:ahyp="http://schemas.microsoft.com/office/drawing/2018/hyperlinkcolor" val="tx"/>
                              </a:ext>
                            </a:extLst>
                          </a:hlinkClick>
                        </a:rPr>
                        <a:t> Integration</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gn="l">
                        <a:lnSpc>
                          <a:spcPct val="90000"/>
                        </a:lnSpc>
                        <a:buNone/>
                      </a:pPr>
                      <a:r>
                        <a:rPr lang="ja-JP" altLang="en-US" sz="1200">
                          <a:latin typeface="+mn-ea"/>
                          <a:ea typeface="+mn-ea"/>
                          <a:cs typeface="Segoe UI" panose="020B0502040204020203" pitchFamily="34" charset="0"/>
                        </a:rPr>
                        <a:t>ケソン</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a:lnSpc>
                          <a:spcPct val="90000"/>
                        </a:lnSpc>
                        <a:buNone/>
                      </a:pPr>
                      <a:r>
                        <a:rPr lang="en-MY" sz="1200">
                          <a:latin typeface="+mn-ea"/>
                          <a:ea typeface="+mn-ea"/>
                          <a:cs typeface="Segoe UI" panose="020B0502040204020203" pitchFamily="34" charset="0"/>
                        </a:rPr>
                        <a:t>51–200名</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296070705"/>
                  </a:ext>
                </a:extLst>
              </a:tr>
              <a:tr h="227024">
                <a:tc vMerge="1">
                  <a:txBody>
                    <a:bodyPr/>
                    <a:lstStyle/>
                    <a:p>
                      <a:pPr marL="0" indent="0" algn="ctr">
                        <a:lnSpc>
                          <a:spcPct val="90000"/>
                        </a:lnSpc>
                        <a:buNone/>
                      </a:pPr>
                      <a:endParaRPr lang="en-US" sz="120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marL="0" indent="0" algn="l">
                        <a:lnSpc>
                          <a:spcPct val="90000"/>
                        </a:lnSpc>
                        <a:buNone/>
                      </a:pPr>
                      <a:r>
                        <a:rPr lang="en-US" sz="1200" u="sng">
                          <a:solidFill>
                            <a:schemeClr val="bg1"/>
                          </a:solidFill>
                          <a:latin typeface="+mn-ea"/>
                          <a:ea typeface="+mn-ea"/>
                          <a:cs typeface="Segoe UI" panose="020B0502040204020203" pitchFamily="34" charset="0"/>
                          <a:hlinkClick r:id="rId15">
                            <a:extLst>
                              <a:ext uri="{A12FA001-AC4F-418D-AE19-62706E023703}">
                                <ahyp:hlinkClr xmlns:ahyp="http://schemas.microsoft.com/office/drawing/2018/hyperlinkcolor" val="tx"/>
                              </a:ext>
                            </a:extLst>
                          </a:hlinkClick>
                        </a:rPr>
                        <a:t>53. </a:t>
                      </a:r>
                      <a:r>
                        <a:rPr lang="en-US" sz="1200" u="sng" err="1">
                          <a:solidFill>
                            <a:schemeClr val="bg1"/>
                          </a:solidFill>
                          <a:latin typeface="+mn-ea"/>
                          <a:ea typeface="+mn-ea"/>
                          <a:cs typeface="Segoe UI" panose="020B0502040204020203" pitchFamily="34" charset="0"/>
                          <a:hlinkClick r:id="rId15">
                            <a:extLst>
                              <a:ext uri="{A12FA001-AC4F-418D-AE19-62706E023703}">
                                <ahyp:hlinkClr xmlns:ahyp="http://schemas.microsoft.com/office/drawing/2018/hyperlinkcolor" val="tx"/>
                              </a:ext>
                            </a:extLst>
                          </a:hlinkClick>
                        </a:rPr>
                        <a:t>Techcore</a:t>
                      </a:r>
                      <a:r>
                        <a:rPr lang="en-US" sz="1200" u="sng">
                          <a:solidFill>
                            <a:schemeClr val="bg1"/>
                          </a:solidFill>
                          <a:latin typeface="+mn-ea"/>
                          <a:ea typeface="+mn-ea"/>
                          <a:cs typeface="Segoe UI" panose="020B0502040204020203" pitchFamily="34" charset="0"/>
                          <a:hlinkClick r:id="rId15">
                            <a:extLst>
                              <a:ext uri="{A12FA001-AC4F-418D-AE19-62706E023703}">
                                <ahyp:hlinkClr xmlns:ahyp="http://schemas.microsoft.com/office/drawing/2018/hyperlinkcolor" val="tx"/>
                              </a:ext>
                            </a:extLst>
                          </a:hlinkClick>
                        </a:rPr>
                        <a:t> Philippines</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gn="l">
                        <a:lnSpc>
                          <a:spcPct val="90000"/>
                        </a:lnSpc>
                        <a:buNone/>
                      </a:pPr>
                      <a:r>
                        <a:rPr lang="ja-JP" altLang="en-US" sz="1200">
                          <a:latin typeface="+mn-ea"/>
                          <a:ea typeface="+mn-ea"/>
                          <a:cs typeface="Segoe UI" panose="020B0502040204020203" pitchFamily="34" charset="0"/>
                        </a:rPr>
                        <a:t>ケソン</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fontAlgn="b">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a:lnSpc>
                          <a:spcPct val="90000"/>
                        </a:lnSpc>
                        <a:buNone/>
                      </a:pPr>
                      <a:r>
                        <a:rPr lang="en-MY" sz="1200">
                          <a:latin typeface="+mn-ea"/>
                          <a:ea typeface="+mn-ea"/>
                          <a:cs typeface="Segoe UI" panose="020B0502040204020203" pitchFamily="34" charset="0"/>
                        </a:rPr>
                        <a:t>50名以上</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indent="0" algn="ctr">
                        <a:lnSpc>
                          <a:spcPct val="90000"/>
                        </a:lnSpc>
                        <a:buNone/>
                      </a:pPr>
                      <a:endParaRPr lang="en-US" sz="1200" dirty="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2657466524"/>
                  </a:ext>
                </a:extLst>
              </a:tr>
            </a:tbl>
          </a:graphicData>
        </a:graphic>
      </p:graphicFrame>
      <p:sp>
        <p:nvSpPr>
          <p:cNvPr id="6" name="Text 4">
            <a:extLst>
              <a:ext uri="{FF2B5EF4-FFF2-40B4-BE49-F238E27FC236}">
                <a16:creationId xmlns:a16="http://schemas.microsoft.com/office/drawing/2014/main" id="{4021C1DF-E06B-76DE-77C4-22A495EAEB39}"/>
              </a:ext>
            </a:extLst>
          </p:cNvPr>
          <p:cNvSpPr/>
          <p:nvPr/>
        </p:nvSpPr>
        <p:spPr>
          <a:xfrm>
            <a:off x="334963" y="6089199"/>
            <a:ext cx="11466576" cy="275273"/>
          </a:xfrm>
          <a:prstGeom prst="rect">
            <a:avLst/>
          </a:prstGeom>
          <a:noFill/>
          <a:ln/>
        </p:spPr>
        <p:txBody>
          <a:bodyPr wrap="square" lIns="36000" tIns="0" rIns="36000" bIns="0" rtlCol="0" anchor="ctr"/>
          <a:lstStyle/>
          <a:p>
            <a:pPr marL="0" indent="0">
              <a:buNone/>
            </a:pPr>
            <a:r>
              <a:rPr lang="en-US" sz="1000" err="1">
                <a:solidFill>
                  <a:srgbClr val="000000"/>
                </a:solidFill>
                <a:latin typeface="+mn-ea"/>
                <a:cs typeface="Segoe UI" pitchFamily="34" charset="-120"/>
              </a:rPr>
              <a:t>出典</a:t>
            </a:r>
            <a:r>
              <a:rPr lang="en-US" sz="1000">
                <a:solidFill>
                  <a:srgbClr val="000000"/>
                </a:solidFill>
                <a:latin typeface="+mn-ea"/>
                <a:cs typeface="Segoe UI" pitchFamily="34" charset="-120"/>
              </a:rPr>
              <a:t>: </a:t>
            </a:r>
            <a:r>
              <a:rPr lang="en-US" sz="1000" err="1">
                <a:solidFill>
                  <a:srgbClr val="000000"/>
                </a:solidFill>
                <a:latin typeface="+mn-ea"/>
                <a:cs typeface="Segoe UI" pitchFamily="34" charset="-120"/>
              </a:rPr>
              <a:t>会社ウェブサイト</a:t>
            </a:r>
            <a:r>
              <a:rPr lang="en-US" sz="1000">
                <a:solidFill>
                  <a:srgbClr val="000000"/>
                </a:solidFill>
                <a:latin typeface="+mn-ea"/>
                <a:cs typeface="Segoe UI" pitchFamily="34" charset="-120"/>
              </a:rPr>
              <a:t>, LinkedIn</a:t>
            </a:r>
            <a:endParaRPr lang="en-US" sz="1000">
              <a:latin typeface="+mn-ea"/>
            </a:endParaRPr>
          </a:p>
        </p:txBody>
      </p:sp>
    </p:spTree>
    <p:extLst>
      <p:ext uri="{BB962C8B-B14F-4D97-AF65-F5344CB8AC3E}">
        <p14:creationId xmlns:p14="http://schemas.microsoft.com/office/powerpoint/2010/main" val="356472521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E6BF-CE3E-D6B6-2DEF-8BC3F114925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7CE70C6-52D1-94B8-4BD5-605739D54D8E}"/>
              </a:ext>
            </a:extLst>
          </p:cNvPr>
          <p:cNvSpPr/>
          <p:nvPr/>
        </p:nvSpPr>
        <p:spPr>
          <a:xfrm>
            <a:off x="0" y="932688"/>
            <a:ext cx="12191695" cy="0"/>
          </a:xfrm>
          <a:prstGeom prst="line">
            <a:avLst/>
          </a:prstGeom>
          <a:noFill/>
          <a:ln w="57150">
            <a:solidFill>
              <a:srgbClr val="293F55"/>
            </a:solidFill>
            <a:prstDash val="solid"/>
          </a:ln>
        </p:spPr>
        <p:txBody>
          <a:bodyPr/>
          <a:lstStyle/>
          <a:p>
            <a:endParaRPr lang="en-US"/>
          </a:p>
        </p:txBody>
      </p:sp>
      <p:sp>
        <p:nvSpPr>
          <p:cNvPr id="3" name="Shape 1">
            <a:extLst>
              <a:ext uri="{FF2B5EF4-FFF2-40B4-BE49-F238E27FC236}">
                <a16:creationId xmlns:a16="http://schemas.microsoft.com/office/drawing/2014/main" id="{F0C8635B-48D5-32FD-24C1-B442F10A095E}"/>
              </a:ext>
            </a:extLst>
          </p:cNvPr>
          <p:cNvSpPr/>
          <p:nvPr/>
        </p:nvSpPr>
        <p:spPr>
          <a:xfrm>
            <a:off x="0" y="1005840"/>
            <a:ext cx="12191695" cy="0"/>
          </a:xfrm>
          <a:prstGeom prst="line">
            <a:avLst/>
          </a:prstGeom>
          <a:noFill/>
          <a:ln w="28575">
            <a:solidFill>
              <a:srgbClr val="293F55"/>
            </a:solidFill>
            <a:prstDash val="solid"/>
          </a:ln>
        </p:spPr>
        <p:txBody>
          <a:bodyPr/>
          <a:lstStyle/>
          <a:p>
            <a:endParaRPr lang="en-US"/>
          </a:p>
        </p:txBody>
      </p:sp>
      <p:sp>
        <p:nvSpPr>
          <p:cNvPr id="4" name="Shape 2">
            <a:extLst>
              <a:ext uri="{FF2B5EF4-FFF2-40B4-BE49-F238E27FC236}">
                <a16:creationId xmlns:a16="http://schemas.microsoft.com/office/drawing/2014/main" id="{3A00F1ED-10D5-2641-56E0-03CA8A197919}"/>
              </a:ext>
            </a:extLst>
          </p:cNvPr>
          <p:cNvSpPr/>
          <p:nvPr/>
        </p:nvSpPr>
        <p:spPr>
          <a:xfrm>
            <a:off x="0" y="6620256"/>
            <a:ext cx="12191695" cy="0"/>
          </a:xfrm>
          <a:prstGeom prst="line">
            <a:avLst/>
          </a:prstGeom>
          <a:noFill/>
          <a:ln w="28575">
            <a:solidFill>
              <a:srgbClr val="293F55"/>
            </a:solidFill>
            <a:prstDash val="solid"/>
          </a:ln>
        </p:spPr>
        <p:txBody>
          <a:bodyPr/>
          <a:lstStyle/>
          <a:p>
            <a:endParaRPr lang="en-US"/>
          </a:p>
        </p:txBody>
      </p:sp>
      <p:sp>
        <p:nvSpPr>
          <p:cNvPr id="5" name="Text 3">
            <a:extLst>
              <a:ext uri="{FF2B5EF4-FFF2-40B4-BE49-F238E27FC236}">
                <a16:creationId xmlns:a16="http://schemas.microsoft.com/office/drawing/2014/main" id="{E3C5D89E-188D-7B36-47D0-C711C52D6246}"/>
              </a:ext>
            </a:extLst>
          </p:cNvPr>
          <p:cNvSpPr/>
          <p:nvPr/>
        </p:nvSpPr>
        <p:spPr>
          <a:xfrm>
            <a:off x="347470" y="64008"/>
            <a:ext cx="11509567" cy="822960"/>
          </a:xfrm>
          <a:prstGeom prst="rect">
            <a:avLst/>
          </a:prstGeom>
          <a:noFill/>
          <a:ln/>
        </p:spPr>
        <p:txBody>
          <a:bodyPr wrap="square" lIns="0" rIns="0" rtlCol="0" anchor="b"/>
          <a:lstStyle/>
          <a:p>
            <a:r>
              <a:rPr lang="ja-JP" altLang="en-US" sz="2400">
                <a:latin typeface="+mj-ea"/>
                <a:ea typeface="+mj-ea"/>
                <a:cs typeface="Segoe UI" panose="020B0502040204020203" pitchFamily="34" charset="0"/>
              </a:rPr>
              <a:t>ターゲットリスト </a:t>
            </a:r>
            <a:r>
              <a:rPr lang="en-US" altLang="ja-JP" sz="2400">
                <a:latin typeface="+mj-ea"/>
                <a:ea typeface="+mj-ea"/>
                <a:cs typeface="Segoe UI" panose="020B0502040204020203" pitchFamily="34" charset="0"/>
              </a:rPr>
              <a:t>– </a:t>
            </a:r>
            <a:r>
              <a:rPr lang="ja-JP" altLang="en-US" sz="2400">
                <a:latin typeface="+mj-ea"/>
                <a:ea typeface="+mj-ea"/>
                <a:cs typeface="Segoe UI" panose="020B0502040204020203" pitchFamily="34" charset="0"/>
              </a:rPr>
              <a:t>東南アジアにおけるセキュリティ製品の</a:t>
            </a:r>
            <a:r>
              <a:rPr lang="ja-TH" altLang="en-US" sz="2400">
                <a:latin typeface="+mj-ea"/>
                <a:ea typeface="+mj-ea"/>
                <a:cs typeface="Segoe UI" panose="020B0502040204020203" pitchFamily="34" charset="0"/>
              </a:rPr>
              <a:t>販売代理店および</a:t>
            </a:r>
            <a:endParaRPr lang="en-US" altLang="ja-TH" sz="2400">
              <a:latin typeface="+mj-ea"/>
              <a:ea typeface="+mj-ea"/>
              <a:cs typeface="Segoe UI" panose="020B0502040204020203" pitchFamily="34" charset="0"/>
            </a:endParaRPr>
          </a:p>
          <a:p>
            <a:r>
              <a:rPr lang="ja-JP" altLang="en-US" sz="2400">
                <a:latin typeface="+mj-ea"/>
                <a:ea typeface="+mj-ea"/>
                <a:cs typeface="Segoe UI" panose="020B0502040204020203" pitchFamily="34" charset="0"/>
              </a:rPr>
              <a:t>システムインテグレーター（</a:t>
            </a:r>
            <a:r>
              <a:rPr lang="en-US" altLang="ja-JP" sz="2400">
                <a:latin typeface="+mj-ea"/>
                <a:ea typeface="+mj-ea"/>
                <a:cs typeface="Segoe UI" panose="020B0502040204020203" pitchFamily="34" charset="0"/>
              </a:rPr>
              <a:t>4/4</a:t>
            </a:r>
            <a:r>
              <a:rPr lang="ja-JP" altLang="en-US" sz="2400">
                <a:latin typeface="+mj-ea"/>
                <a:ea typeface="+mj-ea"/>
                <a:cs typeface="Segoe UI" panose="020B0502040204020203" pitchFamily="34" charset="0"/>
              </a:rPr>
              <a:t>）</a:t>
            </a:r>
            <a:endParaRPr lang="en-US" altLang="ja-TH" sz="2400">
              <a:latin typeface="+mj-ea"/>
              <a:ea typeface="+mj-ea"/>
              <a:cs typeface="Segoe UI" panose="020B0502040204020203" pitchFamily="34" charset="0"/>
            </a:endParaRPr>
          </a:p>
        </p:txBody>
      </p:sp>
      <p:graphicFrame>
        <p:nvGraphicFramePr>
          <p:cNvPr id="8" name="Table 0">
            <a:extLst>
              <a:ext uri="{FF2B5EF4-FFF2-40B4-BE49-F238E27FC236}">
                <a16:creationId xmlns:a16="http://schemas.microsoft.com/office/drawing/2014/main" id="{533C2AE7-3B1E-FAC1-0DE3-82D855348CA9}"/>
              </a:ext>
            </a:extLst>
          </p:cNvPr>
          <p:cNvGraphicFramePr>
            <a:graphicFrameLocks noGrp="1"/>
          </p:cNvGraphicFramePr>
          <p:nvPr>
            <p:extLst>
              <p:ext uri="{D42A27DB-BD31-4B8C-83A1-F6EECF244321}">
                <p14:modId xmlns:p14="http://schemas.microsoft.com/office/powerpoint/2010/main" val="1246474106"/>
              </p:ext>
            </p:extLst>
          </p:nvPr>
        </p:nvGraphicFramePr>
        <p:xfrm>
          <a:off x="338328" y="1326360"/>
          <a:ext cx="11518708" cy="3428514"/>
        </p:xfrm>
        <a:graphic>
          <a:graphicData uri="http://schemas.openxmlformats.org/drawingml/2006/table">
            <a:tbl>
              <a:tblPr/>
              <a:tblGrid>
                <a:gridCol w="749383">
                  <a:extLst>
                    <a:ext uri="{9D8B030D-6E8A-4147-A177-3AD203B41FA5}">
                      <a16:colId xmlns:a16="http://schemas.microsoft.com/office/drawing/2014/main" val="2085829203"/>
                    </a:ext>
                  </a:extLst>
                </a:gridCol>
                <a:gridCol w="2335772">
                  <a:extLst>
                    <a:ext uri="{9D8B030D-6E8A-4147-A177-3AD203B41FA5}">
                      <a16:colId xmlns:a16="http://schemas.microsoft.com/office/drawing/2014/main" val="20000"/>
                    </a:ext>
                  </a:extLst>
                </a:gridCol>
                <a:gridCol w="1330938">
                  <a:extLst>
                    <a:ext uri="{9D8B030D-6E8A-4147-A177-3AD203B41FA5}">
                      <a16:colId xmlns:a16="http://schemas.microsoft.com/office/drawing/2014/main" val="20001"/>
                    </a:ext>
                  </a:extLst>
                </a:gridCol>
                <a:gridCol w="843056">
                  <a:extLst>
                    <a:ext uri="{9D8B030D-6E8A-4147-A177-3AD203B41FA5}">
                      <a16:colId xmlns:a16="http://schemas.microsoft.com/office/drawing/2014/main" val="516877996"/>
                    </a:ext>
                  </a:extLst>
                </a:gridCol>
                <a:gridCol w="843056">
                  <a:extLst>
                    <a:ext uri="{9D8B030D-6E8A-4147-A177-3AD203B41FA5}">
                      <a16:colId xmlns:a16="http://schemas.microsoft.com/office/drawing/2014/main" val="2458966576"/>
                    </a:ext>
                  </a:extLst>
                </a:gridCol>
                <a:gridCol w="843056">
                  <a:extLst>
                    <a:ext uri="{9D8B030D-6E8A-4147-A177-3AD203B41FA5}">
                      <a16:colId xmlns:a16="http://schemas.microsoft.com/office/drawing/2014/main" val="2025135890"/>
                    </a:ext>
                  </a:extLst>
                </a:gridCol>
                <a:gridCol w="843056">
                  <a:extLst>
                    <a:ext uri="{9D8B030D-6E8A-4147-A177-3AD203B41FA5}">
                      <a16:colId xmlns:a16="http://schemas.microsoft.com/office/drawing/2014/main" val="125686924"/>
                    </a:ext>
                  </a:extLst>
                </a:gridCol>
                <a:gridCol w="1036896">
                  <a:extLst>
                    <a:ext uri="{9D8B030D-6E8A-4147-A177-3AD203B41FA5}">
                      <a16:colId xmlns:a16="http://schemas.microsoft.com/office/drawing/2014/main" val="59775128"/>
                    </a:ext>
                  </a:extLst>
                </a:gridCol>
                <a:gridCol w="768605">
                  <a:extLst>
                    <a:ext uri="{9D8B030D-6E8A-4147-A177-3AD203B41FA5}">
                      <a16:colId xmlns:a16="http://schemas.microsoft.com/office/drawing/2014/main" val="20002"/>
                    </a:ext>
                  </a:extLst>
                </a:gridCol>
                <a:gridCol w="750513">
                  <a:extLst>
                    <a:ext uri="{9D8B030D-6E8A-4147-A177-3AD203B41FA5}">
                      <a16:colId xmlns:a16="http://schemas.microsoft.com/office/drawing/2014/main" val="20003"/>
                    </a:ext>
                  </a:extLst>
                </a:gridCol>
                <a:gridCol w="1174377">
                  <a:extLst>
                    <a:ext uri="{9D8B030D-6E8A-4147-A177-3AD203B41FA5}">
                      <a16:colId xmlns:a16="http://schemas.microsoft.com/office/drawing/2014/main" val="20004"/>
                    </a:ext>
                  </a:extLst>
                </a:gridCol>
              </a:tblGrid>
              <a:tr h="260579">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rowSpan="2">
                  <a:txBody>
                    <a:bodyPr/>
                    <a:lstStyle/>
                    <a:p>
                      <a:pPr marL="0" indent="0" algn="ctr">
                        <a:lnSpc>
                          <a:spcPct val="90000"/>
                        </a:lnSpc>
                        <a:buNone/>
                      </a:pPr>
                      <a:r>
                        <a:rPr lang="en-US" sz="1200" err="1">
                          <a:solidFill>
                            <a:srgbClr val="FFFFFF"/>
                          </a:solidFill>
                          <a:latin typeface="+mn-ea"/>
                          <a:ea typeface="+mn-ea"/>
                          <a:cs typeface="Segoe UI" panose="020B0502040204020203" pitchFamily="34" charset="0"/>
                        </a:rPr>
                        <a:t>本社</a:t>
                      </a: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indent="0" algn="ctr">
                        <a:lnSpc>
                          <a:spcPct val="90000"/>
                        </a:lnSpc>
                        <a:buNone/>
                      </a:pPr>
                      <a:r>
                        <a:rPr lang="en-US" sz="1200" err="1">
                          <a:solidFill>
                            <a:schemeClr val="bg1"/>
                          </a:solidFill>
                          <a:latin typeface="+mn-ea"/>
                          <a:ea typeface="+mn-ea"/>
                          <a:cs typeface="Segoe UI" panose="020B0502040204020203" pitchFamily="34" charset="0"/>
                        </a:rPr>
                        <a:t>販売代理店</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indent="0" algn="ctr">
                        <a:lnSpc>
                          <a:spcPct val="90000"/>
                        </a:lnSpc>
                        <a:buNone/>
                      </a:pPr>
                      <a:r>
                        <a:rPr lang="ja-JP" altLang="en-US" sz="1200">
                          <a:solidFill>
                            <a:schemeClr val="bg1"/>
                          </a:solidFill>
                          <a:latin typeface="+mn-ea"/>
                          <a:ea typeface="+mn-ea"/>
                          <a:cs typeface="Segoe UI" panose="020B0502040204020203" pitchFamily="34" charset="0"/>
                        </a:rPr>
                        <a:t>システムインテグレーター</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indent="0" algn="ctr">
                        <a:lnSpc>
                          <a:spcPct val="90000"/>
                        </a:lnSpc>
                        <a:buNone/>
                      </a:pPr>
                      <a:r>
                        <a:rPr lang="en-US" sz="1200" err="1">
                          <a:solidFill>
                            <a:schemeClr val="bg1"/>
                          </a:solidFill>
                          <a:latin typeface="+mn-ea"/>
                          <a:ea typeface="+mn-ea"/>
                          <a:cs typeface="Segoe UI" panose="020B0502040204020203" pitchFamily="34" charset="0"/>
                        </a:rPr>
                        <a:t>従業員数</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200" err="1">
                          <a:solidFill>
                            <a:schemeClr val="bg1"/>
                          </a:solidFill>
                          <a:latin typeface="+mn-ea"/>
                          <a:ea typeface="+mn-ea"/>
                          <a:cs typeface="Segoe UI" panose="020B0502040204020203" pitchFamily="34" charset="0"/>
                        </a:rPr>
                        <a:t>売上</a:t>
                      </a:r>
                      <a:endParaRPr lang="en-US" sz="1200">
                        <a:solidFill>
                          <a:schemeClr val="bg1"/>
                        </a:solidFill>
                        <a:latin typeface="+mn-ea"/>
                        <a:ea typeface="+mn-ea"/>
                        <a:cs typeface="Segoe UI" panose="020B0502040204020203" pitchFamily="34" charset="0"/>
                      </a:endParaRPr>
                    </a:p>
                    <a:p>
                      <a:pPr marL="0" marR="0" lvl="0" indent="0" algn="ctr" defTabSz="914400" rtl="0" eaLnBrk="1" fontAlgn="auto" latinLnBrk="0" hangingPunct="1">
                        <a:lnSpc>
                          <a:spcPct val="90000"/>
                        </a:lnSpc>
                        <a:spcBef>
                          <a:spcPts val="0"/>
                        </a:spcBef>
                        <a:spcAft>
                          <a:spcPts val="0"/>
                        </a:spcAft>
                        <a:buClrTx/>
                        <a:buSzTx/>
                        <a:buFontTx/>
                        <a:buNone/>
                        <a:tabLst/>
                        <a:defRPr/>
                      </a:pPr>
                      <a:r>
                        <a:rPr lang="en-US" sz="1200">
                          <a:solidFill>
                            <a:schemeClr val="bg1"/>
                          </a:solidFill>
                          <a:latin typeface="+mn-ea"/>
                          <a:ea typeface="+mn-ea"/>
                          <a:cs typeface="Segoe UI" panose="020B0502040204020203" pitchFamily="34" charset="0"/>
                        </a:rPr>
                        <a:t>(</a:t>
                      </a:r>
                      <a:r>
                        <a:rPr lang="en-US" sz="1200" err="1">
                          <a:solidFill>
                            <a:schemeClr val="bg1"/>
                          </a:solidFill>
                          <a:latin typeface="+mn-ea"/>
                          <a:ea typeface="+mn-ea"/>
                          <a:cs typeface="Segoe UI" panose="020B0502040204020203" pitchFamily="34" charset="0"/>
                        </a:rPr>
                        <a:t>億円</a:t>
                      </a:r>
                      <a:r>
                        <a:rPr lang="en-US" sz="1200">
                          <a:solidFill>
                            <a:schemeClr val="bg1"/>
                          </a:solidFill>
                          <a:latin typeface="+mn-ea"/>
                          <a:ea typeface="+mn-ea"/>
                          <a:cs typeface="Segoe UI" panose="020B0502040204020203" pitchFamily="34" charset="0"/>
                        </a:rPr>
                        <a:t>)</a:t>
                      </a: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rowSpan="2">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ja-JP" altLang="en-US" sz="1200">
                          <a:solidFill>
                            <a:schemeClr val="bg1"/>
                          </a:solidFill>
                          <a:latin typeface="+mn-ea"/>
                          <a:ea typeface="+mn-ea"/>
                          <a:cs typeface="Segoe UI" panose="020B0502040204020203" pitchFamily="34" charset="0"/>
                        </a:rPr>
                        <a:t>データ</a:t>
                      </a:r>
                      <a:endParaRPr lang="en-US" altLang="ja-JP" sz="1200">
                        <a:solidFill>
                          <a:schemeClr val="bg1"/>
                        </a:solidFill>
                        <a:latin typeface="+mn-ea"/>
                        <a:ea typeface="+mn-ea"/>
                        <a:cs typeface="Segoe UI" panose="020B0502040204020203" pitchFamily="34" charset="0"/>
                      </a:endParaRPr>
                    </a:p>
                    <a:p>
                      <a:pPr marL="0" marR="0" lvl="0" indent="0" algn="ctr" defTabSz="914400" rtl="0" eaLnBrk="1" fontAlgn="auto" latinLnBrk="0" hangingPunct="1">
                        <a:lnSpc>
                          <a:spcPct val="90000"/>
                        </a:lnSpc>
                        <a:spcBef>
                          <a:spcPts val="0"/>
                        </a:spcBef>
                        <a:spcAft>
                          <a:spcPts val="0"/>
                        </a:spcAft>
                        <a:buClrTx/>
                        <a:buSzTx/>
                        <a:buFontTx/>
                        <a:buNone/>
                        <a:tabLst/>
                        <a:defRPr/>
                      </a:pPr>
                      <a:r>
                        <a:rPr lang="ja-JP" altLang="en-US" sz="1200">
                          <a:solidFill>
                            <a:schemeClr val="bg1"/>
                          </a:solidFill>
                          <a:latin typeface="+mn-ea"/>
                          <a:ea typeface="+mn-ea"/>
                          <a:cs typeface="Segoe UI" panose="020B0502040204020203" pitchFamily="34" charset="0"/>
                        </a:rPr>
                        <a:t>センター顧客</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gridSpan="3">
                  <a:txBody>
                    <a:bodyPr/>
                    <a:lstStyle/>
                    <a:p>
                      <a:pPr marL="0" indent="0" algn="ctr">
                        <a:lnSpc>
                          <a:spcPct val="90000"/>
                        </a:lnSpc>
                        <a:buNone/>
                      </a:pPr>
                      <a:r>
                        <a:rPr lang="ja-TH" altLang="en-US" sz="1200">
                          <a:solidFill>
                            <a:srgbClr val="FFFFFF"/>
                          </a:solidFill>
                          <a:latin typeface="+mn-ea"/>
                          <a:ea typeface="+mn-ea"/>
                          <a:cs typeface="Segoe UI" panose="020B0502040204020203" pitchFamily="34" charset="0"/>
                        </a:rPr>
                        <a:t>製</a:t>
                      </a:r>
                      <a:r>
                        <a:rPr lang="ja-JP" altLang="en-US" sz="1200">
                          <a:solidFill>
                            <a:srgbClr val="FFFFFF"/>
                          </a:solidFill>
                          <a:latin typeface="+mn-ea"/>
                          <a:ea typeface="+mn-ea"/>
                          <a:cs typeface="Segoe UI" panose="020B0502040204020203" pitchFamily="34" charset="0"/>
                        </a:rPr>
                        <a:t>品</a:t>
                      </a:r>
                      <a:r>
                        <a:rPr lang="en-US" altLang="ja-JP" sz="1200">
                          <a:solidFill>
                            <a:srgbClr val="FFFFFF"/>
                          </a:solidFill>
                          <a:latin typeface="+mn-ea"/>
                          <a:ea typeface="+mn-ea"/>
                          <a:cs typeface="Segoe UI" panose="020B0502040204020203" pitchFamily="34" charset="0"/>
                        </a:rPr>
                        <a:t>/</a:t>
                      </a:r>
                      <a:r>
                        <a:rPr lang="ja-JP" altLang="en-US" sz="1200">
                          <a:solidFill>
                            <a:srgbClr val="FFFFFF"/>
                          </a:solidFill>
                          <a:latin typeface="+mn-ea"/>
                          <a:ea typeface="+mn-ea"/>
                          <a:cs typeface="Segoe UI" panose="020B0502040204020203" pitchFamily="34" charset="0"/>
                        </a:rPr>
                        <a:t>サービス</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1524A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18375">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marL="0" indent="0" algn="ctr">
                        <a:lnSpc>
                          <a:spcPct val="90000"/>
                        </a:lnSpc>
                        <a:buNone/>
                      </a:pPr>
                      <a:endParaRPr lang="en-US"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vMerge="1">
                  <a:txBody>
                    <a:bodyPr/>
                    <a:lstStyle/>
                    <a:p>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vMerge="1">
                  <a:txBody>
                    <a:bodyPr/>
                    <a:lstStyle/>
                    <a:p>
                      <a:endParaRPr lang="en-MY"/>
                    </a:p>
                  </a:txBody>
                  <a:tcPr/>
                </a:tc>
                <a:tc vMerge="1">
                  <a:txBody>
                    <a:bodyPr/>
                    <a:lstStyle/>
                    <a:p>
                      <a:endParaRPr lang="en-MY"/>
                    </a:p>
                  </a:txBody>
                  <a:tcPr/>
                </a:tc>
                <a:tc vMerge="1">
                  <a:txBody>
                    <a:bodyPr/>
                    <a:lstStyle/>
                    <a:p>
                      <a:endParaRPr/>
                    </a:p>
                  </a:txBody>
                  <a:tcPr marL="36000" marR="36000" marT="0" marB="0" anchor="ctr">
                    <a:lnL w="38100" cap="flat" cmpd="sng" algn="ctr">
                      <a:solidFill>
                        <a:srgbClr val="FFFFFF"/>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vMerge="1">
                  <a:txBody>
                    <a:bodyPr/>
                    <a:lstStyle/>
                    <a:p>
                      <a:endParaRPr lang="en-MY"/>
                    </a:p>
                  </a:txBody>
                  <a:tcPr/>
                </a:tc>
                <a:tc vMerge="1">
                  <a:txBody>
                    <a:bodyPr/>
                    <a:lstStyle/>
                    <a:p>
                      <a:endParaRPr lang="en-MY"/>
                    </a:p>
                  </a:txBody>
                  <a:tcPr/>
                </a:tc>
                <a:tc>
                  <a:txBody>
                    <a:bodyPr/>
                    <a:lstStyle/>
                    <a:p>
                      <a:pPr marL="0" indent="0" algn="ctr">
                        <a:lnSpc>
                          <a:spcPct val="90000"/>
                        </a:lnSpc>
                        <a:buNone/>
                      </a:pPr>
                      <a:r>
                        <a:rPr lang="ja-JP" altLang="en-US" sz="1200">
                          <a:solidFill>
                            <a:schemeClr val="bg1"/>
                          </a:solidFill>
                          <a:latin typeface="+mn-ea"/>
                          <a:ea typeface="+mn-ea"/>
                          <a:cs typeface="Segoe UI" panose="020B0502040204020203" pitchFamily="34" charset="0"/>
                        </a:rPr>
                        <a:t>監視</a:t>
                      </a:r>
                      <a:endParaRPr lang="en-US" altLang="ja-JP" sz="1200">
                        <a:solidFill>
                          <a:schemeClr val="bg1"/>
                        </a:solidFill>
                        <a:latin typeface="+mn-ea"/>
                        <a:ea typeface="+mn-ea"/>
                        <a:cs typeface="Segoe UI" panose="020B0502040204020203" pitchFamily="34" charset="0"/>
                      </a:endParaRPr>
                    </a:p>
                    <a:p>
                      <a:pPr marL="0" indent="0" algn="ctr">
                        <a:lnSpc>
                          <a:spcPct val="90000"/>
                        </a:lnSpc>
                        <a:buNone/>
                      </a:pPr>
                      <a:r>
                        <a:rPr lang="ja-JP" altLang="en-US" sz="1200">
                          <a:solidFill>
                            <a:schemeClr val="bg1"/>
                          </a:solidFill>
                          <a:latin typeface="+mn-ea"/>
                          <a:ea typeface="+mn-ea"/>
                          <a:cs typeface="Segoe UI" panose="020B0502040204020203" pitchFamily="34" charset="0"/>
                        </a:rPr>
                        <a:t>システム</a:t>
                      </a:r>
                      <a:endParaRPr lang="en-US" sz="1200">
                        <a:solidFill>
                          <a:schemeClr val="bg1"/>
                        </a:solidFill>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7FFF"/>
                    </a:solidFill>
                  </a:tcPr>
                </a:tc>
                <a:tc>
                  <a:txBody>
                    <a:bodyPr/>
                    <a:lstStyle/>
                    <a:p>
                      <a:pPr marL="0" indent="0" algn="ctr">
                        <a:lnSpc>
                          <a:spcPct val="90000"/>
                        </a:lnSpc>
                        <a:buNone/>
                      </a:pPr>
                      <a:r>
                        <a:rPr lang="ja-JP" altLang="en-US" sz="1200">
                          <a:solidFill>
                            <a:srgbClr val="FFFFFF"/>
                          </a:solidFill>
                          <a:latin typeface="+mn-ea"/>
                          <a:ea typeface="+mn-ea"/>
                          <a:cs typeface="Segoe UI" panose="020B0502040204020203" pitchFamily="34" charset="0"/>
                        </a:rPr>
                        <a:t>アクセス制御</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7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ja-JP" altLang="en-US" sz="1200">
                          <a:solidFill>
                            <a:srgbClr val="FFFFFF"/>
                          </a:solidFill>
                          <a:latin typeface="+mn-ea"/>
                          <a:ea typeface="+mn-ea"/>
                          <a:cs typeface="Segoe UI" panose="020B0502040204020203" pitchFamily="34" charset="0"/>
                        </a:rPr>
                        <a:t>データ</a:t>
                      </a:r>
                      <a:r>
                        <a:rPr lang="en-US" altLang="ja-JP" sz="1200">
                          <a:solidFill>
                            <a:srgbClr val="FFFFFF"/>
                          </a:solidFill>
                          <a:latin typeface="+mn-ea"/>
                          <a:ea typeface="+mn-ea"/>
                          <a:cs typeface="Segoe UI" panose="020B0502040204020203" pitchFamily="34" charset="0"/>
                        </a:rPr>
                        <a:t>/</a:t>
                      </a:r>
                      <a:r>
                        <a:rPr lang="ja-JP" altLang="en-US" sz="1200">
                          <a:solidFill>
                            <a:srgbClr val="FFFFFF"/>
                          </a:solidFill>
                          <a:latin typeface="+mn-ea"/>
                          <a:ea typeface="+mn-ea"/>
                          <a:cs typeface="Segoe UI" panose="020B0502040204020203" pitchFamily="34" charset="0"/>
                        </a:rPr>
                        <a:t>ネットワークサービス</a:t>
                      </a:r>
                      <a:endParaRPr lang="en-US" sz="1200">
                        <a:latin typeface="+mn-ea"/>
                        <a:ea typeface="+mn-ea"/>
                        <a:cs typeface="Segoe UI" panose="020B0502040204020203" pitchFamily="34" charset="0"/>
                      </a:endParaRPr>
                    </a:p>
                  </a:txBody>
                  <a:tcPr marL="36576" marR="36576"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7FFF"/>
                    </a:solidFill>
                  </a:tcPr>
                </a:tc>
                <a:extLst>
                  <a:ext uri="{0D108BD9-81ED-4DB2-BD59-A6C34878D82A}">
                    <a16:rowId xmlns:a16="http://schemas.microsoft.com/office/drawing/2014/main" val="10001"/>
                  </a:ext>
                </a:extLst>
              </a:tr>
              <a:tr h="264956">
                <a:tc rowSpan="10">
                  <a:txBody>
                    <a:bodyPr/>
                    <a:lstStyle/>
                    <a:p>
                      <a:pPr marL="0" indent="0" algn="ctr" fontAlgn="b">
                        <a:lnSpc>
                          <a:spcPct val="90000"/>
                        </a:lnSpc>
                        <a:buNone/>
                      </a:pPr>
                      <a:r>
                        <a:rPr lang="ja-JP" altLang="en-US" sz="1200" b="0" i="0" u="none" strike="noStrike">
                          <a:solidFill>
                            <a:schemeClr val="bg1"/>
                          </a:solidFill>
                          <a:effectLst/>
                          <a:latin typeface="+mn-ea"/>
                          <a:ea typeface="+mn-ea"/>
                          <a:cs typeface="Segoe UI" panose="020B0502040204020203" pitchFamily="34" charset="0"/>
                        </a:rPr>
                        <a:t>ベトナム</a:t>
                      </a:r>
                      <a:endParaRPr lang="en-SG" sz="1200" b="0" i="0" u="none" strike="noStrike" dirty="0">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ctr">
                        <a:lnSpc>
                          <a:spcPct val="90000"/>
                        </a:lnSpc>
                        <a:buNone/>
                      </a:pPr>
                      <a:r>
                        <a:rPr lang="en-MY" sz="1200" b="0" i="0" u="none" strike="noStrike">
                          <a:solidFill>
                            <a:schemeClr val="bg1"/>
                          </a:solidFill>
                          <a:effectLst/>
                          <a:latin typeface="+mn-ea"/>
                          <a:ea typeface="+mn-ea"/>
                          <a:cs typeface="Segoe UI" panose="020B0502040204020203" pitchFamily="34" charset="0"/>
                          <a:hlinkClick r:id="rId3">
                            <a:extLst>
                              <a:ext uri="{A12FA001-AC4F-418D-AE19-62706E023703}">
                                <ahyp:hlinkClr xmlns:ahyp="http://schemas.microsoft.com/office/drawing/2018/hyperlinkcolor" val="tx"/>
                              </a:ext>
                            </a:extLst>
                          </a:hlinkClick>
                        </a:rPr>
                        <a:t>54. Viet Phat</a:t>
                      </a:r>
                      <a:endParaRPr lang="en-MY"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en-MY" sz="1200" dirty="0">
                          <a:solidFill>
                            <a:srgbClr val="FF0000"/>
                          </a:solidFill>
                        </a:rPr>
                        <a:t>Binh Duong</a:t>
                      </a:r>
                      <a:endParaRPr lang="fr-FR" sz="1200" dirty="0">
                        <a:solidFill>
                          <a:srgbClr val="FF0000"/>
                        </a:solidFill>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dirty="0">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r" defTabSz="914400" rtl="0" eaLnBrk="1" fontAlgn="ctr" latinLnBrk="0" hangingPunct="1">
                        <a:lnSpc>
                          <a:spcPct val="90000"/>
                        </a:lnSpc>
                        <a:spcBef>
                          <a:spcPts val="0"/>
                        </a:spcBef>
                        <a:spcAft>
                          <a:spcPts val="0"/>
                        </a:spcAft>
                        <a:buClrTx/>
                        <a:buSzTx/>
                        <a:buFontTx/>
                        <a:buNone/>
                        <a:tabLst/>
                        <a:defRPr/>
                      </a:pPr>
                      <a:r>
                        <a:rPr kumimoji="1" lang="en-MY"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lang="en-MY" sz="1200" b="0" i="0" u="none" strike="noStrike">
                          <a:solidFill>
                            <a:srgbClr val="000000"/>
                          </a:solidFill>
                          <a:effectLst/>
                          <a:latin typeface="+mn-ea"/>
                          <a:ea typeface="+mn-ea"/>
                          <a:cs typeface="Segoe UI" panose="020B0502040204020203" pitchFamily="34" charset="0"/>
                        </a:rPr>
                        <a:t>6.5</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352626744"/>
                  </a:ext>
                </a:extLst>
              </a:tr>
              <a:tr h="264956">
                <a:tc vMerge="1">
                  <a:txBody>
                    <a:bodyPr/>
                    <a:lstStyle/>
                    <a:p>
                      <a:pPr marL="0" indent="0" algn="ctr" fontAlgn="b">
                        <a:lnSpc>
                          <a:spcPct val="80000"/>
                        </a:lnSpc>
                        <a:buNone/>
                      </a:pPr>
                      <a:endParaRPr lang="en-SG" sz="1200" b="0" i="0" u="none" strike="noStrike">
                        <a:solidFill>
                          <a:schemeClr val="bg1"/>
                        </a:solidFill>
                        <a:effectLst/>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gn="l" fontAlgn="ctr">
                        <a:lnSpc>
                          <a:spcPct val="90000"/>
                        </a:lnSpc>
                        <a:buNone/>
                      </a:pPr>
                      <a:r>
                        <a:rPr lang="en-MY" sz="1200" b="0" i="0" u="none" strike="noStrike">
                          <a:solidFill>
                            <a:schemeClr val="bg1"/>
                          </a:solidFill>
                          <a:effectLst/>
                          <a:latin typeface="+mn-ea"/>
                          <a:ea typeface="+mn-ea"/>
                          <a:cs typeface="Segoe UI" panose="020B0502040204020203" pitchFamily="34" charset="0"/>
                          <a:hlinkClick r:id="rId4">
                            <a:extLst>
                              <a:ext uri="{A12FA001-AC4F-418D-AE19-62706E023703}">
                                <ahyp:hlinkClr xmlns:ahyp="http://schemas.microsoft.com/office/drawing/2018/hyperlinkcolor" val="tx"/>
                              </a:ext>
                            </a:extLst>
                          </a:hlinkClick>
                        </a:rPr>
                        <a:t>55. Tan Bao Saigon</a:t>
                      </a:r>
                      <a:endParaRPr lang="en-MY"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n-ea"/>
                          <a:ea typeface="+mn-ea"/>
                          <a:cs typeface="Segoe UI" panose="020B0502040204020203" pitchFamily="34" charset="0"/>
                        </a:rPr>
                        <a:t>ホーチミン</a:t>
                      </a:r>
                      <a:endParaRPr kumimoji="1" lang="en-MY" altLang="ja-TH" sz="1200" b="0" i="0" u="none" strike="noStrike" kern="1200" cap="none" spc="0" normalizeH="0" baseline="0" noProof="0" dirty="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ctr">
                        <a:lnSpc>
                          <a:spcPct val="90000"/>
                        </a:lnSpc>
                        <a:buNone/>
                      </a:pPr>
                      <a:r>
                        <a:rPr lang="en-US" sz="1200" b="0" i="0" u="none" strike="noStrike">
                          <a:solidFill>
                            <a:schemeClr val="tx1"/>
                          </a:solidFill>
                          <a:effectLst/>
                          <a:latin typeface="+mn-ea"/>
                          <a:ea typeface="+mn-ea"/>
                          <a:cs typeface="Segoe UI" panose="020B0502040204020203" pitchFamily="34" charset="0"/>
                        </a:rPr>
                        <a:t>11-50</a:t>
                      </a:r>
                      <a:r>
                        <a:rPr lang="en-MY" altLang="ja-TH" sz="1200" b="0" i="0" u="none" strike="noStrike" err="1">
                          <a:solidFill>
                            <a:schemeClr val="tx1"/>
                          </a:solidFill>
                          <a:effectLst/>
                          <a:latin typeface="+mn-ea"/>
                          <a:ea typeface="+mn-ea"/>
                          <a:cs typeface="Segoe UI" panose="020B0502040204020203" pitchFamily="34" charset="0"/>
                        </a:rPr>
                        <a:t>名</a:t>
                      </a:r>
                      <a:endParaRPr lang="en-MY" sz="1200" b="0" i="0" u="none" strike="noStrike">
                        <a:solidFill>
                          <a:schemeClr val="tx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MY"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MY"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highlight>
                          <a:srgbClr val="FFFF00"/>
                        </a:highligh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ctr">
                        <a:lnSpc>
                          <a:spcPct val="90000"/>
                        </a:lnSpc>
                        <a:buNone/>
                      </a:pP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31819476"/>
                  </a:ext>
                </a:extLst>
              </a:tr>
              <a:tr h="264956">
                <a:tc vMerge="1">
                  <a:txBody>
                    <a:bodyPr/>
                    <a:lstStyle/>
                    <a:p>
                      <a:pPr marL="0" indent="0" algn="ctr" fontAlgn="b">
                        <a:lnSpc>
                          <a:spcPct val="80000"/>
                        </a:lnSpc>
                        <a:buNone/>
                      </a:pPr>
                      <a:endParaRPr lang="en-SG" sz="1200" b="0" i="0" u="none" strike="noStrike">
                        <a:solidFill>
                          <a:schemeClr val="bg1"/>
                        </a:solidFill>
                        <a:effectLst/>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ctr">
                        <a:lnSpc>
                          <a:spcPct val="90000"/>
                        </a:lnSpc>
                        <a:buNone/>
                      </a:pPr>
                      <a:r>
                        <a:rPr lang="en-MY" sz="1200" b="0" i="0" u="none" strike="noStrike">
                          <a:solidFill>
                            <a:schemeClr val="bg1"/>
                          </a:solidFill>
                          <a:effectLst/>
                          <a:latin typeface="+mn-ea"/>
                          <a:ea typeface="+mn-ea"/>
                          <a:cs typeface="Segoe UI" panose="020B0502040204020203" pitchFamily="34" charset="0"/>
                          <a:hlinkClick r:id="rId5">
                            <a:extLst>
                              <a:ext uri="{A12FA001-AC4F-418D-AE19-62706E023703}">
                                <ahyp:hlinkClr xmlns:ahyp="http://schemas.microsoft.com/office/drawing/2018/hyperlinkcolor" val="tx"/>
                              </a:ext>
                            </a:extLst>
                          </a:hlinkClick>
                        </a:rPr>
                        <a:t>56. Vu Tien</a:t>
                      </a:r>
                      <a:endParaRPr lang="en-MY"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rPr>
                        <a:t>ホーチミン</a:t>
                      </a:r>
                      <a:endParaRPr kumimoji="1" lang="en-MY" altLang="ja-TH"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algn="r" fontAlgn="ctr">
                        <a:lnSpc>
                          <a:spcPct val="90000"/>
                        </a:lnSpc>
                        <a:buNone/>
                      </a:pPr>
                      <a:r>
                        <a:rPr kumimoji="1" lang="en-MY" sz="1200" b="0" i="0" u="none" strike="noStrike" kern="1200" cap="none" spc="0" normalizeH="0" baseline="0" noProof="0">
                          <a:ln>
                            <a:noFill/>
                          </a:ln>
                          <a:solidFill>
                            <a:schemeClr val="tx1"/>
                          </a:solidFill>
                          <a:effectLst/>
                          <a:uLnTx/>
                          <a:uFillTx/>
                          <a:latin typeface="+mn-ea"/>
                          <a:ea typeface="+mn-ea"/>
                          <a:cs typeface="Segoe UI" panose="020B0502040204020203" pitchFamily="34" charset="0"/>
                        </a:rPr>
                        <a:t>-</a:t>
                      </a:r>
                      <a:endParaRPr lang="en-MY" sz="1200" b="0" i="0" u="none" strike="noStrike">
                        <a:solidFill>
                          <a:schemeClr val="tx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algn="r" fontAlgn="b">
                        <a:lnSpc>
                          <a:spcPct val="90000"/>
                        </a:lnSpc>
                        <a:buNone/>
                      </a:pPr>
                      <a:r>
                        <a:rPr kumimoji="1" lang="en-MY"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MY"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highlight>
                          <a:srgbClr val="FFFF00"/>
                        </a:highligh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extLst>
                  <a:ext uri="{0D108BD9-81ED-4DB2-BD59-A6C34878D82A}">
                    <a16:rowId xmlns:a16="http://schemas.microsoft.com/office/drawing/2014/main" val="465501923"/>
                  </a:ext>
                </a:extLst>
              </a:tr>
              <a:tr h="264956">
                <a:tc vMerge="1">
                  <a:txBody>
                    <a:bodyPr/>
                    <a:lstStyle/>
                    <a:p>
                      <a:pPr marL="0" indent="0" algn="ctr" fontAlgn="b">
                        <a:lnSpc>
                          <a:spcPct val="80000"/>
                        </a:lnSpc>
                        <a:buNone/>
                      </a:pPr>
                      <a:endParaRPr lang="en-SG" sz="1200" b="0" i="0" u="none" strike="noStrike">
                        <a:solidFill>
                          <a:schemeClr val="bg1"/>
                        </a:solidFill>
                        <a:effectLst/>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gn="l" fontAlgn="ctr">
                        <a:lnSpc>
                          <a:spcPct val="90000"/>
                        </a:lnSpc>
                        <a:buNone/>
                      </a:pPr>
                      <a:r>
                        <a:rPr lang="en-MY" sz="1200" b="0" i="0" u="none" strike="noStrike">
                          <a:solidFill>
                            <a:schemeClr val="bg1"/>
                          </a:solidFill>
                          <a:effectLst/>
                          <a:latin typeface="+mn-ea"/>
                          <a:ea typeface="+mn-ea"/>
                          <a:cs typeface="Segoe UI" panose="020B0502040204020203" pitchFamily="34" charset="0"/>
                          <a:hlinkClick r:id="rId6">
                            <a:extLst>
                              <a:ext uri="{A12FA001-AC4F-418D-AE19-62706E023703}">
                                <ahyp:hlinkClr xmlns:ahyp="http://schemas.microsoft.com/office/drawing/2018/hyperlinkcolor" val="tx"/>
                              </a:ext>
                            </a:extLst>
                          </a:hlinkClick>
                        </a:rPr>
                        <a:t>57. </a:t>
                      </a:r>
                      <a:r>
                        <a:rPr lang="en-MY" sz="1200" b="0" i="0" u="none" strike="noStrike" err="1">
                          <a:solidFill>
                            <a:schemeClr val="bg1"/>
                          </a:solidFill>
                          <a:effectLst/>
                          <a:latin typeface="+mn-ea"/>
                          <a:ea typeface="+mn-ea"/>
                          <a:cs typeface="Segoe UI" panose="020B0502040204020203" pitchFamily="34" charset="0"/>
                          <a:hlinkClick r:id="rId6">
                            <a:extLst>
                              <a:ext uri="{A12FA001-AC4F-418D-AE19-62706E023703}">
                                <ahyp:hlinkClr xmlns:ahyp="http://schemas.microsoft.com/office/drawing/2018/hyperlinkcolor" val="tx"/>
                              </a:ext>
                            </a:extLst>
                          </a:hlinkClick>
                        </a:rPr>
                        <a:t>TCTech</a:t>
                      </a:r>
                      <a:endParaRPr lang="en-MY"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en-MY" sz="1200" err="1">
                          <a:latin typeface="+mn-ea"/>
                          <a:ea typeface="+mn-ea"/>
                          <a:cs typeface="Segoe UI" panose="020B0502040204020203" pitchFamily="34" charset="0"/>
                        </a:rPr>
                        <a:t>ハノイ</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r" defTabSz="914400" rtl="0" eaLnBrk="1" fontAlgn="ctr" latinLnBrk="0" hangingPunct="1">
                        <a:lnSpc>
                          <a:spcPct val="90000"/>
                        </a:lnSpc>
                        <a:spcBef>
                          <a:spcPts val="0"/>
                        </a:spcBef>
                        <a:spcAft>
                          <a:spcPts val="0"/>
                        </a:spcAft>
                        <a:buClrTx/>
                        <a:buSzTx/>
                        <a:buFontTx/>
                        <a:buNone/>
                        <a:tabLst/>
                        <a:defRPr/>
                      </a:pPr>
                      <a:r>
                        <a:rPr kumimoji="1" lang="en-MY"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MY"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MY"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ctr">
                        <a:lnSpc>
                          <a:spcPct val="90000"/>
                        </a:lnSpc>
                        <a:buNone/>
                      </a:pP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595266401"/>
                  </a:ext>
                </a:extLst>
              </a:tr>
              <a:tr h="264956">
                <a:tc vMerge="1">
                  <a:txBody>
                    <a:bodyPr/>
                    <a:lstStyle/>
                    <a:p>
                      <a:pPr marL="0" indent="0" algn="ctr" fontAlgn="b">
                        <a:lnSpc>
                          <a:spcPct val="80000"/>
                        </a:lnSpc>
                        <a:buNone/>
                      </a:pPr>
                      <a:endParaRPr lang="en-SG" sz="1200" b="0" i="0" u="none" strike="noStrike">
                        <a:solidFill>
                          <a:schemeClr val="bg1"/>
                        </a:solidFill>
                        <a:effectLst/>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gn="l" fontAlgn="ctr">
                        <a:lnSpc>
                          <a:spcPct val="90000"/>
                        </a:lnSpc>
                        <a:buNone/>
                      </a:pPr>
                      <a:r>
                        <a:rPr lang="en-MY" sz="1200" b="0" i="0" u="none" strike="noStrike">
                          <a:solidFill>
                            <a:schemeClr val="bg1"/>
                          </a:solidFill>
                          <a:effectLst/>
                          <a:latin typeface="+mn-ea"/>
                          <a:ea typeface="+mn-ea"/>
                          <a:cs typeface="Segoe UI" panose="020B0502040204020203" pitchFamily="34" charset="0"/>
                          <a:hlinkClick r:id="rId7">
                            <a:extLst>
                              <a:ext uri="{A12FA001-AC4F-418D-AE19-62706E023703}">
                                <ahyp:hlinkClr xmlns:ahyp="http://schemas.microsoft.com/office/drawing/2018/hyperlinkcolor" val="tx"/>
                              </a:ext>
                            </a:extLst>
                          </a:hlinkClick>
                        </a:rPr>
                        <a:t>58. Anh Nguyen Controls</a:t>
                      </a:r>
                      <a:endParaRPr lang="en-MY"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rPr>
                        <a:t>ホーチミン</a:t>
                      </a:r>
                      <a:endParaRPr kumimoji="1" lang="en-MY" altLang="ja-TH"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r" defTabSz="914400" rtl="0" eaLnBrk="1" fontAlgn="ctr" latinLnBrk="0" hangingPunct="1">
                        <a:lnSpc>
                          <a:spcPct val="90000"/>
                        </a:lnSpc>
                        <a:spcBef>
                          <a:spcPts val="0"/>
                        </a:spcBef>
                        <a:spcAft>
                          <a:spcPts val="0"/>
                        </a:spcAft>
                        <a:buClrTx/>
                        <a:buSzTx/>
                        <a:buFontTx/>
                        <a:buNone/>
                        <a:tabLst/>
                        <a:defRPr/>
                      </a:pPr>
                      <a:r>
                        <a:rPr kumimoji="1" lang="en-MY"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MY"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MY"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highlight>
                          <a:srgbClr val="FFFF00"/>
                        </a:highligh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ctr">
                        <a:lnSpc>
                          <a:spcPct val="90000"/>
                        </a:lnSpc>
                        <a:buNone/>
                      </a:pP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634886730"/>
                  </a:ext>
                </a:extLst>
              </a:tr>
              <a:tr h="264956">
                <a:tc vMerge="1">
                  <a:txBody>
                    <a:bodyPr/>
                    <a:lstStyle/>
                    <a:p>
                      <a:pPr marL="0" indent="0" algn="ctr" fontAlgn="b">
                        <a:lnSpc>
                          <a:spcPct val="80000"/>
                        </a:lnSpc>
                        <a:buNone/>
                      </a:pPr>
                      <a:endParaRPr lang="en-SG" sz="1200" b="0" i="0" u="none" strike="noStrike">
                        <a:solidFill>
                          <a:schemeClr val="bg1"/>
                        </a:solidFill>
                        <a:effectLst/>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gn="l" fontAlgn="ctr">
                        <a:lnSpc>
                          <a:spcPct val="90000"/>
                        </a:lnSpc>
                        <a:buNone/>
                      </a:pPr>
                      <a:r>
                        <a:rPr lang="en-MY" sz="1200" b="0" i="0" u="none" strike="noStrike">
                          <a:solidFill>
                            <a:schemeClr val="bg1"/>
                          </a:solidFill>
                          <a:effectLst/>
                          <a:latin typeface="+mn-ea"/>
                          <a:ea typeface="+mn-ea"/>
                          <a:cs typeface="Segoe UI" panose="020B0502040204020203" pitchFamily="34" charset="0"/>
                          <a:hlinkClick r:id="rId8">
                            <a:extLst>
                              <a:ext uri="{A12FA001-AC4F-418D-AE19-62706E023703}">
                                <ahyp:hlinkClr xmlns:ahyp="http://schemas.microsoft.com/office/drawing/2018/hyperlinkcolor" val="tx"/>
                              </a:ext>
                            </a:extLst>
                          </a:hlinkClick>
                        </a:rPr>
                        <a:t>59. Hanoi SSE</a:t>
                      </a:r>
                      <a:endParaRPr lang="en-MY"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en-MY" sz="1200" err="1">
                          <a:latin typeface="+mn-ea"/>
                          <a:ea typeface="+mn-ea"/>
                          <a:cs typeface="Segoe UI" panose="020B0502040204020203" pitchFamily="34" charset="0"/>
                        </a:rPr>
                        <a:t>ハノイ</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ctr">
                        <a:lnSpc>
                          <a:spcPct val="90000"/>
                        </a:lnSpc>
                        <a:buNone/>
                      </a:pPr>
                      <a:r>
                        <a:rPr kumimoji="1" lang="en-MY"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rPr>
                        <a:t>-</a:t>
                      </a:r>
                      <a:endParaRPr lang="en-MY" sz="1200" b="1" i="0" u="none" strike="noStrike">
                        <a:solidFill>
                          <a:schemeClr val="tx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MY"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MY"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highlight>
                          <a:srgbClr val="FFFF00"/>
                        </a:highligh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ctr">
                        <a:lnSpc>
                          <a:spcPct val="90000"/>
                        </a:lnSpc>
                        <a:buNone/>
                      </a:pP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921899384"/>
                  </a:ext>
                </a:extLst>
              </a:tr>
              <a:tr h="264956">
                <a:tc vMerge="1">
                  <a:txBody>
                    <a:bodyPr/>
                    <a:lstStyle/>
                    <a:p>
                      <a:pPr marL="0" indent="0" algn="ctr" fontAlgn="b">
                        <a:lnSpc>
                          <a:spcPct val="80000"/>
                        </a:lnSpc>
                        <a:buNone/>
                      </a:pPr>
                      <a:endParaRPr lang="en-SG" sz="1200" b="0" i="0" u="none" strike="noStrike">
                        <a:solidFill>
                          <a:schemeClr val="bg1"/>
                        </a:solidFill>
                        <a:effectLst/>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gn="l" fontAlgn="ctr">
                        <a:lnSpc>
                          <a:spcPct val="90000"/>
                        </a:lnSpc>
                        <a:buNone/>
                      </a:pPr>
                      <a:r>
                        <a:rPr lang="en-MY" sz="1200" b="0" i="0" u="none" strike="noStrike">
                          <a:solidFill>
                            <a:schemeClr val="bg1"/>
                          </a:solidFill>
                          <a:effectLst/>
                          <a:latin typeface="+mn-ea"/>
                          <a:ea typeface="+mn-ea"/>
                          <a:cs typeface="Segoe UI" panose="020B0502040204020203" pitchFamily="34" charset="0"/>
                          <a:hlinkClick r:id="rId9">
                            <a:extLst>
                              <a:ext uri="{A12FA001-AC4F-418D-AE19-62706E023703}">
                                <ahyp:hlinkClr xmlns:ahyp="http://schemas.microsoft.com/office/drawing/2018/hyperlinkcolor" val="tx"/>
                              </a:ext>
                            </a:extLst>
                          </a:hlinkClick>
                        </a:rPr>
                        <a:t>60. An Ninh Viet</a:t>
                      </a:r>
                      <a:endParaRPr lang="en-MY"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ja-JP" altLang="en-US" sz="1200">
                          <a:latin typeface="+mn-ea"/>
                          <a:ea typeface="+mn-ea"/>
                          <a:cs typeface="Segoe UI" panose="020B0502040204020203" pitchFamily="34" charset="0"/>
                        </a:rPr>
                        <a:t>ホーチミン</a:t>
                      </a:r>
                      <a:endParaRPr lang="en-MY" altLang="ja-TH"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ctr">
                        <a:lnSpc>
                          <a:spcPct val="90000"/>
                        </a:lnSpc>
                        <a:buNone/>
                      </a:pPr>
                      <a:r>
                        <a:rPr kumimoji="1" lang="en-MY"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rPr>
                        <a:t>-</a:t>
                      </a:r>
                      <a:endParaRPr lang="en-MY" sz="1200" b="1" i="0" u="none" strike="noStrike">
                        <a:solidFill>
                          <a:schemeClr val="tx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r" fontAlgn="b">
                        <a:lnSpc>
                          <a:spcPct val="90000"/>
                        </a:lnSpc>
                        <a:buNone/>
                      </a:pPr>
                      <a:r>
                        <a:rPr kumimoji="1" lang="en-MY"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MY"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highlight>
                          <a:srgbClr val="FFFF00"/>
                        </a:highligh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algn="ctr">
                        <a:lnSpc>
                          <a:spcPct val="90000"/>
                        </a:lnSpc>
                        <a:buNone/>
                      </a:pP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718005211"/>
                  </a:ext>
                </a:extLst>
              </a:tr>
              <a:tr h="264956">
                <a:tc vMerge="1">
                  <a:txBody>
                    <a:bodyPr/>
                    <a:lstStyle/>
                    <a:p>
                      <a:pPr marL="0" indent="0" algn="ctr" fontAlgn="b">
                        <a:lnSpc>
                          <a:spcPct val="80000"/>
                        </a:lnSpc>
                        <a:buNone/>
                      </a:pPr>
                      <a:endParaRPr lang="en-SG" sz="1200" b="0" i="0" u="none" strike="noStrike">
                        <a:solidFill>
                          <a:schemeClr val="bg1"/>
                        </a:solidFill>
                        <a:effectLst/>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ctr">
                        <a:lnSpc>
                          <a:spcPct val="90000"/>
                        </a:lnSpc>
                        <a:buNone/>
                      </a:pPr>
                      <a:r>
                        <a:rPr lang="en-MY" sz="1200" b="0" i="0" u="none" strike="noStrike">
                          <a:solidFill>
                            <a:schemeClr val="bg1"/>
                          </a:solidFill>
                          <a:effectLst/>
                          <a:latin typeface="+mn-ea"/>
                          <a:ea typeface="+mn-ea"/>
                          <a:cs typeface="Segoe UI" panose="020B0502040204020203" pitchFamily="34" charset="0"/>
                          <a:hlinkClick r:id="rId10">
                            <a:extLst>
                              <a:ext uri="{A12FA001-AC4F-418D-AE19-62706E023703}">
                                <ahyp:hlinkClr xmlns:ahyp="http://schemas.microsoft.com/office/drawing/2018/hyperlinkcolor" val="tx"/>
                              </a:ext>
                            </a:extLst>
                          </a:hlinkClick>
                        </a:rPr>
                        <a:t>61. VNT</a:t>
                      </a:r>
                      <a:endParaRPr lang="en-MY"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en-MY" sz="1200" err="1">
                          <a:latin typeface="+mn-ea"/>
                          <a:ea typeface="+mn-ea"/>
                          <a:cs typeface="Segoe UI" panose="020B0502040204020203" pitchFamily="34" charset="0"/>
                        </a:rPr>
                        <a:t>ハノイ</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ctr">
                        <a:lnSpc>
                          <a:spcPct val="90000"/>
                        </a:lnSpc>
                        <a:buNone/>
                      </a:pPr>
                      <a:r>
                        <a:rPr lang="en-MY" sz="1200" b="0" i="0" u="none" strike="noStrike">
                          <a:solidFill>
                            <a:schemeClr val="tx1"/>
                          </a:solidFill>
                          <a:effectLst/>
                          <a:latin typeface="+mn-ea"/>
                          <a:ea typeface="+mn-ea"/>
                          <a:cs typeface="Segoe UI" panose="020B0502040204020203" pitchFamily="34" charset="0"/>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kumimoji="1" lang="en-MY"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MY"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highlight>
                          <a:srgbClr val="FFFF00"/>
                        </a:highligh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a:lnSpc>
                          <a:spcPct val="90000"/>
                        </a:lnSpc>
                        <a:buNone/>
                      </a:pP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1771224268"/>
                  </a:ext>
                </a:extLst>
              </a:tr>
              <a:tr h="264956">
                <a:tc vMerge="1">
                  <a:txBody>
                    <a:bodyPr/>
                    <a:lstStyle/>
                    <a:p>
                      <a:pPr marL="0" indent="0" algn="ctr" fontAlgn="b">
                        <a:lnSpc>
                          <a:spcPct val="80000"/>
                        </a:lnSpc>
                        <a:buNone/>
                      </a:pPr>
                      <a:endParaRPr lang="en-SG" sz="1200" b="0" i="0" u="none" strike="noStrike">
                        <a:solidFill>
                          <a:schemeClr val="bg1"/>
                        </a:solidFill>
                        <a:effectLst/>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gn="l" fontAlgn="ctr">
                        <a:lnSpc>
                          <a:spcPct val="90000"/>
                        </a:lnSpc>
                        <a:buNone/>
                      </a:pPr>
                      <a:r>
                        <a:rPr lang="en-MY" sz="1200" b="0" i="0" u="none" strike="noStrike">
                          <a:solidFill>
                            <a:schemeClr val="bg1"/>
                          </a:solidFill>
                          <a:effectLst/>
                          <a:latin typeface="+mn-ea"/>
                          <a:ea typeface="+mn-ea"/>
                          <a:cs typeface="Segoe UI" panose="020B0502040204020203" pitchFamily="34" charset="0"/>
                          <a:hlinkClick r:id="rId11">
                            <a:extLst>
                              <a:ext uri="{A12FA001-AC4F-418D-AE19-62706E023703}">
                                <ahyp:hlinkClr xmlns:ahyp="http://schemas.microsoft.com/office/drawing/2018/hyperlinkcolor" val="tx"/>
                              </a:ext>
                            </a:extLst>
                          </a:hlinkClick>
                        </a:rPr>
                        <a:t>62. APS</a:t>
                      </a:r>
                      <a:endParaRPr lang="en-MY"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nSpc>
                          <a:spcPct val="90000"/>
                        </a:lnSpc>
                        <a:buNone/>
                      </a:pPr>
                      <a:r>
                        <a:rPr lang="ja-JP" altLang="en-US" sz="1200">
                          <a:latin typeface="+mn-ea"/>
                          <a:ea typeface="+mn-ea"/>
                          <a:cs typeface="Segoe UI" panose="020B0502040204020203" pitchFamily="34" charset="0"/>
                        </a:rPr>
                        <a:t>ホーチミン</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endParaRPr lang="en-US"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US"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ctr">
                        <a:lnSpc>
                          <a:spcPct val="90000"/>
                        </a:lnSpc>
                        <a:buNone/>
                      </a:pPr>
                      <a:r>
                        <a:rPr kumimoji="1" lang="en-MY" sz="1200" b="0" i="0" u="none" strike="noStrike" kern="1200" cap="none" spc="0" normalizeH="0" baseline="0" noProof="0">
                          <a:ln>
                            <a:noFill/>
                          </a:ln>
                          <a:solidFill>
                            <a:prstClr val="black"/>
                          </a:solidFill>
                          <a:effectLst/>
                          <a:uLnTx/>
                          <a:uFillTx/>
                          <a:latin typeface="+mn-ea"/>
                          <a:ea typeface="+mn-ea"/>
                          <a:cs typeface="Segoe UI" panose="020B0502040204020203" pitchFamily="34" charset="0"/>
                        </a:rPr>
                        <a:t>-</a:t>
                      </a:r>
                      <a:endParaRPr lang="en-MY" sz="1200" b="0" i="0" u="none" strike="noStrike">
                        <a:solidFill>
                          <a:schemeClr val="tx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kumimoji="1" lang="en-MY"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MY"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r" defTabSz="914400" rtl="0" eaLnBrk="1" fontAlgn="b" latinLnBrk="0" hangingPunct="1">
                        <a:lnSpc>
                          <a:spcPct val="90000"/>
                        </a:lnSpc>
                        <a:spcBef>
                          <a:spcPts val="0"/>
                        </a:spcBef>
                        <a:spcAft>
                          <a:spcPts val="0"/>
                        </a:spcAft>
                        <a:buClrTx/>
                        <a:buSzTx/>
                        <a:buFontTx/>
                        <a:buNone/>
                        <a:tabLst/>
                        <a:defRPr/>
                      </a:pPr>
                      <a:endParaRPr kumimoji="1" lang="en-US" sz="1200" b="0" i="0" u="none" strike="noStrike" kern="1200" cap="none" spc="0" normalizeH="0" baseline="0" noProof="0">
                        <a:ln>
                          <a:noFill/>
                        </a:ln>
                        <a:solidFill>
                          <a:srgbClr val="000000"/>
                        </a:solidFill>
                        <a:effectLst/>
                        <a:highlight>
                          <a:srgbClr val="FFFF00"/>
                        </a:highligh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a:lnSpc>
                          <a:spcPct val="90000"/>
                        </a:lnSpc>
                        <a:buNone/>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a:lnSpc>
                          <a:spcPct val="90000"/>
                        </a:lnSpc>
                        <a:buNone/>
                      </a:pP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2248677772"/>
                  </a:ext>
                </a:extLst>
              </a:tr>
              <a:tr h="264956">
                <a:tc vMerge="1">
                  <a:txBody>
                    <a:bodyPr/>
                    <a:lstStyle/>
                    <a:p>
                      <a:pPr marL="0" indent="0" algn="ctr" fontAlgn="b">
                        <a:lnSpc>
                          <a:spcPct val="100000"/>
                        </a:lnSpc>
                        <a:buNone/>
                      </a:pPr>
                      <a:endParaRPr lang="en-SG" sz="1200" b="0" i="0" u="none" strike="noStrike">
                        <a:solidFill>
                          <a:schemeClr val="bg1"/>
                        </a:solidFill>
                        <a:effectLst/>
                        <a:latin typeface="Segoe UI" panose="020B0502040204020203" pitchFamily="34" charset="0"/>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24A9"/>
                    </a:solidFill>
                  </a:tcPr>
                </a:tc>
                <a:tc>
                  <a:txBody>
                    <a:bodyPr/>
                    <a:lstStyle/>
                    <a:p>
                      <a:pPr algn="l" fontAlgn="ctr">
                        <a:lnSpc>
                          <a:spcPct val="90000"/>
                        </a:lnSpc>
                        <a:buNone/>
                      </a:pPr>
                      <a:r>
                        <a:rPr lang="en-MY" sz="1200" b="0" i="0" u="none" strike="noStrike">
                          <a:solidFill>
                            <a:schemeClr val="bg1"/>
                          </a:solidFill>
                          <a:effectLst/>
                          <a:latin typeface="+mn-ea"/>
                          <a:ea typeface="+mn-ea"/>
                          <a:cs typeface="Segoe UI" panose="020B0502040204020203" pitchFamily="34" charset="0"/>
                          <a:hlinkClick r:id="rId12">
                            <a:extLst>
                              <a:ext uri="{A12FA001-AC4F-418D-AE19-62706E023703}">
                                <ahyp:hlinkClr xmlns:ahyp="http://schemas.microsoft.com/office/drawing/2018/hyperlinkcolor" val="tx"/>
                              </a:ext>
                            </a:extLst>
                          </a:hlinkClick>
                        </a:rPr>
                        <a:t>63. </a:t>
                      </a:r>
                      <a:r>
                        <a:rPr lang="en-MY" sz="1200" b="0" i="0" u="none" strike="noStrike" err="1">
                          <a:solidFill>
                            <a:schemeClr val="bg1"/>
                          </a:solidFill>
                          <a:effectLst/>
                          <a:latin typeface="+mn-ea"/>
                          <a:ea typeface="+mn-ea"/>
                          <a:cs typeface="Segoe UI" panose="020B0502040204020203" pitchFamily="34" charset="0"/>
                          <a:hlinkClick r:id="rId12">
                            <a:extLst>
                              <a:ext uri="{A12FA001-AC4F-418D-AE19-62706E023703}">
                                <ahyp:hlinkClr xmlns:ahyp="http://schemas.microsoft.com/office/drawing/2018/hyperlinkcolor" val="tx"/>
                              </a:ext>
                            </a:extLst>
                          </a:hlinkClick>
                        </a:rPr>
                        <a:t>Techpro</a:t>
                      </a:r>
                      <a:endParaRPr lang="en-MY" sz="1200" b="0" i="0" u="none" strike="noStrike">
                        <a:solidFill>
                          <a:schemeClr val="bg1"/>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FFF"/>
                    </a:solidFill>
                  </a:tcPr>
                </a:tc>
                <a:tc>
                  <a:txBody>
                    <a:bodyPr/>
                    <a:lstStyle/>
                    <a:p>
                      <a:pPr algn="l">
                        <a:lnSpc>
                          <a:spcPct val="90000"/>
                        </a:lnSpc>
                        <a:buNone/>
                      </a:pPr>
                      <a:r>
                        <a:rPr lang="ja-JP" altLang="en-US" sz="1200">
                          <a:latin typeface="+mn-ea"/>
                          <a:ea typeface="+mn-ea"/>
                          <a:cs typeface="Segoe UI" panose="020B0502040204020203" pitchFamily="34" charset="0"/>
                        </a:rPr>
                        <a:t>ハノイ</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kumimoji="1" lang="en-TH"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ctr"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a:lnSpc>
                          <a:spcPct val="90000"/>
                        </a:lnSpc>
                        <a:buNone/>
                      </a:pPr>
                      <a:r>
                        <a:rPr lang="en-MY" sz="1200">
                          <a:latin typeface="+mn-ea"/>
                          <a:ea typeface="+mn-ea"/>
                          <a:cs typeface="Segoe UI" panose="020B0502040204020203" pitchFamily="34" charset="0"/>
                        </a:rPr>
                        <a:t>51–200</a:t>
                      </a:r>
                      <a:r>
                        <a:rPr lang="en-MY" altLang="ja-TH" sz="1200" b="0" i="0" u="none" strike="noStrike">
                          <a:solidFill>
                            <a:schemeClr val="tx1"/>
                          </a:solidFill>
                          <a:effectLst/>
                          <a:latin typeface="+mn-ea"/>
                          <a:ea typeface="+mn-ea"/>
                          <a:cs typeface="Segoe UI" panose="020B0502040204020203" pitchFamily="34" charset="0"/>
                        </a:rPr>
                        <a:t>名</a:t>
                      </a:r>
                      <a:endParaRPr lang="en-MY" sz="120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r" fontAlgn="b">
                        <a:lnSpc>
                          <a:spcPct val="90000"/>
                        </a:lnSpc>
                        <a:buNone/>
                      </a:pPr>
                      <a:r>
                        <a:rPr kumimoji="1" lang="en-MY" sz="1200" b="0" i="0" u="none" strike="noStrike" kern="1200" cap="none" spc="0" normalizeH="0" baseline="0" noProof="0">
                          <a:ln>
                            <a:noFill/>
                          </a:ln>
                          <a:solidFill>
                            <a:srgbClr val="000000"/>
                          </a:solidFill>
                          <a:effectLst/>
                          <a:uLnTx/>
                          <a:uFillTx/>
                          <a:latin typeface="+mn-ea"/>
                          <a:ea typeface="+mn-ea"/>
                          <a:cs typeface="Segoe UI" panose="020B0502040204020203" pitchFamily="34" charset="0"/>
                        </a:rPr>
                        <a:t>-</a:t>
                      </a:r>
                      <a:endParaRPr lang="en-MY" sz="1200" b="0" i="0" u="none" strike="noStrike">
                        <a:solidFill>
                          <a:srgbClr val="000000"/>
                        </a:solidFill>
                        <a:effectLst/>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marL="0" marR="0" lvl="0" indent="0" algn="ctr" defTabSz="914400" rtl="0" eaLnBrk="1" fontAlgn="b" latinLnBrk="0" hangingPunct="1">
                        <a:lnSpc>
                          <a:spcPct val="90000"/>
                        </a:lnSpc>
                        <a:spcBef>
                          <a:spcPts val="0"/>
                        </a:spcBef>
                        <a:spcAft>
                          <a:spcPts val="0"/>
                        </a:spcAft>
                        <a:buClrTx/>
                        <a:buSzTx/>
                        <a:buFontTx/>
                        <a:buNone/>
                        <a:tabLst/>
                        <a:defRPr/>
                      </a:pPr>
                      <a:r>
                        <a:rPr kumimoji="1" lang="en-GB" altLang="ja-JP" sz="1200" b="0" i="0" u="none" strike="noStrike" kern="1200" cap="none" spc="0" normalizeH="0" baseline="0" noProof="0">
                          <a:ln>
                            <a:noFill/>
                          </a:ln>
                          <a:solidFill>
                            <a:srgbClr val="00B050"/>
                          </a:solidFill>
                          <a:effectLst/>
                          <a:uLnTx/>
                          <a:uFillTx/>
                          <a:latin typeface="+mn-ea"/>
                          <a:ea typeface="+mn-ea"/>
                          <a:cs typeface="Segoe UI" panose="020B0502040204020203" pitchFamily="34" charset="0"/>
                          <a:sym typeface="Wingdings" panose="05000000000000000000" pitchFamily="2" charset="2"/>
                        </a:rPr>
                        <a:t></a:t>
                      </a: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tc>
                  <a:txBody>
                    <a:bodyPr/>
                    <a:lstStyle/>
                    <a:p>
                      <a:pPr algn="ctr">
                        <a:lnSpc>
                          <a:spcPct val="90000"/>
                        </a:lnSpc>
                        <a:buNone/>
                      </a:pPr>
                      <a:endParaRPr lang="en-MY" sz="1200" dirty="0">
                        <a:latin typeface="+mn-ea"/>
                        <a:ea typeface="+mn-ea"/>
                        <a:cs typeface="Segoe UI" panose="020B0502040204020203" pitchFamily="34" charset="0"/>
                      </a:endParaRPr>
                    </a:p>
                  </a:txBody>
                  <a:tcPr marL="36576" marR="36576"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2417609045"/>
                  </a:ext>
                </a:extLst>
              </a:tr>
            </a:tbl>
          </a:graphicData>
        </a:graphic>
      </p:graphicFrame>
      <p:sp>
        <p:nvSpPr>
          <p:cNvPr id="6" name="Text 4">
            <a:extLst>
              <a:ext uri="{FF2B5EF4-FFF2-40B4-BE49-F238E27FC236}">
                <a16:creationId xmlns:a16="http://schemas.microsoft.com/office/drawing/2014/main" id="{02481C0D-234D-64AD-882F-6110B867FE35}"/>
              </a:ext>
            </a:extLst>
          </p:cNvPr>
          <p:cNvSpPr/>
          <p:nvPr/>
        </p:nvSpPr>
        <p:spPr>
          <a:xfrm>
            <a:off x="334963" y="6089199"/>
            <a:ext cx="11466576" cy="275273"/>
          </a:xfrm>
          <a:prstGeom prst="rect">
            <a:avLst/>
          </a:prstGeom>
          <a:noFill/>
          <a:ln/>
        </p:spPr>
        <p:txBody>
          <a:bodyPr wrap="square" lIns="36000" tIns="0" rIns="36000" bIns="0" rtlCol="0" anchor="ctr"/>
          <a:lstStyle/>
          <a:p>
            <a:pPr marL="0" indent="0">
              <a:buNone/>
            </a:pPr>
            <a:r>
              <a:rPr lang="en-US" sz="1000" err="1">
                <a:solidFill>
                  <a:srgbClr val="000000"/>
                </a:solidFill>
                <a:latin typeface="+mn-ea"/>
                <a:cs typeface="Segoe UI" pitchFamily="34" charset="-120"/>
              </a:rPr>
              <a:t>出典</a:t>
            </a:r>
            <a:r>
              <a:rPr lang="en-US" sz="1000">
                <a:solidFill>
                  <a:srgbClr val="000000"/>
                </a:solidFill>
                <a:latin typeface="+mn-ea"/>
                <a:cs typeface="Segoe UI" pitchFamily="34" charset="-120"/>
              </a:rPr>
              <a:t>: </a:t>
            </a:r>
            <a:r>
              <a:rPr lang="en-US" sz="1000" err="1">
                <a:solidFill>
                  <a:srgbClr val="000000"/>
                </a:solidFill>
                <a:latin typeface="+mn-ea"/>
                <a:cs typeface="Segoe UI" pitchFamily="34" charset="-120"/>
              </a:rPr>
              <a:t>会社ウェブサイト</a:t>
            </a:r>
            <a:r>
              <a:rPr lang="en-US" sz="1000">
                <a:solidFill>
                  <a:srgbClr val="000000"/>
                </a:solidFill>
                <a:latin typeface="+mn-ea"/>
                <a:cs typeface="Segoe UI" pitchFamily="34" charset="-120"/>
              </a:rPr>
              <a:t>, LinkedIn</a:t>
            </a:r>
            <a:endParaRPr lang="en-US" sz="1000">
              <a:latin typeface="+mn-ea"/>
            </a:endParaRPr>
          </a:p>
        </p:txBody>
      </p:sp>
    </p:spTree>
    <p:extLst>
      <p:ext uri="{BB962C8B-B14F-4D97-AF65-F5344CB8AC3E}">
        <p14:creationId xmlns:p14="http://schemas.microsoft.com/office/powerpoint/2010/main" val="380954570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932688"/>
            <a:ext cx="12191695" cy="0"/>
          </a:xfrm>
          <a:prstGeom prst="line">
            <a:avLst/>
          </a:prstGeom>
          <a:noFill/>
          <a:ln w="57150">
            <a:solidFill>
              <a:srgbClr val="293F55"/>
            </a:solidFill>
            <a:prstDash val="solid"/>
          </a:ln>
        </p:spPr>
        <p:txBody>
          <a:bodyPr/>
          <a:lstStyle/>
          <a:p>
            <a:endParaRPr lang="en-US"/>
          </a:p>
        </p:txBody>
      </p:sp>
      <p:sp>
        <p:nvSpPr>
          <p:cNvPr id="3" name="Shape 1"/>
          <p:cNvSpPr/>
          <p:nvPr/>
        </p:nvSpPr>
        <p:spPr>
          <a:xfrm>
            <a:off x="0" y="1005840"/>
            <a:ext cx="12191695" cy="0"/>
          </a:xfrm>
          <a:prstGeom prst="line">
            <a:avLst/>
          </a:prstGeom>
          <a:noFill/>
          <a:ln w="28575">
            <a:solidFill>
              <a:srgbClr val="293F55"/>
            </a:solidFill>
            <a:prstDash val="solid"/>
          </a:ln>
        </p:spPr>
        <p:txBody>
          <a:bodyPr/>
          <a:lstStyle/>
          <a:p>
            <a:endParaRPr lang="en-US"/>
          </a:p>
        </p:txBody>
      </p:sp>
      <p:sp>
        <p:nvSpPr>
          <p:cNvPr id="4" name="Shape 2"/>
          <p:cNvSpPr/>
          <p:nvPr/>
        </p:nvSpPr>
        <p:spPr>
          <a:xfrm>
            <a:off x="0" y="6620256"/>
            <a:ext cx="12191695" cy="0"/>
          </a:xfrm>
          <a:prstGeom prst="line">
            <a:avLst/>
          </a:prstGeom>
          <a:noFill/>
          <a:ln w="28575">
            <a:solidFill>
              <a:srgbClr val="293F55"/>
            </a:solidFill>
            <a:prstDash val="solid"/>
          </a:ln>
        </p:spPr>
        <p:txBody>
          <a:bodyPr/>
          <a:lstStyle/>
          <a:p>
            <a:endParaRPr lang="en-US"/>
          </a:p>
        </p:txBody>
      </p:sp>
      <p:sp>
        <p:nvSpPr>
          <p:cNvPr id="5" name="Text 3"/>
          <p:cNvSpPr/>
          <p:nvPr/>
        </p:nvSpPr>
        <p:spPr>
          <a:xfrm>
            <a:off x="347472" y="64008"/>
            <a:ext cx="11417490" cy="822960"/>
          </a:xfrm>
          <a:prstGeom prst="rect">
            <a:avLst/>
          </a:prstGeom>
          <a:noFill/>
          <a:ln/>
        </p:spPr>
        <p:txBody>
          <a:bodyPr wrap="square" lIns="0" tIns="0" rIns="0" bIns="0" rtlCol="0" anchor="b"/>
          <a:lstStyle/>
          <a:p>
            <a:pPr marL="0" indent="0">
              <a:buNone/>
            </a:pPr>
            <a:r>
              <a:rPr lang="en-US" sz="2400">
                <a:solidFill>
                  <a:srgbClr val="000000"/>
                </a:solidFill>
                <a:latin typeface="+mj-ea"/>
                <a:ea typeface="+mj-ea"/>
                <a:cs typeface="Segoe UI" pitchFamily="34" charset="-120"/>
              </a:rPr>
              <a:t>1. </a:t>
            </a:r>
            <a:r>
              <a:rPr lang="en-US" sz="2400" err="1">
                <a:solidFill>
                  <a:srgbClr val="000000"/>
                </a:solidFill>
                <a:latin typeface="+mj-ea"/>
                <a:ea typeface="+mj-ea"/>
                <a:cs typeface="Segoe UI" pitchFamily="34" charset="-120"/>
              </a:rPr>
              <a:t>Puterako</a:t>
            </a:r>
            <a:r>
              <a:rPr lang="en-US" sz="2400">
                <a:solidFill>
                  <a:srgbClr val="000000"/>
                </a:solidFill>
                <a:latin typeface="+mj-ea"/>
                <a:ea typeface="+mj-ea"/>
                <a:cs typeface="Segoe UI" pitchFamily="34" charset="-120"/>
              </a:rPr>
              <a:t> Inti Buana</a:t>
            </a:r>
            <a:endParaRPr lang="en-US" sz="2400">
              <a:latin typeface="+mj-ea"/>
              <a:ea typeface="+mj-ea"/>
            </a:endParaRPr>
          </a:p>
          <a:p>
            <a:r>
              <a:rPr lang="ja-JP" altLang="en-US" sz="1600">
                <a:solidFill>
                  <a:srgbClr val="000000"/>
                </a:solidFill>
                <a:latin typeface="+mj-ea"/>
                <a:ea typeface="+mj-ea"/>
                <a:cs typeface="Segoe UI" pitchFamily="34" charset="-120"/>
              </a:rPr>
              <a:t>インドネシアに拠点を置く</a:t>
            </a:r>
            <a:r>
              <a:rPr lang="en-US" sz="1600">
                <a:solidFill>
                  <a:srgbClr val="000000"/>
                </a:solidFill>
                <a:latin typeface="+mj-ea"/>
                <a:ea typeface="+mj-ea"/>
                <a:cs typeface="Segoe UI" pitchFamily="34" charset="-120"/>
              </a:rPr>
              <a:t>IT</a:t>
            </a:r>
            <a:r>
              <a:rPr lang="ja-JP" altLang="en-US" sz="1600">
                <a:solidFill>
                  <a:srgbClr val="000000"/>
                </a:solidFill>
                <a:latin typeface="+mj-ea"/>
                <a:ea typeface="+mj-ea"/>
                <a:cs typeface="Segoe UI" pitchFamily="34" charset="-120"/>
              </a:rPr>
              <a:t>請負業者で、データネットワーク、キュリティシステムソリューションを専門として</a:t>
            </a:r>
            <a:r>
              <a:rPr lang="ja-TH" altLang="en-US" sz="1600">
                <a:solidFill>
                  <a:srgbClr val="000000"/>
                </a:solidFill>
                <a:latin typeface="+mj-ea"/>
                <a:ea typeface="+mj-ea"/>
                <a:cs typeface="Segoe UI" pitchFamily="34" charset="-120"/>
              </a:rPr>
              <a:t>いる</a:t>
            </a:r>
            <a:endParaRPr lang="en-US" sz="2400">
              <a:latin typeface="+mj-ea"/>
              <a:ea typeface="+mj-ea"/>
            </a:endParaRPr>
          </a:p>
        </p:txBody>
      </p:sp>
      <p:pic>
        <p:nvPicPr>
          <p:cNvPr id="6" name="Image 0" descr="preencoded.png"/>
          <p:cNvPicPr>
            <a:picLocks noChangeAspect="1"/>
          </p:cNvPicPr>
          <p:nvPr/>
        </p:nvPicPr>
        <p:blipFill>
          <a:blip r:embed="rId3"/>
          <a:stretch>
            <a:fillRect/>
          </a:stretch>
        </p:blipFill>
        <p:spPr>
          <a:xfrm>
            <a:off x="10363516" y="64008"/>
            <a:ext cx="640081" cy="424150"/>
          </a:xfrm>
          <a:prstGeom prst="rect">
            <a:avLst/>
          </a:prstGeom>
        </p:spPr>
      </p:pic>
      <p:sp>
        <p:nvSpPr>
          <p:cNvPr id="7" name="Shape 4"/>
          <p:cNvSpPr/>
          <p:nvPr/>
        </p:nvSpPr>
        <p:spPr>
          <a:xfrm>
            <a:off x="10363516" y="64008"/>
            <a:ext cx="640081" cy="409224"/>
          </a:xfrm>
          <a:prstGeom prst="rect">
            <a:avLst/>
          </a:prstGeom>
          <a:ln w="12700">
            <a:solidFill>
              <a:srgbClr val="000000"/>
            </a:solidFill>
            <a:prstDash val="solid"/>
          </a:ln>
        </p:spPr>
        <p:txBody>
          <a:bodyPr/>
          <a:lstStyle/>
          <a:p>
            <a:endParaRPr lang="en-US"/>
          </a:p>
        </p:txBody>
      </p:sp>
      <p:pic>
        <p:nvPicPr>
          <p:cNvPr id="8" name="Image 1" descr="preencoded.png"/>
          <p:cNvPicPr>
            <a:picLocks noChangeAspect="1"/>
          </p:cNvPicPr>
          <p:nvPr/>
        </p:nvPicPr>
        <p:blipFill>
          <a:blip r:embed="rId4"/>
          <a:srcRect/>
          <a:stretch/>
        </p:blipFill>
        <p:spPr>
          <a:xfrm>
            <a:off x="11150244" y="62703"/>
            <a:ext cx="468071" cy="468071"/>
          </a:xfrm>
          <a:prstGeom prst="rect">
            <a:avLst/>
          </a:prstGeom>
        </p:spPr>
      </p:pic>
      <p:sp>
        <p:nvSpPr>
          <p:cNvPr id="9" name="Text 5"/>
          <p:cNvSpPr/>
          <p:nvPr/>
        </p:nvSpPr>
        <p:spPr>
          <a:xfrm>
            <a:off x="338328" y="1252728"/>
            <a:ext cx="5577840" cy="320040"/>
          </a:xfrm>
          <a:prstGeom prst="rect">
            <a:avLst/>
          </a:prstGeom>
          <a:noFill/>
          <a:ln/>
        </p:spPr>
        <p:txBody>
          <a:bodyPr wrap="square" rtlCol="0" anchor="ctr"/>
          <a:lstStyle/>
          <a:p>
            <a:pPr marL="0" indent="0" algn="ctr">
              <a:buNone/>
            </a:pPr>
            <a:r>
              <a:rPr lang="en-US" sz="1400" err="1">
                <a:solidFill>
                  <a:srgbClr val="000000"/>
                </a:solidFill>
                <a:latin typeface="+mn-ea"/>
                <a:cs typeface="Segoe UI" pitchFamily="34" charset="-120"/>
              </a:rPr>
              <a:t>会社基本情報</a:t>
            </a:r>
            <a:endParaRPr lang="en-US" sz="1400">
              <a:latin typeface="+mn-ea"/>
            </a:endParaRPr>
          </a:p>
        </p:txBody>
      </p:sp>
      <p:sp>
        <p:nvSpPr>
          <p:cNvPr id="10" name="Shape 6"/>
          <p:cNvSpPr/>
          <p:nvPr/>
        </p:nvSpPr>
        <p:spPr>
          <a:xfrm>
            <a:off x="338328" y="1636776"/>
            <a:ext cx="5577840" cy="0"/>
          </a:xfrm>
          <a:prstGeom prst="line">
            <a:avLst/>
          </a:prstGeom>
          <a:noFill/>
          <a:ln w="22225">
            <a:solidFill>
              <a:srgbClr val="1F497D"/>
            </a:solidFill>
            <a:prstDash val="solid"/>
          </a:ln>
        </p:spPr>
        <p:txBody>
          <a:bodyPr/>
          <a:lstStyle/>
          <a:p>
            <a:endParaRPr lang="en-US"/>
          </a:p>
        </p:txBody>
      </p:sp>
      <p:grpSp>
        <p:nvGrpSpPr>
          <p:cNvPr id="18" name="Group 17">
            <a:extLst>
              <a:ext uri="{FF2B5EF4-FFF2-40B4-BE49-F238E27FC236}">
                <a16:creationId xmlns:a16="http://schemas.microsoft.com/office/drawing/2014/main" id="{A3DE1D3A-ED45-D31E-C173-29366AA47808}"/>
              </a:ext>
            </a:extLst>
          </p:cNvPr>
          <p:cNvGrpSpPr/>
          <p:nvPr/>
        </p:nvGrpSpPr>
        <p:grpSpPr>
          <a:xfrm>
            <a:off x="6272784" y="1252728"/>
            <a:ext cx="5577840" cy="384048"/>
            <a:chOff x="6272784" y="1252728"/>
            <a:chExt cx="5577840" cy="384048"/>
          </a:xfrm>
        </p:grpSpPr>
        <p:sp>
          <p:nvSpPr>
            <p:cNvPr id="11" name="Text 7"/>
            <p:cNvSpPr/>
            <p:nvPr/>
          </p:nvSpPr>
          <p:spPr>
            <a:xfrm>
              <a:off x="6272784" y="1252728"/>
              <a:ext cx="5577840" cy="320040"/>
            </a:xfrm>
            <a:prstGeom prst="rect">
              <a:avLst/>
            </a:prstGeom>
            <a:noFill/>
            <a:ln/>
          </p:spPr>
          <p:txBody>
            <a:bodyPr wrap="square" rtlCol="0" anchor="ctr"/>
            <a:lstStyle/>
            <a:p>
              <a:pPr marL="0" indent="0" algn="ctr">
                <a:buNone/>
              </a:pPr>
              <a:r>
                <a:rPr lang="ja-JP" altLang="en-US" sz="1400">
                  <a:solidFill>
                    <a:srgbClr val="000000"/>
                  </a:solidFill>
                  <a:latin typeface="+mn-ea"/>
                  <a:cs typeface="Segoe UI" pitchFamily="34" charset="-120"/>
                </a:rPr>
                <a:t>製品</a:t>
              </a:r>
              <a:r>
                <a:rPr lang="en-US" altLang="ja-JP" sz="1400">
                  <a:solidFill>
                    <a:srgbClr val="000000"/>
                  </a:solidFill>
                  <a:latin typeface="+mn-ea"/>
                  <a:cs typeface="Segoe UI" pitchFamily="34" charset="-120"/>
                </a:rPr>
                <a:t>/</a:t>
              </a:r>
              <a:r>
                <a:rPr lang="ja-JP" altLang="en-US" sz="1400">
                  <a:solidFill>
                    <a:srgbClr val="000000"/>
                  </a:solidFill>
                  <a:latin typeface="+mn-ea"/>
                  <a:cs typeface="Segoe UI" pitchFamily="34" charset="-120"/>
                </a:rPr>
                <a:t>ソリューション</a:t>
              </a:r>
              <a:endParaRPr lang="en-US" sz="1400">
                <a:latin typeface="+mn-ea"/>
              </a:endParaRPr>
            </a:p>
          </p:txBody>
        </p:sp>
        <p:sp>
          <p:nvSpPr>
            <p:cNvPr id="12" name="Shape 8"/>
            <p:cNvSpPr/>
            <p:nvPr/>
          </p:nvSpPr>
          <p:spPr>
            <a:xfrm>
              <a:off x="6272784" y="1636776"/>
              <a:ext cx="5577840" cy="0"/>
            </a:xfrm>
            <a:prstGeom prst="line">
              <a:avLst/>
            </a:prstGeom>
            <a:noFill/>
            <a:ln w="22225">
              <a:solidFill>
                <a:srgbClr val="1F497D"/>
              </a:solidFill>
              <a:prstDash val="solid"/>
            </a:ln>
          </p:spPr>
          <p:txBody>
            <a:bodyPr/>
            <a:lstStyle/>
            <a:p>
              <a:endParaRPr lang="en-US">
                <a:latin typeface="+mn-ea"/>
              </a:endParaRPr>
            </a:p>
          </p:txBody>
        </p:sp>
      </p:grpSp>
      <p:graphicFrame>
        <p:nvGraphicFramePr>
          <p:cNvPr id="13" name="Table 0"/>
          <p:cNvGraphicFramePr>
            <a:graphicFrameLocks noGrp="1"/>
          </p:cNvGraphicFramePr>
          <p:nvPr/>
        </p:nvGraphicFramePr>
        <p:xfrm>
          <a:off x="338328" y="1691639"/>
          <a:ext cx="5577840" cy="4399830"/>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488870">
                <a:tc>
                  <a:txBody>
                    <a:bodyPr/>
                    <a:lstStyle/>
                    <a:p>
                      <a:pPr marL="0" indent="0" algn="ctr">
                        <a:buNone/>
                      </a:pPr>
                      <a:r>
                        <a:rPr lang="ja-JP" altLang="en-US" sz="1400">
                          <a:solidFill>
                            <a:srgbClr val="FFFFFF"/>
                          </a:solidFill>
                          <a:latin typeface="Yu Gothic" panose="020B0400000000000000" pitchFamily="34" charset="-128"/>
                          <a:ea typeface="Yu Gothic" panose="020B0400000000000000" pitchFamily="34" charset="-128"/>
                          <a:cs typeface="Segoe UI" pitchFamily="34" charset="-120"/>
                        </a:rPr>
                        <a:t>会社名</a:t>
                      </a:r>
                      <a:endParaRPr lang="en-US" sz="1400">
                        <a:latin typeface="Yu Gothic" panose="020B0400000000000000" pitchFamily="34" charset="-128"/>
                        <a:ea typeface="Yu Gothic" panose="020B0400000000000000" pitchFamily="34" charset="-128"/>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kumimoji="1" lang="en-US" sz="1400" b="0" i="0" u="none" strike="noStrike" kern="1200">
                          <a:solidFill>
                            <a:schemeClr val="tx1"/>
                          </a:solidFill>
                          <a:effectLst/>
                          <a:latin typeface="Yu Gothic" panose="020B0400000000000000" pitchFamily="34" charset="-128"/>
                          <a:ea typeface="Yu Gothic" panose="020B0400000000000000" pitchFamily="34" charset="-128"/>
                          <a:cs typeface="Segoe UI" panose="020B0502040204020203" pitchFamily="34" charset="0"/>
                          <a:hlinkClick r:id="rId5" tooltip="Visit company website">
                            <a:extLst>
                              <a:ext uri="{A12FA001-AC4F-418D-AE19-62706E023703}">
                                <ahyp:hlinkClr xmlns:ahyp="http://schemas.microsoft.com/office/drawing/2018/hyperlinkcolor" val="tx"/>
                              </a:ext>
                            </a:extLst>
                          </a:hlinkClick>
                        </a:rPr>
                        <a:t>Puterako Inti Buana</a:t>
                      </a:r>
                      <a:endParaRPr kumimoji="1" lang="en-US" sz="1400" b="0" i="0" u="none" strike="noStrike" kern="1200">
                        <a:solidFill>
                          <a:schemeClr val="tx1"/>
                        </a:solidFill>
                        <a:effectLst/>
                        <a:latin typeface="Yu Gothic" panose="020B0400000000000000" pitchFamily="34" charset="-128"/>
                        <a:ea typeface="Yu Gothic" panose="020B0400000000000000" pitchFamily="34" charset="-128"/>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488870">
                <a:tc>
                  <a:txBody>
                    <a:bodyPr/>
                    <a:lstStyle/>
                    <a:p>
                      <a:pPr marL="0" indent="0" algn="ctr">
                        <a:buNone/>
                      </a:pPr>
                      <a:r>
                        <a:rPr lang="ja-JP" altLang="en-US" sz="1400">
                          <a:solidFill>
                            <a:srgbClr val="FFFFFF"/>
                          </a:solidFill>
                          <a:latin typeface="Yu Gothic" panose="020B0400000000000000" pitchFamily="34" charset="-128"/>
                          <a:ea typeface="Yu Gothic" panose="020B0400000000000000" pitchFamily="34" charset="-128"/>
                          <a:cs typeface="Segoe UI" pitchFamily="34" charset="-120"/>
                        </a:rPr>
                        <a:t>設立年</a:t>
                      </a:r>
                      <a:endParaRPr lang="en-US" sz="1400">
                        <a:latin typeface="Yu Gothic" panose="020B0400000000000000" pitchFamily="34" charset="-128"/>
                        <a:ea typeface="Yu Gothic" panose="020B0400000000000000" pitchFamily="34" charset="-128"/>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Yu Gothic" panose="020B0400000000000000" pitchFamily="34" charset="-128"/>
                          <a:ea typeface="Yu Gothic" panose="020B0400000000000000" pitchFamily="34" charset="-128"/>
                          <a:cs typeface="Segoe UI" pitchFamily="34" charset="-120"/>
                        </a:rPr>
                        <a:t>1997年</a:t>
                      </a:r>
                      <a:endParaRPr lang="en-US" sz="1400">
                        <a:latin typeface="Yu Gothic" panose="020B0400000000000000" pitchFamily="34" charset="-128"/>
                        <a:ea typeface="Yu Gothic" panose="020B0400000000000000" pitchFamily="34" charset="-128"/>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488870">
                <a:tc>
                  <a:txBody>
                    <a:bodyPr/>
                    <a:lstStyle/>
                    <a:p>
                      <a:pPr marL="0" indent="0" algn="ctr">
                        <a:buNone/>
                      </a:pPr>
                      <a:r>
                        <a:rPr lang="ja-JP" altLang="en-US" sz="1400">
                          <a:solidFill>
                            <a:srgbClr val="FFFFFF"/>
                          </a:solidFill>
                          <a:latin typeface="Yu Gothic" panose="020B0400000000000000" pitchFamily="34" charset="-128"/>
                          <a:ea typeface="Yu Gothic" panose="020B0400000000000000" pitchFamily="34" charset="-128"/>
                          <a:cs typeface="Segoe UI" pitchFamily="34" charset="-120"/>
                        </a:rPr>
                        <a:t>本社</a:t>
                      </a:r>
                      <a:r>
                        <a:rPr lang="ja-TH" altLang="en-US" sz="1400">
                          <a:solidFill>
                            <a:srgbClr val="FFFFFF"/>
                          </a:solidFill>
                          <a:latin typeface="Yu Gothic" panose="020B0400000000000000" pitchFamily="34" charset="-128"/>
                          <a:ea typeface="Yu Gothic" panose="020B0400000000000000" pitchFamily="34" charset="-128"/>
                          <a:cs typeface="Segoe UI" pitchFamily="34" charset="-120"/>
                        </a:rPr>
                        <a:t>所在地</a:t>
                      </a:r>
                      <a:endParaRPr lang="en-US" sz="1400">
                        <a:latin typeface="Yu Gothic" panose="020B0400000000000000" pitchFamily="34" charset="-128"/>
                        <a:ea typeface="Yu Gothic" panose="020B0400000000000000" pitchFamily="34" charset="-128"/>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ja-TH" altLang="en-US" sz="1400">
                          <a:solidFill>
                            <a:srgbClr val="000000"/>
                          </a:solidFill>
                          <a:latin typeface="Yu Gothic" panose="020B0400000000000000" pitchFamily="34" charset="-128"/>
                          <a:ea typeface="Yu Gothic" panose="020B0400000000000000" pitchFamily="34" charset="-128"/>
                          <a:cs typeface="Segoe UI"/>
                        </a:rPr>
                        <a:t>インドネシア、</a:t>
                      </a:r>
                      <a:r>
                        <a:rPr lang="ja-JP" altLang="en-US" sz="1400">
                          <a:solidFill>
                            <a:srgbClr val="000000"/>
                          </a:solidFill>
                          <a:latin typeface="Yu Gothic" panose="020B0400000000000000" pitchFamily="34" charset="-128"/>
                          <a:ea typeface="Yu Gothic" panose="020B0400000000000000" pitchFamily="34" charset="-128"/>
                          <a:cs typeface="Segoe UI"/>
                        </a:rPr>
                        <a:t>スラバヤ、シモケルト</a:t>
                      </a:r>
                      <a:endParaRPr lang="en-US" sz="1400">
                        <a:latin typeface="Yu Gothic" panose="020B0400000000000000" pitchFamily="34" charset="-128"/>
                        <a:ea typeface="Yu Gothic" panose="020B0400000000000000" pitchFamily="34" charset="-128"/>
                        <a:cs typeface="Segoe UI"/>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1955480">
                <a:tc>
                  <a:txBody>
                    <a:bodyPr/>
                    <a:lstStyle/>
                    <a:p>
                      <a:pPr marL="0" indent="0" algn="ctr">
                        <a:buNone/>
                      </a:pPr>
                      <a:r>
                        <a:rPr lang="ja-JP" altLang="en-US" sz="1400">
                          <a:solidFill>
                            <a:srgbClr val="FFFFFF"/>
                          </a:solidFill>
                          <a:latin typeface="Yu Gothic" panose="020B0400000000000000" pitchFamily="34" charset="-128"/>
                          <a:ea typeface="Yu Gothic" panose="020B0400000000000000" pitchFamily="34" charset="-128"/>
                          <a:cs typeface="Segoe UI" pitchFamily="34" charset="-120"/>
                        </a:rPr>
                        <a:t>事業概要</a:t>
                      </a:r>
                      <a:endParaRPr lang="en-US" sz="1400">
                        <a:latin typeface="Yu Gothic" panose="020B0400000000000000" pitchFamily="34" charset="-128"/>
                        <a:ea typeface="Yu Gothic" panose="020B0400000000000000" pitchFamily="34" charset="-128"/>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5900" indent="-215900" algn="l">
                        <a:buFont typeface="Wingdings" panose="05000000000000000000" pitchFamily="2" charset="2"/>
                        <a:buChar char="n"/>
                      </a:pPr>
                      <a:r>
                        <a:rPr kumimoji="1" lang="en-GB" altLang="ja-JP" sz="1400" b="0" i="0" u="none" strike="noStrike" kern="1200">
                          <a:solidFill>
                            <a:schemeClr val="tx1"/>
                          </a:solidFill>
                          <a:effectLst/>
                          <a:latin typeface="Yu Gothic" panose="020B0400000000000000" pitchFamily="34" charset="-128"/>
                          <a:ea typeface="Yu Gothic" panose="020B0400000000000000" pitchFamily="34" charset="-128"/>
                          <a:cs typeface="Segoe UI" panose="020B0502040204020203" pitchFamily="34" charset="0"/>
                        </a:rPr>
                        <a:t>IT</a:t>
                      </a: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Segoe UI" panose="020B0502040204020203" pitchFamily="34" charset="0"/>
                        </a:rPr>
                        <a:t>コントラクターサービス</a:t>
                      </a:r>
                      <a:r>
                        <a:rPr lang="ja-JP" altLang="en-US" sz="1400">
                          <a:solidFill>
                            <a:srgbClr val="000000"/>
                          </a:solidFill>
                          <a:latin typeface="Yu Gothic" panose="020B0400000000000000" pitchFamily="34" charset="-128"/>
                          <a:ea typeface="Yu Gothic" panose="020B0400000000000000" pitchFamily="34" charset="-128"/>
                          <a:cs typeface="Segoe UI" panose="020B0502040204020203" pitchFamily="34" charset="0"/>
                        </a:rPr>
                        <a:t>：データネットワークシステム、セキュリティシステム、マルチメディアシステム</a:t>
                      </a:r>
                    </a:p>
                    <a:p>
                      <a:pPr marL="215900" indent="-215900" algn="l">
                        <a:buFont typeface="Wingdings" panose="05000000000000000000" pitchFamily="2" charset="2"/>
                        <a:buChar char="n"/>
                      </a:pPr>
                      <a:r>
                        <a:rPr lang="ja-JP" altLang="en-US" sz="1400">
                          <a:solidFill>
                            <a:srgbClr val="000000"/>
                          </a:solidFill>
                          <a:latin typeface="Yu Gothic" panose="020B0400000000000000" pitchFamily="34" charset="-128"/>
                          <a:ea typeface="Yu Gothic" panose="020B0400000000000000" pitchFamily="34" charset="-128"/>
                          <a:cs typeface="Segoe UI" panose="020B0502040204020203" pitchFamily="34" charset="0"/>
                        </a:rPr>
                        <a:t>セキュリティソリューションの提供：監視システム、アクセス制御システム、警報システム</a:t>
                      </a:r>
                    </a:p>
                    <a:p>
                      <a:pPr marL="215900" indent="-215900" algn="l">
                        <a:buFont typeface="Wingdings" panose="05000000000000000000" pitchFamily="2" charset="2"/>
                        <a:buChar char="n"/>
                      </a:pPr>
                      <a:r>
                        <a:rPr lang="ja-JP" altLang="en-US" sz="1400">
                          <a:solidFill>
                            <a:srgbClr val="000000"/>
                          </a:solidFill>
                          <a:latin typeface="Yu Gothic" panose="020B0400000000000000" pitchFamily="34" charset="-128"/>
                          <a:ea typeface="Yu Gothic" panose="020B0400000000000000" pitchFamily="34" charset="-128"/>
                          <a:cs typeface="Segoe UI" panose="020B0502040204020203" pitchFamily="34" charset="0"/>
                        </a:rPr>
                        <a:t>マルチメディア通信システムの提供：</a:t>
                      </a:r>
                      <a:r>
                        <a:rPr lang="en-US" sz="1400">
                          <a:solidFill>
                            <a:srgbClr val="000000"/>
                          </a:solidFill>
                          <a:latin typeface="Yu Gothic" panose="020B0400000000000000" pitchFamily="34" charset="-128"/>
                          <a:ea typeface="Yu Gothic" panose="020B0400000000000000" pitchFamily="34" charset="-128"/>
                          <a:cs typeface="Segoe UI" panose="020B0502040204020203" pitchFamily="34" charset="0"/>
                        </a:rPr>
                        <a:t>IP PBX*、PA</a:t>
                      </a:r>
                      <a:r>
                        <a:rPr lang="ja-JP" altLang="en-US" sz="1400">
                          <a:solidFill>
                            <a:srgbClr val="000000"/>
                          </a:solidFill>
                          <a:latin typeface="Yu Gothic" panose="020B0400000000000000" pitchFamily="34" charset="-128"/>
                          <a:ea typeface="Yu Gothic" panose="020B0400000000000000" pitchFamily="34" charset="-128"/>
                          <a:cs typeface="Segoe UI" panose="020B0502040204020203" pitchFamily="34" charset="0"/>
                        </a:rPr>
                        <a:t>システム</a:t>
                      </a:r>
                      <a:r>
                        <a:rPr lang="en-US" altLang="ja-JP" sz="1400">
                          <a:solidFill>
                            <a:srgbClr val="000000"/>
                          </a:solidFill>
                          <a:latin typeface="Yu Gothic" panose="020B0400000000000000" pitchFamily="34" charset="-128"/>
                          <a:ea typeface="Yu Gothic" panose="020B0400000000000000" pitchFamily="34" charset="-128"/>
                          <a:cs typeface="Segoe UI" panose="020B0502040204020203" pitchFamily="34" charset="0"/>
                        </a:rPr>
                        <a:t>**</a:t>
                      </a:r>
                      <a:r>
                        <a:rPr lang="ja-JP" altLang="en-US" sz="1400">
                          <a:solidFill>
                            <a:srgbClr val="000000"/>
                          </a:solidFill>
                          <a:latin typeface="Yu Gothic" panose="020B0400000000000000" pitchFamily="34" charset="-128"/>
                          <a:ea typeface="Yu Gothic" panose="020B0400000000000000" pitchFamily="34" charset="-128"/>
                          <a:cs typeface="Segoe UI" panose="020B0502040204020203" pitchFamily="34" charset="0"/>
                        </a:rPr>
                        <a:t>、デジタルインタラクティブシステム</a:t>
                      </a:r>
                      <a:endParaRPr lang="en-US" sz="1400">
                        <a:latin typeface="Yu Gothic" panose="020B0400000000000000" pitchFamily="34" charset="-128"/>
                        <a:ea typeface="Yu Gothic" panose="020B0400000000000000" pitchFamily="34" charset="-128"/>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977740">
                <a:tc>
                  <a:txBody>
                    <a:bodyPr/>
                    <a:lstStyle/>
                    <a:p>
                      <a:pPr marL="0" indent="0" algn="ctr">
                        <a:buNone/>
                      </a:pPr>
                      <a:r>
                        <a:rPr lang="ja-JP" altLang="en-US" sz="1400">
                          <a:solidFill>
                            <a:srgbClr val="FFFFFF"/>
                          </a:solidFill>
                          <a:latin typeface="Yu Gothic" panose="020B0400000000000000" pitchFamily="34" charset="-128"/>
                          <a:ea typeface="Yu Gothic" panose="020B0400000000000000" pitchFamily="34" charset="-128"/>
                          <a:cs typeface="Segoe UI" pitchFamily="34" charset="-120"/>
                        </a:rPr>
                        <a:t>主要パートナー</a:t>
                      </a:r>
                      <a:r>
                        <a:rPr lang="en-US" sz="1400">
                          <a:solidFill>
                            <a:srgbClr val="FFFFFF"/>
                          </a:solidFill>
                          <a:latin typeface="Yu Gothic" panose="020B0400000000000000" pitchFamily="34" charset="-128"/>
                          <a:ea typeface="Yu Gothic" panose="020B0400000000000000" pitchFamily="34" charset="-128"/>
                          <a:cs typeface="Segoe UI" pitchFamily="34" charset="-120"/>
                        </a:rPr>
                        <a:t> (</a:t>
                      </a:r>
                      <a:r>
                        <a:rPr lang="ja-JP" altLang="en-US" sz="1400">
                          <a:solidFill>
                            <a:srgbClr val="FFFFFF"/>
                          </a:solidFill>
                          <a:latin typeface="Yu Gothic" panose="020B0400000000000000" pitchFamily="34" charset="-128"/>
                          <a:ea typeface="Yu Gothic" panose="020B0400000000000000" pitchFamily="34" charset="-128"/>
                          <a:cs typeface="Segoe UI" pitchFamily="34" charset="-120"/>
                        </a:rPr>
                        <a:t>本社</a:t>
                      </a:r>
                      <a:r>
                        <a:rPr lang="en-US" sz="1400">
                          <a:solidFill>
                            <a:srgbClr val="FFFFFF"/>
                          </a:solidFill>
                          <a:latin typeface="Yu Gothic" panose="020B0400000000000000" pitchFamily="34" charset="-128"/>
                          <a:ea typeface="Yu Gothic" panose="020B0400000000000000" pitchFamily="34" charset="-128"/>
                          <a:cs typeface="Segoe UI" pitchFamily="34" charset="-120"/>
                        </a:rPr>
                        <a:t>)</a:t>
                      </a:r>
                      <a:endParaRPr lang="en-US" sz="1400">
                        <a:latin typeface="Yu Gothic" panose="020B0400000000000000" pitchFamily="34" charset="-128"/>
                        <a:ea typeface="Yu Gothic" panose="020B0400000000000000" pitchFamily="34" charset="-128"/>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5900" indent="-215900" algn="l">
                        <a:buFont typeface="Wingdings" panose="05000000000000000000" pitchFamily="2" charset="2"/>
                        <a:buChar char="n"/>
                      </a:pPr>
                      <a:r>
                        <a:rPr lang="ja-JP" altLang="en-US" sz="1400">
                          <a:solidFill>
                            <a:srgbClr val="000000"/>
                          </a:solidFill>
                          <a:latin typeface="Yu Gothic" panose="020B0400000000000000" pitchFamily="34" charset="-128"/>
                          <a:ea typeface="Yu Gothic" panose="020B0400000000000000" pitchFamily="34" charset="-128"/>
                          <a:cs typeface="Segoe UI"/>
                        </a:rPr>
                        <a:t>セキュリティソリューション</a:t>
                      </a:r>
                      <a:r>
                        <a:rPr lang="en-US" sz="1400">
                          <a:solidFill>
                            <a:srgbClr val="000000"/>
                          </a:solidFill>
                          <a:latin typeface="Yu Gothic" panose="020B0400000000000000" pitchFamily="34" charset="-128"/>
                          <a:ea typeface="Yu Gothic" panose="020B0400000000000000" pitchFamily="34" charset="-128"/>
                          <a:cs typeface="Segoe UI"/>
                        </a:rPr>
                        <a:t>: Avigilon (カナダ), Dahua (</a:t>
                      </a:r>
                      <a:r>
                        <a:rPr lang="ja-JP" altLang="en-US" sz="1400">
                          <a:solidFill>
                            <a:srgbClr val="000000"/>
                          </a:solidFill>
                          <a:latin typeface="Yu Gothic" panose="020B0400000000000000" pitchFamily="34" charset="-128"/>
                          <a:ea typeface="Yu Gothic" panose="020B0400000000000000" pitchFamily="34" charset="-128"/>
                          <a:cs typeface="Segoe UI"/>
                        </a:rPr>
                        <a:t>中国</a:t>
                      </a:r>
                      <a:r>
                        <a:rPr lang="en-US" sz="1400">
                          <a:solidFill>
                            <a:srgbClr val="000000"/>
                          </a:solidFill>
                          <a:latin typeface="Yu Gothic" panose="020B0400000000000000" pitchFamily="34" charset="-128"/>
                          <a:ea typeface="Yu Gothic" panose="020B0400000000000000" pitchFamily="34" charset="-128"/>
                          <a:cs typeface="Segoe UI"/>
                        </a:rPr>
                        <a:t>), Uniview (</a:t>
                      </a:r>
                      <a:r>
                        <a:rPr lang="ja-JP" altLang="en-US" sz="1400">
                          <a:solidFill>
                            <a:srgbClr val="000000"/>
                          </a:solidFill>
                          <a:latin typeface="Yu Gothic" panose="020B0400000000000000" pitchFamily="34" charset="-128"/>
                          <a:ea typeface="Yu Gothic" panose="020B0400000000000000" pitchFamily="34" charset="-128"/>
                          <a:cs typeface="Segoe UI"/>
                        </a:rPr>
                        <a:t>中国</a:t>
                      </a:r>
                      <a:r>
                        <a:rPr lang="en-US" sz="1400">
                          <a:solidFill>
                            <a:srgbClr val="000000"/>
                          </a:solidFill>
                          <a:latin typeface="Yu Gothic" panose="020B0400000000000000" pitchFamily="34" charset="-128"/>
                          <a:ea typeface="Yu Gothic" panose="020B0400000000000000" pitchFamily="34" charset="-128"/>
                          <a:cs typeface="Segoe UI"/>
                        </a:rPr>
                        <a:t>), Vivotek (Taiwan)</a:t>
                      </a:r>
                      <a:endParaRPr lang="en-US" sz="1400">
                        <a:latin typeface="Yu Gothic" panose="020B0400000000000000" pitchFamily="34" charset="-128"/>
                        <a:ea typeface="Yu Gothic" panose="020B0400000000000000" pitchFamily="34" charset="-128"/>
                        <a:cs typeface="Segoe UI"/>
                      </a:endParaRPr>
                    </a:p>
                    <a:p>
                      <a:pPr marL="215900" indent="-215900" algn="l">
                        <a:buFont typeface="Wingdings" panose="05000000000000000000" pitchFamily="2" charset="2"/>
                        <a:buChar char="n"/>
                      </a:pPr>
                      <a:r>
                        <a:rPr lang="ja-JP" altLang="en-US" sz="1400">
                          <a:solidFill>
                            <a:srgbClr val="000000"/>
                          </a:solidFill>
                          <a:latin typeface="Yu Gothic" panose="020B0400000000000000" pitchFamily="34" charset="-128"/>
                          <a:ea typeface="Yu Gothic" panose="020B0400000000000000" pitchFamily="34" charset="-128"/>
                          <a:cs typeface="Segoe UI"/>
                        </a:rPr>
                        <a:t>インフラストラクチャー</a:t>
                      </a:r>
                      <a:r>
                        <a:rPr lang="en-US" sz="1400">
                          <a:solidFill>
                            <a:srgbClr val="000000"/>
                          </a:solidFill>
                          <a:latin typeface="Yu Gothic" panose="020B0400000000000000" pitchFamily="34" charset="-128"/>
                          <a:ea typeface="Yu Gothic" panose="020B0400000000000000" pitchFamily="34" charset="-128"/>
                          <a:cs typeface="Segoe UI"/>
                        </a:rPr>
                        <a:t>: Belden (</a:t>
                      </a:r>
                      <a:r>
                        <a:rPr lang="ja-JP" altLang="en-US" sz="1400">
                          <a:solidFill>
                            <a:srgbClr val="000000"/>
                          </a:solidFill>
                          <a:latin typeface="Yu Gothic" panose="020B0400000000000000" pitchFamily="34" charset="-128"/>
                          <a:ea typeface="Yu Gothic" panose="020B0400000000000000" pitchFamily="34" charset="-128"/>
                          <a:cs typeface="Segoe UI"/>
                        </a:rPr>
                        <a:t>アメリカ</a:t>
                      </a:r>
                      <a:r>
                        <a:rPr lang="en-US" sz="1400">
                          <a:solidFill>
                            <a:srgbClr val="000000"/>
                          </a:solidFill>
                          <a:latin typeface="Yu Gothic" panose="020B0400000000000000" pitchFamily="34" charset="-128"/>
                          <a:ea typeface="Yu Gothic" panose="020B0400000000000000" pitchFamily="34" charset="-128"/>
                          <a:cs typeface="Segoe UI"/>
                        </a:rPr>
                        <a:t>), Commscope (</a:t>
                      </a:r>
                      <a:r>
                        <a:rPr lang="ja-JP" altLang="en-US" sz="1400">
                          <a:solidFill>
                            <a:srgbClr val="000000"/>
                          </a:solidFill>
                          <a:latin typeface="Yu Gothic" panose="020B0400000000000000" pitchFamily="34" charset="-128"/>
                          <a:ea typeface="Yu Gothic" panose="020B0400000000000000" pitchFamily="34" charset="-128"/>
                          <a:cs typeface="Segoe UI"/>
                        </a:rPr>
                        <a:t>アメリカ</a:t>
                      </a:r>
                      <a:r>
                        <a:rPr lang="en-US" sz="1400">
                          <a:solidFill>
                            <a:srgbClr val="000000"/>
                          </a:solidFill>
                          <a:latin typeface="Yu Gothic" panose="020B0400000000000000" pitchFamily="34" charset="-128"/>
                          <a:ea typeface="Yu Gothic" panose="020B0400000000000000" pitchFamily="34" charset="-128"/>
                          <a:cs typeface="Segoe UI"/>
                        </a:rPr>
                        <a:t>)</a:t>
                      </a:r>
                      <a:endParaRPr lang="en-US" sz="1400">
                        <a:latin typeface="Yu Gothic" panose="020B0400000000000000" pitchFamily="34" charset="-128"/>
                        <a:ea typeface="Yu Gothic" panose="020B0400000000000000" pitchFamily="34" charset="-128"/>
                        <a:cs typeface="Segoe UI"/>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14" name="Table 1"/>
          <p:cNvGraphicFramePr>
            <a:graphicFrameLocks noGrp="1"/>
          </p:cNvGraphicFramePr>
          <p:nvPr/>
        </p:nvGraphicFramePr>
        <p:xfrm>
          <a:off x="6272784" y="1694549"/>
          <a:ext cx="5577840" cy="1280160"/>
        </p:xfrm>
        <a:graphic>
          <a:graphicData uri="http://schemas.openxmlformats.org/drawingml/2006/table">
            <a:tbl>
              <a:tblPr/>
              <a:tblGrid>
                <a:gridCol w="1470679">
                  <a:extLst>
                    <a:ext uri="{9D8B030D-6E8A-4147-A177-3AD203B41FA5}">
                      <a16:colId xmlns:a16="http://schemas.microsoft.com/office/drawing/2014/main" val="20000"/>
                    </a:ext>
                  </a:extLst>
                </a:gridCol>
                <a:gridCol w="4107161">
                  <a:extLst>
                    <a:ext uri="{9D8B030D-6E8A-4147-A177-3AD203B41FA5}">
                      <a16:colId xmlns:a16="http://schemas.microsoft.com/office/drawing/2014/main" val="20001"/>
                    </a:ext>
                  </a:extLst>
                </a:gridCol>
              </a:tblGrid>
              <a:tr h="320040">
                <a:tc>
                  <a:txBody>
                    <a:bodyPr/>
                    <a:lstStyle/>
                    <a:p>
                      <a:pPr marL="0" indent="0" algn="ctr">
                        <a:buNone/>
                      </a:pPr>
                      <a:r>
                        <a:rPr lang="en-US" sz="1400" err="1">
                          <a:solidFill>
                            <a:srgbClr val="FFFFFF"/>
                          </a:solidFill>
                          <a:latin typeface="+mn-ea"/>
                          <a:ea typeface="+mn-ea"/>
                          <a:cs typeface="Segoe UI" pitchFamily="34" charset="-120"/>
                        </a:rPr>
                        <a:t>セキュリティソリューション</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mn-ea"/>
                          <a:ea typeface="+mn-ea"/>
                          <a:cs typeface="Segoe UI" pitchFamily="34" charset="-120"/>
                        </a:rPr>
                        <a:t>監視システム、アクセス制御システム、警報システム</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320040">
                <a:tc>
                  <a:txBody>
                    <a:bodyPr/>
                    <a:lstStyle/>
                    <a:p>
                      <a:pPr marL="0" indent="0" algn="ctr">
                        <a:buNone/>
                      </a:pPr>
                      <a:r>
                        <a:rPr lang="en-US" sz="1400">
                          <a:solidFill>
                            <a:srgbClr val="FFFFFF"/>
                          </a:solidFill>
                          <a:latin typeface="+mn-ea"/>
                          <a:ea typeface="+mn-ea"/>
                          <a:cs typeface="Segoe UI" pitchFamily="34" charset="-120"/>
                        </a:rPr>
                        <a:t>マルチメディアシステム</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mn-ea"/>
                          <a:ea typeface="+mn-ea"/>
                          <a:cs typeface="Segoe UI" pitchFamily="34" charset="-120"/>
                        </a:rPr>
                        <a:t>IP </a:t>
                      </a:r>
                      <a:r>
                        <a:rPr lang="en-US" sz="1400" err="1">
                          <a:solidFill>
                            <a:srgbClr val="000000"/>
                          </a:solidFill>
                          <a:latin typeface="+mn-ea"/>
                          <a:ea typeface="+mn-ea"/>
                          <a:cs typeface="Segoe UI" pitchFamily="34" charset="-120"/>
                        </a:rPr>
                        <a:t>PBX、PAシステム、デジタルインタラクティブシステム</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ctr">
                        <a:buNone/>
                      </a:pPr>
                      <a:r>
                        <a:rPr lang="en-US" sz="1400" err="1">
                          <a:solidFill>
                            <a:srgbClr val="FFFFFF"/>
                          </a:solidFill>
                          <a:latin typeface="+mn-ea"/>
                          <a:ea typeface="+mn-ea"/>
                          <a:cs typeface="Segoe UI" pitchFamily="34" charset="-120"/>
                        </a:rPr>
                        <a:t>データネット</a:t>
                      </a:r>
                      <a:endParaRPr lang="en-US" sz="1400">
                        <a:solidFill>
                          <a:srgbClr val="FFFFFF"/>
                        </a:solidFill>
                        <a:latin typeface="+mn-ea"/>
                        <a:ea typeface="+mn-ea"/>
                        <a:cs typeface="Segoe UI" pitchFamily="34" charset="-120"/>
                      </a:endParaRPr>
                    </a:p>
                    <a:p>
                      <a:pPr marL="0" indent="0" algn="ctr">
                        <a:buNone/>
                      </a:pPr>
                      <a:r>
                        <a:rPr lang="en-US" sz="1400" err="1">
                          <a:solidFill>
                            <a:srgbClr val="FFFFFF"/>
                          </a:solidFill>
                          <a:latin typeface="+mn-ea"/>
                          <a:ea typeface="+mn-ea"/>
                          <a:cs typeface="Segoe UI" pitchFamily="34" charset="-120"/>
                        </a:rPr>
                        <a:t>ワークシステム</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err="1">
                          <a:solidFill>
                            <a:srgbClr val="000000"/>
                          </a:solidFill>
                          <a:latin typeface="+mn-ea"/>
                          <a:ea typeface="+mn-ea"/>
                          <a:cs typeface="Segoe UI" pitchFamily="34" charset="-120"/>
                        </a:rPr>
                        <a:t>データネットワークインフラ、ケーブルインフラ、サーバーソリューション</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5" name="Text 9"/>
          <p:cNvSpPr/>
          <p:nvPr/>
        </p:nvSpPr>
        <p:spPr>
          <a:xfrm>
            <a:off x="334962" y="6130898"/>
            <a:ext cx="11430000" cy="245513"/>
          </a:xfrm>
          <a:prstGeom prst="rect">
            <a:avLst/>
          </a:prstGeom>
          <a:noFill/>
          <a:ln/>
        </p:spPr>
        <p:txBody>
          <a:bodyPr wrap="square" lIns="36000" tIns="0" rIns="36000" bIns="0" rtlCol="0" anchor="ctr"/>
          <a:lstStyle/>
          <a:p>
            <a:r>
              <a:rPr lang="ja-JP" altLang="en-US" sz="1000">
                <a:solidFill>
                  <a:srgbClr val="000000"/>
                </a:solidFill>
                <a:latin typeface="+mn-ea"/>
                <a:cs typeface="Segoe UI" pitchFamily="34" charset="-120"/>
              </a:rPr>
              <a:t>注</a:t>
            </a:r>
            <a:r>
              <a:rPr lang="en-US" altLang="ja-JP" sz="1000">
                <a:solidFill>
                  <a:srgbClr val="000000"/>
                </a:solidFill>
                <a:latin typeface="+mn-ea"/>
                <a:cs typeface="Segoe UI" pitchFamily="34" charset="-120"/>
              </a:rPr>
              <a:t>: </a:t>
            </a:r>
            <a:r>
              <a:rPr lang="en-US" sz="1000">
                <a:solidFill>
                  <a:srgbClr val="000000"/>
                </a:solidFill>
                <a:latin typeface="+mn-ea"/>
                <a:cs typeface="Segoe UI" pitchFamily="34" charset="-120"/>
              </a:rPr>
              <a:t>(*) IP </a:t>
            </a:r>
            <a:r>
              <a:rPr lang="en-US" sz="1000" err="1">
                <a:solidFill>
                  <a:srgbClr val="000000"/>
                </a:solidFill>
                <a:latin typeface="+mn-ea"/>
                <a:cs typeface="Segoe UI" pitchFamily="34" charset="-120"/>
              </a:rPr>
              <a:t>PBXとは、Internet</a:t>
            </a:r>
            <a:r>
              <a:rPr lang="en-US" sz="1000">
                <a:solidFill>
                  <a:srgbClr val="000000"/>
                </a:solidFill>
                <a:latin typeface="+mn-ea"/>
                <a:cs typeface="Segoe UI" pitchFamily="34" charset="-120"/>
              </a:rPr>
              <a:t> Protocol Private Branch Exchange(</a:t>
            </a:r>
            <a:r>
              <a:rPr lang="ja-JP" altLang="en-US" sz="1000">
                <a:solidFill>
                  <a:srgbClr val="000000"/>
                </a:solidFill>
                <a:latin typeface="+mn-ea"/>
                <a:cs typeface="Segoe UI" pitchFamily="34" charset="-120"/>
              </a:rPr>
              <a:t>インターネットプロトコル内線交換機）の略</a:t>
            </a:r>
            <a:r>
              <a:rPr lang="en-US" altLang="ja-JP" sz="1000">
                <a:solidFill>
                  <a:srgbClr val="000000"/>
                </a:solidFill>
                <a:latin typeface="+mn-ea"/>
                <a:cs typeface="Segoe UI" pitchFamily="34" charset="-120"/>
              </a:rPr>
              <a:t>. (**)PA</a:t>
            </a:r>
            <a:r>
              <a:rPr lang="ja-JP" altLang="en-US" sz="1000">
                <a:solidFill>
                  <a:srgbClr val="000000"/>
                </a:solidFill>
                <a:latin typeface="+mn-ea"/>
                <a:cs typeface="Segoe UI" pitchFamily="34" charset="-120"/>
              </a:rPr>
              <a:t>システムとは、</a:t>
            </a:r>
            <a:r>
              <a:rPr lang="en-US" altLang="ja-JP" sz="1000">
                <a:solidFill>
                  <a:srgbClr val="000000"/>
                </a:solidFill>
                <a:latin typeface="+mn-ea"/>
                <a:cs typeface="Segoe UI" pitchFamily="34" charset="-120"/>
              </a:rPr>
              <a:t>Public Address System</a:t>
            </a:r>
            <a:r>
              <a:rPr lang="ja-JP" altLang="en-US" sz="1000">
                <a:solidFill>
                  <a:srgbClr val="000000"/>
                </a:solidFill>
                <a:latin typeface="+mn-ea"/>
                <a:cs typeface="Segoe UI" pitchFamily="34" charset="-120"/>
              </a:rPr>
              <a:t>（構内放送・館内方法システム）の略</a:t>
            </a:r>
            <a:endParaRPr lang="en-US" sz="1000">
              <a:solidFill>
                <a:srgbClr val="000000"/>
              </a:solidFill>
              <a:latin typeface="+mn-ea"/>
              <a:cs typeface="Segoe UI" pitchFamily="34" charset="-120"/>
            </a:endParaRPr>
          </a:p>
          <a:p>
            <a:pPr marL="0" indent="0">
              <a:buNone/>
            </a:pPr>
            <a:r>
              <a:rPr lang="ja-JP" altLang="en-US" sz="1000">
                <a:solidFill>
                  <a:srgbClr val="000000"/>
                </a:solidFill>
                <a:latin typeface="+mn-ea"/>
                <a:cs typeface="Segoe UI" pitchFamily="34" charset="-120"/>
              </a:rPr>
              <a:t>出典</a:t>
            </a:r>
            <a:r>
              <a:rPr lang="en-US" altLang="ja-JP" sz="1000">
                <a:solidFill>
                  <a:srgbClr val="000000"/>
                </a:solidFill>
                <a:latin typeface="+mn-ea"/>
                <a:cs typeface="Segoe UI" pitchFamily="34" charset="-120"/>
              </a:rPr>
              <a:t>: </a:t>
            </a:r>
            <a:r>
              <a:rPr lang="ja-JP" altLang="en-US" sz="1000">
                <a:solidFill>
                  <a:srgbClr val="000000"/>
                </a:solidFill>
                <a:latin typeface="+mn-ea"/>
                <a:cs typeface="Segoe UI" pitchFamily="34" charset="-120"/>
              </a:rPr>
              <a:t>会社ウェブサイト</a:t>
            </a:r>
            <a:endParaRPr lang="en-US" sz="1000">
              <a:latin typeface="+mn-ea"/>
            </a:endParaRPr>
          </a:p>
        </p:txBody>
      </p:sp>
      <p:graphicFrame>
        <p:nvGraphicFramePr>
          <p:cNvPr id="16" name="Table 1">
            <a:extLst>
              <a:ext uri="{FF2B5EF4-FFF2-40B4-BE49-F238E27FC236}">
                <a16:creationId xmlns:a16="http://schemas.microsoft.com/office/drawing/2014/main" id="{00739362-AD6B-D86B-A47B-AAACD32FAB6E}"/>
              </a:ext>
            </a:extLst>
          </p:cNvPr>
          <p:cNvGraphicFramePr>
            <a:graphicFrameLocks noGrp="1"/>
          </p:cNvGraphicFramePr>
          <p:nvPr/>
        </p:nvGraphicFramePr>
        <p:xfrm>
          <a:off x="6279198" y="3540096"/>
          <a:ext cx="5577840" cy="2560320"/>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640080">
                <a:tc>
                  <a:txBody>
                    <a:bodyPr/>
                    <a:lstStyle/>
                    <a:p>
                      <a:pPr marL="0" indent="0" algn="ctr">
                        <a:buNone/>
                      </a:pPr>
                      <a:r>
                        <a:rPr lang="en-US" sz="1400" err="1">
                          <a:solidFill>
                            <a:schemeClr val="bg1"/>
                          </a:solidFill>
                          <a:latin typeface="+mn-ea"/>
                          <a:ea typeface="+mn-ea"/>
                          <a:cs typeface="Segoe UI" charset="0"/>
                        </a:rPr>
                        <a:t>Suralaya</a:t>
                      </a:r>
                      <a:r>
                        <a:rPr lang="en-US" sz="1400">
                          <a:solidFill>
                            <a:schemeClr val="bg1"/>
                          </a:solidFill>
                          <a:latin typeface="+mn-ea"/>
                          <a:ea typeface="+mn-ea"/>
                          <a:cs typeface="Segoe UI" charset="0"/>
                        </a:rPr>
                        <a:t> Power Plant</a:t>
                      </a:r>
                      <a:br>
                        <a:rPr lang="en-US" sz="1400">
                          <a:solidFill>
                            <a:schemeClr val="bg1"/>
                          </a:solidFill>
                          <a:latin typeface="+mn-ea"/>
                          <a:ea typeface="+mn-ea"/>
                          <a:cs typeface="Segoe UI" charset="0"/>
                        </a:rPr>
                      </a:br>
                      <a:r>
                        <a:rPr lang="en-US" sz="1400">
                          <a:solidFill>
                            <a:schemeClr val="bg1"/>
                          </a:solidFill>
                          <a:latin typeface="+mn-ea"/>
                          <a:ea typeface="+mn-ea"/>
                          <a:cs typeface="Segoe UI" charset="0"/>
                        </a:rPr>
                        <a:t>(2024年)</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FontTx/>
                        <a:buNone/>
                      </a:pPr>
                      <a:r>
                        <a:rPr lang="en-US" sz="1400" err="1">
                          <a:latin typeface="+mn-ea"/>
                          <a:ea typeface="+mn-ea"/>
                          <a:cs typeface="Segoe UI" charset="0"/>
                        </a:rPr>
                        <a:t>統合型CCTV、IP</a:t>
                      </a:r>
                      <a:r>
                        <a:rPr lang="en-US" sz="1400">
                          <a:latin typeface="+mn-ea"/>
                          <a:ea typeface="+mn-ea"/>
                          <a:cs typeface="Segoe UI" charset="0"/>
                        </a:rPr>
                        <a:t> </a:t>
                      </a:r>
                      <a:r>
                        <a:rPr lang="en-US" sz="1400" err="1">
                          <a:latin typeface="+mn-ea"/>
                          <a:ea typeface="+mn-ea"/>
                          <a:cs typeface="Segoe UI" charset="0"/>
                        </a:rPr>
                        <a:t>PBX、および公共放送、一般警報システム（PAGA）の設置</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640080">
                <a:tc>
                  <a:txBody>
                    <a:bodyPr/>
                    <a:lstStyle/>
                    <a:p>
                      <a:pPr marL="0" indent="0" algn="ctr">
                        <a:buNone/>
                      </a:pPr>
                      <a:r>
                        <a:rPr lang="en-US" sz="1400">
                          <a:solidFill>
                            <a:schemeClr val="bg1"/>
                          </a:solidFill>
                          <a:latin typeface="+mn-ea"/>
                          <a:ea typeface="+mn-ea"/>
                          <a:cs typeface="Segoe UI" charset="0"/>
                        </a:rPr>
                        <a:t>Veolia</a:t>
                      </a:r>
                      <a:br>
                        <a:rPr lang="en-US" sz="1400">
                          <a:solidFill>
                            <a:schemeClr val="bg1"/>
                          </a:solidFill>
                          <a:latin typeface="+mn-ea"/>
                          <a:ea typeface="+mn-ea"/>
                          <a:cs typeface="Segoe UI" charset="0"/>
                        </a:rPr>
                      </a:br>
                      <a:r>
                        <a:rPr lang="en-US" sz="1400">
                          <a:solidFill>
                            <a:schemeClr val="bg1"/>
                          </a:solidFill>
                          <a:latin typeface="+mn-ea"/>
                          <a:ea typeface="+mn-ea"/>
                          <a:cs typeface="Segoe UI" charset="0"/>
                        </a:rPr>
                        <a:t>(2023</a:t>
                      </a:r>
                      <a:r>
                        <a:rPr lang="en-US" altLang="ja-TH" sz="1400">
                          <a:solidFill>
                            <a:schemeClr val="bg1"/>
                          </a:solidFill>
                          <a:latin typeface="+mn-ea"/>
                          <a:ea typeface="+mn-ea"/>
                          <a:cs typeface="Segoe UI" charset="0"/>
                        </a:rPr>
                        <a:t>年</a:t>
                      </a:r>
                      <a:r>
                        <a:rPr lang="en-US" sz="1400">
                          <a:solidFill>
                            <a:schemeClr val="bg1"/>
                          </a:solidFill>
                          <a:latin typeface="+mn-ea"/>
                          <a:ea typeface="+mn-ea"/>
                          <a:cs typeface="Segoe UI" charset="0"/>
                        </a:rPr>
                        <a:t>)</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FontTx/>
                        <a:buNone/>
                      </a:pPr>
                      <a:r>
                        <a:rPr lang="en-US" sz="1400" err="1">
                          <a:latin typeface="+mn-ea"/>
                          <a:ea typeface="+mn-ea"/>
                          <a:cs typeface="Segoe UI" charset="0"/>
                        </a:rPr>
                        <a:t>通行者数計測カメラの設置による通行量データ生成</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ctr">
                        <a:buNone/>
                      </a:pPr>
                      <a:r>
                        <a:rPr lang="en-US" sz="1400" err="1">
                          <a:solidFill>
                            <a:schemeClr val="bg1"/>
                          </a:solidFill>
                          <a:latin typeface="+mn-ea"/>
                          <a:ea typeface="+mn-ea"/>
                          <a:cs typeface="Segoe UI" charset="0"/>
                        </a:rPr>
                        <a:t>Ubaya</a:t>
                      </a:r>
                      <a:r>
                        <a:rPr lang="en-US" sz="1400">
                          <a:solidFill>
                            <a:schemeClr val="bg1"/>
                          </a:solidFill>
                          <a:latin typeface="+mn-ea"/>
                          <a:ea typeface="+mn-ea"/>
                          <a:cs typeface="Segoe UI" charset="0"/>
                        </a:rPr>
                        <a:t> Hospital (2023</a:t>
                      </a:r>
                      <a:r>
                        <a:rPr lang="en-US" altLang="ja-TH" sz="1400">
                          <a:solidFill>
                            <a:schemeClr val="bg1"/>
                          </a:solidFill>
                          <a:latin typeface="+mn-ea"/>
                          <a:ea typeface="+mn-ea"/>
                          <a:cs typeface="Segoe UI" charset="0"/>
                        </a:rPr>
                        <a:t>年</a:t>
                      </a:r>
                      <a:r>
                        <a:rPr lang="en-US" sz="1400">
                          <a:solidFill>
                            <a:schemeClr val="bg1"/>
                          </a:solidFill>
                          <a:latin typeface="+mn-ea"/>
                          <a:ea typeface="+mn-ea"/>
                          <a:cs typeface="Segoe UI" charset="0"/>
                        </a:rPr>
                        <a:t>)</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FontTx/>
                        <a:buNone/>
                      </a:pPr>
                      <a:r>
                        <a:rPr lang="en-US" sz="1400">
                          <a:latin typeface="+mn-ea"/>
                          <a:ea typeface="+mn-ea"/>
                          <a:cs typeface="Segoe UI" charset="0"/>
                        </a:rPr>
                        <a:t>病院向け内部データシステム及び無線ネットワークの構築</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lgn="ctr">
                        <a:buNone/>
                      </a:pPr>
                      <a:r>
                        <a:rPr lang="en-US" sz="1400">
                          <a:solidFill>
                            <a:schemeClr val="bg1"/>
                          </a:solidFill>
                          <a:latin typeface="+mn-ea"/>
                          <a:ea typeface="+mn-ea"/>
                          <a:cs typeface="Segoe UI" charset="0"/>
                        </a:rPr>
                        <a:t>Shell</a:t>
                      </a:r>
                      <a:br>
                        <a:rPr lang="en-US" sz="1400">
                          <a:solidFill>
                            <a:schemeClr val="bg1"/>
                          </a:solidFill>
                          <a:latin typeface="+mn-ea"/>
                          <a:ea typeface="+mn-ea"/>
                          <a:cs typeface="Segoe UI" charset="0"/>
                        </a:rPr>
                      </a:br>
                      <a:r>
                        <a:rPr lang="en-US" sz="1400">
                          <a:solidFill>
                            <a:schemeClr val="bg1"/>
                          </a:solidFill>
                          <a:latin typeface="+mn-ea"/>
                          <a:ea typeface="+mn-ea"/>
                          <a:cs typeface="Segoe UI" charset="0"/>
                        </a:rPr>
                        <a:t>(2022</a:t>
                      </a:r>
                      <a:r>
                        <a:rPr lang="en-US" altLang="ja-TH" sz="1400">
                          <a:solidFill>
                            <a:schemeClr val="bg1"/>
                          </a:solidFill>
                          <a:latin typeface="+mn-ea"/>
                          <a:ea typeface="+mn-ea"/>
                          <a:cs typeface="Segoe UI" charset="0"/>
                        </a:rPr>
                        <a:t>年</a:t>
                      </a:r>
                      <a:r>
                        <a:rPr lang="en-US" sz="1400">
                          <a:solidFill>
                            <a:schemeClr val="bg1"/>
                          </a:solidFill>
                          <a:latin typeface="+mn-ea"/>
                          <a:ea typeface="+mn-ea"/>
                          <a:cs typeface="Segoe UI" charset="0"/>
                        </a:rPr>
                        <a:t>)</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FontTx/>
                        <a:buNone/>
                      </a:pPr>
                      <a:r>
                        <a:rPr lang="en-US" sz="1400" err="1">
                          <a:latin typeface="+mn-ea"/>
                          <a:ea typeface="+mn-ea"/>
                          <a:cs typeface="Segoe UI" charset="0"/>
                        </a:rPr>
                        <a:t>セキュリティチェックポイント向けパスポート・IDスキャンシステムの設置</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837957440"/>
                  </a:ext>
                </a:extLst>
              </a:tr>
            </a:tbl>
          </a:graphicData>
        </a:graphic>
      </p:graphicFrame>
      <p:grpSp>
        <p:nvGrpSpPr>
          <p:cNvPr id="19" name="Group 18">
            <a:extLst>
              <a:ext uri="{FF2B5EF4-FFF2-40B4-BE49-F238E27FC236}">
                <a16:creationId xmlns:a16="http://schemas.microsoft.com/office/drawing/2014/main" id="{BEF5E475-B452-26C6-DA47-F2342B4B6E03}"/>
              </a:ext>
            </a:extLst>
          </p:cNvPr>
          <p:cNvGrpSpPr/>
          <p:nvPr/>
        </p:nvGrpSpPr>
        <p:grpSpPr>
          <a:xfrm>
            <a:off x="6272784" y="3094454"/>
            <a:ext cx="5577840" cy="384048"/>
            <a:chOff x="6272784" y="1252728"/>
            <a:chExt cx="5577840" cy="384048"/>
          </a:xfrm>
        </p:grpSpPr>
        <p:sp>
          <p:nvSpPr>
            <p:cNvPr id="20" name="Text 7">
              <a:extLst>
                <a:ext uri="{FF2B5EF4-FFF2-40B4-BE49-F238E27FC236}">
                  <a16:creationId xmlns:a16="http://schemas.microsoft.com/office/drawing/2014/main" id="{76BA1E3E-B619-CDF5-B0B4-EF8B545CB155}"/>
                </a:ext>
              </a:extLst>
            </p:cNvPr>
            <p:cNvSpPr/>
            <p:nvPr/>
          </p:nvSpPr>
          <p:spPr>
            <a:xfrm>
              <a:off x="6272784" y="1252728"/>
              <a:ext cx="5577840" cy="320040"/>
            </a:xfrm>
            <a:prstGeom prst="rect">
              <a:avLst/>
            </a:prstGeom>
            <a:noFill/>
            <a:ln/>
          </p:spPr>
          <p:txBody>
            <a:bodyPr wrap="square" rtlCol="0" anchor="ctr"/>
            <a:lstStyle/>
            <a:p>
              <a:pPr marL="0" indent="0" algn="ctr">
                <a:buNone/>
              </a:pPr>
              <a:r>
                <a:rPr lang="ja-JP" altLang="en-US" sz="1400">
                  <a:solidFill>
                    <a:srgbClr val="000000"/>
                  </a:solidFill>
                  <a:latin typeface="+mn-ea"/>
                  <a:cs typeface="Segoe UI" pitchFamily="34" charset="-120"/>
                </a:rPr>
                <a:t>プロジェクト実績</a:t>
              </a:r>
              <a:endParaRPr lang="en-US" sz="1400">
                <a:latin typeface="+mn-ea"/>
              </a:endParaRPr>
            </a:p>
          </p:txBody>
        </p:sp>
        <p:sp>
          <p:nvSpPr>
            <p:cNvPr id="21" name="Shape 8">
              <a:extLst>
                <a:ext uri="{FF2B5EF4-FFF2-40B4-BE49-F238E27FC236}">
                  <a16:creationId xmlns:a16="http://schemas.microsoft.com/office/drawing/2014/main" id="{0B0EC82E-CFE1-70AA-D8D1-3CAA7DBC4E79}"/>
                </a:ext>
              </a:extLst>
            </p:cNvPr>
            <p:cNvSpPr/>
            <p:nvPr/>
          </p:nvSpPr>
          <p:spPr>
            <a:xfrm>
              <a:off x="6272784" y="1636776"/>
              <a:ext cx="5577840" cy="0"/>
            </a:xfrm>
            <a:prstGeom prst="line">
              <a:avLst/>
            </a:prstGeom>
            <a:noFill/>
            <a:ln w="22225">
              <a:solidFill>
                <a:srgbClr val="1F497D"/>
              </a:solidFill>
              <a:prstDash val="solid"/>
            </a:ln>
          </p:spPr>
          <p:txBody>
            <a:bodyPr/>
            <a:lstStyle/>
            <a:p>
              <a:endParaRPr lang="en-US">
                <a:latin typeface="+mn-ea"/>
              </a:endParaRPr>
            </a:p>
          </p:txBody>
        </p:sp>
      </p:gr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932688"/>
            <a:ext cx="12191695" cy="0"/>
          </a:xfrm>
          <a:prstGeom prst="line">
            <a:avLst/>
          </a:prstGeom>
          <a:noFill/>
          <a:ln w="57150">
            <a:solidFill>
              <a:srgbClr val="293F55"/>
            </a:solidFill>
            <a:prstDash val="solid"/>
          </a:ln>
        </p:spPr>
        <p:txBody>
          <a:bodyPr/>
          <a:lstStyle/>
          <a:p>
            <a:endParaRPr lang="en-US"/>
          </a:p>
        </p:txBody>
      </p:sp>
      <p:sp>
        <p:nvSpPr>
          <p:cNvPr id="3" name="Shape 1"/>
          <p:cNvSpPr/>
          <p:nvPr/>
        </p:nvSpPr>
        <p:spPr>
          <a:xfrm>
            <a:off x="0" y="1005840"/>
            <a:ext cx="12191695" cy="0"/>
          </a:xfrm>
          <a:prstGeom prst="line">
            <a:avLst/>
          </a:prstGeom>
          <a:noFill/>
          <a:ln w="28575">
            <a:solidFill>
              <a:srgbClr val="293F55"/>
            </a:solidFill>
            <a:prstDash val="solid"/>
          </a:ln>
        </p:spPr>
        <p:txBody>
          <a:bodyPr/>
          <a:lstStyle/>
          <a:p>
            <a:endParaRPr lang="en-US"/>
          </a:p>
        </p:txBody>
      </p:sp>
      <p:sp>
        <p:nvSpPr>
          <p:cNvPr id="4" name="Shape 2"/>
          <p:cNvSpPr/>
          <p:nvPr/>
        </p:nvSpPr>
        <p:spPr>
          <a:xfrm>
            <a:off x="0" y="6620256"/>
            <a:ext cx="12191695" cy="0"/>
          </a:xfrm>
          <a:prstGeom prst="line">
            <a:avLst/>
          </a:prstGeom>
          <a:noFill/>
          <a:ln w="28575">
            <a:solidFill>
              <a:srgbClr val="293F55"/>
            </a:solidFill>
            <a:prstDash val="solid"/>
          </a:ln>
        </p:spPr>
        <p:txBody>
          <a:bodyPr/>
          <a:lstStyle/>
          <a:p>
            <a:endParaRPr lang="en-US"/>
          </a:p>
        </p:txBody>
      </p:sp>
      <p:sp>
        <p:nvSpPr>
          <p:cNvPr id="5" name="Text 3"/>
          <p:cNvSpPr/>
          <p:nvPr/>
        </p:nvSpPr>
        <p:spPr>
          <a:xfrm>
            <a:off x="347472" y="64008"/>
            <a:ext cx="9381744" cy="822960"/>
          </a:xfrm>
          <a:prstGeom prst="rect">
            <a:avLst/>
          </a:prstGeom>
          <a:noFill/>
          <a:ln/>
        </p:spPr>
        <p:txBody>
          <a:bodyPr wrap="square" lIns="0" tIns="0" rIns="0" bIns="0" rtlCol="0" anchor="b"/>
          <a:lstStyle/>
          <a:p>
            <a:pPr marL="0" indent="0">
              <a:buNone/>
            </a:pPr>
            <a:r>
              <a:rPr lang="en-US" sz="2400">
                <a:solidFill>
                  <a:srgbClr val="000000"/>
                </a:solidFill>
                <a:latin typeface="+mj-ea"/>
                <a:ea typeface="+mj-ea"/>
                <a:cs typeface="Segoe UI" pitchFamily="34" charset="-120"/>
              </a:rPr>
              <a:t>2. Integra Mitra Solusi</a:t>
            </a:r>
            <a:endParaRPr lang="en-US" sz="2400">
              <a:latin typeface="+mj-ea"/>
              <a:ea typeface="+mj-ea"/>
            </a:endParaRPr>
          </a:p>
          <a:p>
            <a:r>
              <a:rPr lang="ja-JP" altLang="en-US" sz="1600">
                <a:solidFill>
                  <a:srgbClr val="000000"/>
                </a:solidFill>
                <a:latin typeface="+mj-ea"/>
                <a:ea typeface="+mj-ea"/>
                <a:cs typeface="Segoe UI" pitchFamily="34" charset="-120"/>
              </a:rPr>
              <a:t>インドネシアに拠点を置く、セキュリティシステムとトレーニングサービスを専門とする</a:t>
            </a:r>
            <a:r>
              <a:rPr lang="ja-TH" altLang="en-US" sz="1600">
                <a:solidFill>
                  <a:srgbClr val="000000"/>
                </a:solidFill>
                <a:latin typeface="+mj-ea"/>
                <a:ea typeface="+mj-ea"/>
                <a:cs typeface="Segoe UI" pitchFamily="34" charset="-120"/>
              </a:rPr>
              <a:t>販売代理店</a:t>
            </a:r>
            <a:endParaRPr lang="en-US" sz="2400">
              <a:latin typeface="+mj-ea"/>
              <a:ea typeface="+mj-ea"/>
            </a:endParaRPr>
          </a:p>
        </p:txBody>
      </p:sp>
      <p:pic>
        <p:nvPicPr>
          <p:cNvPr id="6"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7" name="Shape 4"/>
          <p:cNvSpPr/>
          <p:nvPr/>
        </p:nvSpPr>
        <p:spPr>
          <a:xfrm>
            <a:off x="9729216" y="201168"/>
            <a:ext cx="758952" cy="502920"/>
          </a:xfrm>
          <a:prstGeom prst="rect">
            <a:avLst/>
          </a:prstGeom>
          <a:ln w="12700">
            <a:solidFill>
              <a:srgbClr val="000000"/>
            </a:solidFill>
            <a:prstDash val="solid"/>
          </a:ln>
        </p:spPr>
        <p:txBody>
          <a:bodyPr/>
          <a:lstStyle/>
          <a:p>
            <a:endParaRPr lang="en-US"/>
          </a:p>
        </p:txBody>
      </p:sp>
      <p:pic>
        <p:nvPicPr>
          <p:cNvPr id="8" name="Image 1" descr="preencoded.png"/>
          <p:cNvPicPr>
            <a:picLocks noChangeAspect="1"/>
          </p:cNvPicPr>
          <p:nvPr/>
        </p:nvPicPr>
        <p:blipFill>
          <a:blip r:embed="rId4"/>
          <a:srcRect/>
          <a:stretch/>
        </p:blipFill>
        <p:spPr>
          <a:xfrm>
            <a:off x="11064240" y="109728"/>
            <a:ext cx="640080" cy="640080"/>
          </a:xfrm>
          <a:prstGeom prst="rect">
            <a:avLst/>
          </a:prstGeom>
        </p:spPr>
      </p:pic>
      <p:sp>
        <p:nvSpPr>
          <p:cNvPr id="9" name="Text 5"/>
          <p:cNvSpPr/>
          <p:nvPr/>
        </p:nvSpPr>
        <p:spPr>
          <a:xfrm>
            <a:off x="338328" y="1252728"/>
            <a:ext cx="5577840" cy="320040"/>
          </a:xfrm>
          <a:prstGeom prst="rect">
            <a:avLst/>
          </a:prstGeom>
          <a:noFill/>
          <a:ln/>
        </p:spPr>
        <p:txBody>
          <a:bodyPr wrap="square" rtlCol="0" anchor="ctr"/>
          <a:lstStyle/>
          <a:p>
            <a:pPr marL="0" indent="0" algn="ctr">
              <a:buNone/>
            </a:pPr>
            <a:r>
              <a:rPr lang="en-US" sz="1400" err="1">
                <a:solidFill>
                  <a:srgbClr val="000000"/>
                </a:solidFill>
                <a:latin typeface="+mn-ea"/>
                <a:cs typeface="Segoe UI" pitchFamily="34" charset="-120"/>
              </a:rPr>
              <a:t>会社基本情報</a:t>
            </a:r>
            <a:endParaRPr lang="en-US" sz="1400">
              <a:latin typeface="+mn-ea"/>
            </a:endParaRPr>
          </a:p>
        </p:txBody>
      </p:sp>
      <p:sp>
        <p:nvSpPr>
          <p:cNvPr id="10" name="Shape 6"/>
          <p:cNvSpPr/>
          <p:nvPr/>
        </p:nvSpPr>
        <p:spPr>
          <a:xfrm>
            <a:off x="338328" y="1636776"/>
            <a:ext cx="5577840" cy="0"/>
          </a:xfrm>
          <a:prstGeom prst="line">
            <a:avLst/>
          </a:prstGeom>
          <a:noFill/>
          <a:ln w="22225">
            <a:solidFill>
              <a:srgbClr val="1F497D"/>
            </a:solidFill>
            <a:prstDash val="solid"/>
          </a:ln>
        </p:spPr>
        <p:txBody>
          <a:bodyPr/>
          <a:lstStyle/>
          <a:p>
            <a:endParaRPr lang="en-US"/>
          </a:p>
        </p:txBody>
      </p:sp>
      <p:sp>
        <p:nvSpPr>
          <p:cNvPr id="11" name="Text 7"/>
          <p:cNvSpPr/>
          <p:nvPr/>
        </p:nvSpPr>
        <p:spPr>
          <a:xfrm>
            <a:off x="6272784" y="1252728"/>
            <a:ext cx="5577840" cy="320040"/>
          </a:xfrm>
          <a:prstGeom prst="rect">
            <a:avLst/>
          </a:prstGeom>
          <a:noFill/>
          <a:ln/>
        </p:spPr>
        <p:txBody>
          <a:bodyPr wrap="square" rtlCol="0" anchor="ctr"/>
          <a:lstStyle/>
          <a:p>
            <a:pPr algn="ctr"/>
            <a:r>
              <a:rPr lang="ja-JP" altLang="en-US" sz="1400">
                <a:solidFill>
                  <a:srgbClr val="000000"/>
                </a:solidFill>
                <a:latin typeface="+mn-ea"/>
                <a:cs typeface="Segoe UI" pitchFamily="34" charset="-120"/>
              </a:rPr>
              <a:t>製品</a:t>
            </a:r>
            <a:r>
              <a:rPr lang="en-US" altLang="ja-JP" sz="1400">
                <a:solidFill>
                  <a:srgbClr val="000000"/>
                </a:solidFill>
                <a:latin typeface="+mn-ea"/>
                <a:cs typeface="Segoe UI" pitchFamily="34" charset="-120"/>
              </a:rPr>
              <a:t>/</a:t>
            </a:r>
            <a:r>
              <a:rPr lang="ja-JP" altLang="en-US" sz="1400">
                <a:solidFill>
                  <a:srgbClr val="000000"/>
                </a:solidFill>
                <a:latin typeface="+mn-ea"/>
                <a:cs typeface="Segoe UI" pitchFamily="34" charset="-120"/>
              </a:rPr>
              <a:t>ソリューション</a:t>
            </a:r>
            <a:endParaRPr lang="en-US" altLang="ja-JP" sz="1400">
              <a:latin typeface="+mn-ea"/>
            </a:endParaRPr>
          </a:p>
        </p:txBody>
      </p:sp>
      <p:sp>
        <p:nvSpPr>
          <p:cNvPr id="12" name="Shape 8"/>
          <p:cNvSpPr/>
          <p:nvPr/>
        </p:nvSpPr>
        <p:spPr>
          <a:xfrm>
            <a:off x="6272784" y="1636776"/>
            <a:ext cx="5577840" cy="0"/>
          </a:xfrm>
          <a:prstGeom prst="line">
            <a:avLst/>
          </a:prstGeom>
          <a:noFill/>
          <a:ln w="22225">
            <a:solidFill>
              <a:srgbClr val="1F497D"/>
            </a:solidFill>
            <a:prstDash val="solid"/>
          </a:ln>
        </p:spPr>
        <p:txBody>
          <a:bodyPr/>
          <a:lstStyle/>
          <a:p>
            <a:endParaRPr lang="en-US"/>
          </a:p>
        </p:txBody>
      </p:sp>
      <p:graphicFrame>
        <p:nvGraphicFramePr>
          <p:cNvPr id="13" name="Table 0"/>
          <p:cNvGraphicFramePr>
            <a:graphicFrameLocks noGrp="1"/>
          </p:cNvGraphicFramePr>
          <p:nvPr/>
        </p:nvGraphicFramePr>
        <p:xfrm>
          <a:off x="338328" y="1691636"/>
          <a:ext cx="5577840" cy="4401184"/>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293412">
                <a:tc>
                  <a:txBody>
                    <a:bodyPr/>
                    <a:lstStyle/>
                    <a:p>
                      <a:pPr marL="0" indent="0" algn="ctr">
                        <a:buNone/>
                      </a:pPr>
                      <a:r>
                        <a:rPr lang="ja-JP" altLang="en-US" sz="1400">
                          <a:solidFill>
                            <a:srgbClr val="FFFFFF"/>
                          </a:solidFill>
                          <a:latin typeface="+mn-ea"/>
                          <a:ea typeface="+mn-ea"/>
                          <a:cs typeface="Segoe UI" pitchFamily="34" charset="-120"/>
                        </a:rPr>
                        <a:t>会社名</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kumimoji="1" lang="en-US" sz="1400" b="0" i="0" u="none" strike="noStrike" kern="1200">
                          <a:solidFill>
                            <a:schemeClr val="tx1"/>
                          </a:solidFill>
                          <a:effectLst/>
                          <a:latin typeface="+mn-ea"/>
                          <a:ea typeface="+mn-ea"/>
                          <a:cs typeface="Segoe UI" panose="020B0502040204020203" pitchFamily="34" charset="0"/>
                          <a:hlinkClick r:id="rId5" tooltip="Visit company website">
                            <a:extLst>
                              <a:ext uri="{A12FA001-AC4F-418D-AE19-62706E023703}">
                                <ahyp:hlinkClr xmlns:ahyp="http://schemas.microsoft.com/office/drawing/2018/hyperlinkcolor" val="tx"/>
                              </a:ext>
                            </a:extLst>
                          </a:hlinkClick>
                        </a:rPr>
                        <a:t>Integra Mitra Solusi</a:t>
                      </a:r>
                      <a:endParaRPr kumimoji="1" lang="en-US" sz="1400" b="0" i="0" u="none" strike="noStrike" kern="1200">
                        <a:solidFill>
                          <a:schemeClr val="tx1"/>
                        </a:solidFill>
                        <a:effectLst/>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293412">
                <a:tc>
                  <a:txBody>
                    <a:bodyPr/>
                    <a:lstStyle/>
                    <a:p>
                      <a:pPr marL="0" indent="0" algn="ctr">
                        <a:buNone/>
                      </a:pPr>
                      <a:r>
                        <a:rPr lang="ja-JP" altLang="en-US" sz="1400">
                          <a:solidFill>
                            <a:srgbClr val="FFFFFF"/>
                          </a:solidFill>
                          <a:latin typeface="+mn-ea"/>
                          <a:ea typeface="+mn-ea"/>
                          <a:cs typeface="Segoe UI" pitchFamily="34" charset="-120"/>
                        </a:rPr>
                        <a:t>設立年</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mn-ea"/>
                          <a:ea typeface="+mn-ea"/>
                          <a:cs typeface="Segoe UI" pitchFamily="34" charset="-120"/>
                        </a:rPr>
                        <a:t>2019年</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293412">
                <a:tc>
                  <a:txBody>
                    <a:bodyPr/>
                    <a:lstStyle/>
                    <a:p>
                      <a:pPr marL="0" indent="0" algn="ctr">
                        <a:buNone/>
                      </a:pPr>
                      <a:r>
                        <a:rPr lang="ja-JP" altLang="en-US" sz="1400">
                          <a:solidFill>
                            <a:srgbClr val="FFFFFF"/>
                          </a:solidFill>
                          <a:latin typeface="+mn-ea"/>
                          <a:ea typeface="+mn-ea"/>
                          <a:cs typeface="Segoe UI" pitchFamily="34" charset="-120"/>
                        </a:rPr>
                        <a:t>本社</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ja-JP" altLang="en-US" sz="1400">
                          <a:latin typeface="+mn-ea"/>
                          <a:ea typeface="+mn-ea"/>
                        </a:rPr>
                        <a:t>インドネシア、ジャカルタ行政市</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880237">
                <a:tc>
                  <a:txBody>
                    <a:bodyPr/>
                    <a:lstStyle/>
                    <a:p>
                      <a:pPr marL="0" indent="0" algn="ctr">
                        <a:buNone/>
                      </a:pPr>
                      <a:r>
                        <a:rPr lang="ja-JP" altLang="en-US" sz="1400">
                          <a:solidFill>
                            <a:srgbClr val="FFFFFF"/>
                          </a:solidFill>
                          <a:latin typeface="+mn-ea"/>
                          <a:ea typeface="+mn-ea"/>
                          <a:cs typeface="Segoe UI" pitchFamily="34" charset="-120"/>
                        </a:rPr>
                        <a:t>事業概要</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5900" indent="-215900" algn="l">
                        <a:buFont typeface="Wingdings" panose="05000000000000000000" pitchFamily="2" charset="2"/>
                        <a:buChar char="n"/>
                      </a:pPr>
                      <a:r>
                        <a:rPr lang="ja-JP" altLang="en-US" sz="1400">
                          <a:solidFill>
                            <a:srgbClr val="000000"/>
                          </a:solidFill>
                          <a:latin typeface="+mn-ea"/>
                          <a:ea typeface="+mn-ea"/>
                          <a:cs typeface="Segoe UI" pitchFamily="34" charset="-120"/>
                        </a:rPr>
                        <a:t>セキュリティシステムの導入</a:t>
                      </a:r>
                    </a:p>
                    <a:p>
                      <a:pPr marL="215900" indent="-215900" algn="l">
                        <a:buFont typeface="Wingdings" panose="05000000000000000000" pitchFamily="2" charset="2"/>
                        <a:buChar char="n"/>
                      </a:pPr>
                      <a:r>
                        <a:rPr lang="ja-JP" altLang="en-US" sz="1400">
                          <a:solidFill>
                            <a:srgbClr val="000000"/>
                          </a:solidFill>
                          <a:latin typeface="+mn-ea"/>
                          <a:ea typeface="+mn-ea"/>
                          <a:cs typeface="Segoe UI" pitchFamily="34" charset="-120"/>
                        </a:rPr>
                        <a:t>サイバーセキュリティ研修、ワークショップ、コンサルティングなどのセキュリティ研修の提供</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880237">
                <a:tc>
                  <a:txBody>
                    <a:bodyPr/>
                    <a:lstStyle/>
                    <a:p>
                      <a:pPr marL="0" indent="0" algn="ctr">
                        <a:buNone/>
                      </a:pPr>
                      <a:r>
                        <a:rPr lang="ja-JP" altLang="en-US" sz="1400">
                          <a:solidFill>
                            <a:srgbClr val="FFFFFF"/>
                          </a:solidFill>
                          <a:latin typeface="+mn-ea"/>
                          <a:ea typeface="+mn-ea"/>
                          <a:cs typeface="Segoe UI" pitchFamily="34" charset="-120"/>
                        </a:rPr>
                        <a:t>主要顧客</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5900" indent="-215900" algn="l">
                        <a:buFont typeface="Wingdings" panose="05000000000000000000" pitchFamily="2" charset="2"/>
                        <a:buChar char="n"/>
                      </a:pPr>
                      <a:r>
                        <a:rPr lang="ja-JP" altLang="en-US" sz="1400">
                          <a:solidFill>
                            <a:srgbClr val="000000"/>
                          </a:solidFill>
                          <a:latin typeface="+mn-ea"/>
                          <a:ea typeface="+mn-ea"/>
                          <a:cs typeface="Segoe UI" pitchFamily="34" charset="-120"/>
                        </a:rPr>
                        <a:t>政府</a:t>
                      </a:r>
                    </a:p>
                    <a:p>
                      <a:pPr marL="215900" indent="-215900" algn="l">
                        <a:buFont typeface="Wingdings" panose="05000000000000000000" pitchFamily="2" charset="2"/>
                        <a:buChar char="n"/>
                      </a:pPr>
                      <a:r>
                        <a:rPr lang="ja-JP" altLang="en-US" sz="1400">
                          <a:solidFill>
                            <a:srgbClr val="000000"/>
                          </a:solidFill>
                          <a:latin typeface="+mn-ea"/>
                          <a:ea typeface="+mn-ea"/>
                          <a:cs typeface="Segoe UI" pitchFamily="34" charset="-120"/>
                        </a:rPr>
                        <a:t>銀行</a:t>
                      </a:r>
                    </a:p>
                    <a:p>
                      <a:pPr marL="215900" indent="-215900" algn="l">
                        <a:buFont typeface="Wingdings" panose="05000000000000000000" pitchFamily="2" charset="2"/>
                        <a:buChar char="n"/>
                      </a:pPr>
                      <a:r>
                        <a:rPr lang="ja-JP" altLang="en-US" sz="1400">
                          <a:solidFill>
                            <a:srgbClr val="000000"/>
                          </a:solidFill>
                          <a:latin typeface="+mn-ea"/>
                          <a:ea typeface="+mn-ea"/>
                          <a:cs typeface="Segoe UI" pitchFamily="34" charset="-120"/>
                        </a:rPr>
                        <a:t>運輸</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880237">
                <a:tc>
                  <a:txBody>
                    <a:bodyPr/>
                    <a:lstStyle/>
                    <a:p>
                      <a:pPr marL="0" indent="0" algn="ctr">
                        <a:buNone/>
                      </a:pPr>
                      <a:r>
                        <a:rPr lang="ja-JP" altLang="en-US" sz="1400">
                          <a:solidFill>
                            <a:srgbClr val="FFFFFF"/>
                          </a:solidFill>
                          <a:latin typeface="+mn-ea"/>
                          <a:ea typeface="+mn-ea"/>
                          <a:cs typeface="Segoe UI" pitchFamily="34" charset="-120"/>
                        </a:rPr>
                        <a:t>主要パートナー</a:t>
                      </a:r>
                      <a:r>
                        <a:rPr lang="en-US" sz="1400">
                          <a:solidFill>
                            <a:srgbClr val="FFFFFF"/>
                          </a:solidFill>
                          <a:latin typeface="+mn-ea"/>
                          <a:ea typeface="+mn-ea"/>
                          <a:cs typeface="Segoe UI" pitchFamily="34" charset="-120"/>
                        </a:rPr>
                        <a:t> (</a:t>
                      </a:r>
                      <a:r>
                        <a:rPr lang="ja-JP" altLang="en-US" sz="1400">
                          <a:solidFill>
                            <a:srgbClr val="FFFFFF"/>
                          </a:solidFill>
                          <a:latin typeface="+mn-ea"/>
                          <a:ea typeface="+mn-ea"/>
                          <a:cs typeface="Segoe UI" pitchFamily="34" charset="-120"/>
                        </a:rPr>
                        <a:t>本社</a:t>
                      </a:r>
                      <a:r>
                        <a:rPr lang="en-US" sz="1400">
                          <a:solidFill>
                            <a:srgbClr val="FFFFFF"/>
                          </a:solidFill>
                          <a:latin typeface="+mn-ea"/>
                          <a:ea typeface="+mn-ea"/>
                          <a:cs typeface="Segoe UI" pitchFamily="34" charset="-120"/>
                        </a:rPr>
                        <a:t>)</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5900" marR="0" lvl="0" indent="-2159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lang="en-US" sz="1400">
                          <a:solidFill>
                            <a:srgbClr val="000000"/>
                          </a:solidFill>
                          <a:latin typeface="+mn-ea"/>
                          <a:ea typeface="+mn-ea"/>
                          <a:cs typeface="Segoe UI"/>
                        </a:rPr>
                        <a:t>CCTV: </a:t>
                      </a:r>
                      <a:r>
                        <a:rPr lang="en-US" sz="1400" err="1">
                          <a:solidFill>
                            <a:srgbClr val="000000"/>
                          </a:solidFill>
                          <a:latin typeface="+mn-ea"/>
                          <a:ea typeface="+mn-ea"/>
                          <a:cs typeface="Segoe UI"/>
                        </a:rPr>
                        <a:t>ZKTeco</a:t>
                      </a:r>
                      <a:r>
                        <a:rPr lang="en-US" sz="1400">
                          <a:solidFill>
                            <a:srgbClr val="000000"/>
                          </a:solidFill>
                          <a:latin typeface="+mn-ea"/>
                          <a:ea typeface="+mn-ea"/>
                          <a:cs typeface="Segoe UI"/>
                        </a:rPr>
                        <a:t> (</a:t>
                      </a:r>
                      <a:r>
                        <a:rPr lang="ja-JP" altLang="en-US" sz="1400">
                          <a:solidFill>
                            <a:srgbClr val="000000"/>
                          </a:solidFill>
                          <a:latin typeface="+mn-ea"/>
                          <a:ea typeface="+mn-ea"/>
                          <a:cs typeface="Segoe UI"/>
                        </a:rPr>
                        <a:t>中国</a:t>
                      </a:r>
                      <a:r>
                        <a:rPr lang="en-US" sz="1400">
                          <a:solidFill>
                            <a:srgbClr val="000000"/>
                          </a:solidFill>
                          <a:latin typeface="+mn-ea"/>
                          <a:ea typeface="+mn-ea"/>
                          <a:cs typeface="Segoe UI"/>
                        </a:rPr>
                        <a:t>)</a:t>
                      </a:r>
                    </a:p>
                    <a:p>
                      <a:pPr marL="215900" marR="0" lvl="0" indent="-2159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lang="ja-JP" altLang="en-US" sz="1400">
                          <a:solidFill>
                            <a:srgbClr val="000000"/>
                          </a:solidFill>
                          <a:latin typeface="+mn-ea"/>
                          <a:ea typeface="+mn-ea"/>
                          <a:cs typeface="Segoe UI" pitchFamily="34" charset="-120"/>
                        </a:rPr>
                        <a:t>アクセス制御</a:t>
                      </a:r>
                      <a:r>
                        <a:rPr lang="en-US" sz="1400">
                          <a:solidFill>
                            <a:srgbClr val="000000"/>
                          </a:solidFill>
                          <a:latin typeface="+mn-ea"/>
                          <a:ea typeface="+mn-ea"/>
                          <a:cs typeface="Segoe UI" pitchFamily="34" charset="-120"/>
                        </a:rPr>
                        <a:t>: Dahua (</a:t>
                      </a:r>
                      <a:r>
                        <a:rPr lang="ja-JP" altLang="en-US" sz="1400">
                          <a:solidFill>
                            <a:srgbClr val="000000"/>
                          </a:solidFill>
                          <a:latin typeface="+mn-ea"/>
                          <a:ea typeface="+mn-ea"/>
                          <a:cs typeface="Segoe UI" pitchFamily="34" charset="-120"/>
                        </a:rPr>
                        <a:t>中国</a:t>
                      </a:r>
                      <a:r>
                        <a:rPr lang="en-US" sz="1400">
                          <a:solidFill>
                            <a:srgbClr val="000000"/>
                          </a:solidFill>
                          <a:latin typeface="+mn-ea"/>
                          <a:ea typeface="+mn-ea"/>
                          <a:cs typeface="Segoe UI" pitchFamily="34" charset="-120"/>
                        </a:rPr>
                        <a:t>)</a:t>
                      </a:r>
                    </a:p>
                    <a:p>
                      <a:pPr marL="215900" indent="-215900" algn="l">
                        <a:buFont typeface="Wingdings" panose="05000000000000000000" pitchFamily="2" charset="2"/>
                        <a:buChar char="n"/>
                      </a:pPr>
                      <a:r>
                        <a:rPr lang="ja-JP" altLang="en-US" sz="1400">
                          <a:solidFill>
                            <a:srgbClr val="000000"/>
                          </a:solidFill>
                          <a:latin typeface="+mn-ea"/>
                          <a:ea typeface="+mn-ea"/>
                          <a:cs typeface="Segoe UI" pitchFamily="34" charset="-120"/>
                        </a:rPr>
                        <a:t>ストレージ</a:t>
                      </a:r>
                      <a:r>
                        <a:rPr lang="en-US" sz="1400">
                          <a:solidFill>
                            <a:srgbClr val="000000"/>
                          </a:solidFill>
                          <a:latin typeface="+mn-ea"/>
                          <a:ea typeface="+mn-ea"/>
                          <a:cs typeface="Segoe UI" pitchFamily="34" charset="-120"/>
                        </a:rPr>
                        <a:t>: Seagate (</a:t>
                      </a:r>
                      <a:r>
                        <a:rPr lang="ja-JP" altLang="en-US" sz="1400">
                          <a:solidFill>
                            <a:srgbClr val="000000"/>
                          </a:solidFill>
                          <a:latin typeface="+mn-ea"/>
                          <a:ea typeface="+mn-ea"/>
                          <a:cs typeface="Segoe UI" pitchFamily="34" charset="-120"/>
                        </a:rPr>
                        <a:t>アメリカ</a:t>
                      </a:r>
                      <a:r>
                        <a:rPr lang="en-US" sz="1400">
                          <a:solidFill>
                            <a:srgbClr val="000000"/>
                          </a:solidFill>
                          <a:latin typeface="+mn-ea"/>
                          <a:ea typeface="+mn-ea"/>
                          <a:cs typeface="Segoe UI" pitchFamily="34" charset="-120"/>
                        </a:rPr>
                        <a:t>)</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880237">
                <a:tc>
                  <a:txBody>
                    <a:bodyPr/>
                    <a:lstStyle/>
                    <a:p>
                      <a:pPr marL="0" indent="0" algn="ctr">
                        <a:buNone/>
                      </a:pPr>
                      <a:r>
                        <a:rPr lang="ja-JP" altLang="en-US" sz="1400">
                          <a:solidFill>
                            <a:srgbClr val="FFFFFF"/>
                          </a:solidFill>
                          <a:latin typeface="+mn-ea"/>
                          <a:ea typeface="+mn-ea"/>
                          <a:cs typeface="Segoe UI" pitchFamily="34" charset="-120"/>
                        </a:rPr>
                        <a:t>トレーニングサービス</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5900" indent="-215900" algn="l">
                        <a:buFont typeface="Wingdings" panose="05000000000000000000" pitchFamily="2" charset="2"/>
                        <a:buChar char="n"/>
                      </a:pPr>
                      <a:r>
                        <a:rPr lang="ja-JP" altLang="en-US" sz="1400">
                          <a:solidFill>
                            <a:srgbClr val="000000"/>
                          </a:solidFill>
                          <a:latin typeface="+mn-ea"/>
                          <a:ea typeface="+mn-ea"/>
                          <a:cs typeface="Segoe UI" pitchFamily="34" charset="-120"/>
                        </a:rPr>
                        <a:t>サイバーセキュリティ研修</a:t>
                      </a:r>
                    </a:p>
                    <a:p>
                      <a:pPr marL="215900" indent="-215900" algn="l">
                        <a:buFont typeface="Wingdings" panose="05000000000000000000" pitchFamily="2" charset="2"/>
                        <a:buChar char="n"/>
                      </a:pPr>
                      <a:r>
                        <a:rPr lang="ja-JP" altLang="en-US" sz="1400">
                          <a:solidFill>
                            <a:srgbClr val="000000"/>
                          </a:solidFill>
                          <a:latin typeface="+mn-ea"/>
                          <a:ea typeface="+mn-ea"/>
                          <a:cs typeface="Segoe UI" pitchFamily="34" charset="-120"/>
                        </a:rPr>
                        <a:t>ワークショップ</a:t>
                      </a:r>
                    </a:p>
                    <a:p>
                      <a:pPr marL="215900" indent="-215900" algn="l">
                        <a:buFont typeface="Wingdings" panose="05000000000000000000" pitchFamily="2" charset="2"/>
                        <a:buChar char="n"/>
                      </a:pPr>
                      <a:r>
                        <a:rPr lang="ja-JP" altLang="en-US" sz="1400">
                          <a:solidFill>
                            <a:srgbClr val="000000"/>
                          </a:solidFill>
                          <a:latin typeface="+mn-ea"/>
                          <a:ea typeface="+mn-ea"/>
                          <a:cs typeface="Segoe UI" pitchFamily="34" charset="-120"/>
                        </a:rPr>
                        <a:t>コンサルティング</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14" name="Table 1"/>
          <p:cNvGraphicFramePr>
            <a:graphicFrameLocks noGrp="1"/>
          </p:cNvGraphicFramePr>
          <p:nvPr/>
        </p:nvGraphicFramePr>
        <p:xfrm>
          <a:off x="6272784" y="1746504"/>
          <a:ext cx="5577840" cy="853440"/>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320040">
                <a:tc>
                  <a:txBody>
                    <a:bodyPr/>
                    <a:lstStyle/>
                    <a:p>
                      <a:pPr marL="0" indent="0" algn="ctr">
                        <a:buNone/>
                      </a:pPr>
                      <a:r>
                        <a:rPr lang="en-US" sz="1400" err="1">
                          <a:solidFill>
                            <a:srgbClr val="FFFFFF"/>
                          </a:solidFill>
                          <a:latin typeface="+mn-ea"/>
                          <a:ea typeface="+mn-ea"/>
                          <a:cs typeface="Segoe UI" pitchFamily="34" charset="-120"/>
                        </a:rPr>
                        <a:t>ストレージソリューション</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r>
                        <a:rPr lang="en-US" altLang="ja-TH" sz="1400">
                          <a:latin typeface="+mn-ea"/>
                          <a:ea typeface="+mn-ea"/>
                        </a:rPr>
                        <a:t>NAS*</a:t>
                      </a:r>
                      <a:r>
                        <a:rPr lang="ja-JP" altLang="en-US" sz="1400">
                          <a:latin typeface="+mn-ea"/>
                          <a:ea typeface="+mn-ea"/>
                        </a:rPr>
                        <a:t>および</a:t>
                      </a:r>
                      <a:r>
                        <a:rPr lang="en-US" altLang="ja-TH" sz="1400">
                          <a:latin typeface="+mn-ea"/>
                          <a:ea typeface="+mn-ea"/>
                        </a:rPr>
                        <a:t>CCTV</a:t>
                      </a:r>
                      <a:r>
                        <a:rPr lang="ja-JP" altLang="en-US" sz="1400">
                          <a:latin typeface="+mn-ea"/>
                          <a:ea typeface="+mn-ea"/>
                        </a:rPr>
                        <a:t>向け</a:t>
                      </a:r>
                      <a:r>
                        <a:rPr lang="en-US" altLang="ja-TH" sz="1400">
                          <a:latin typeface="+mn-ea"/>
                          <a:ea typeface="+mn-ea"/>
                        </a:rPr>
                        <a:t>Seagate IronWolf Pro</a:t>
                      </a:r>
                      <a:r>
                        <a:rPr lang="ja-JP" altLang="en-US" sz="1400">
                          <a:latin typeface="+mn-ea"/>
                          <a:ea typeface="+mn-ea"/>
                        </a:rPr>
                        <a:t>シリーズ</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320040">
                <a:tc>
                  <a:txBody>
                    <a:bodyPr/>
                    <a:lstStyle/>
                    <a:p>
                      <a:pPr marL="0" indent="0" algn="ctr">
                        <a:buNone/>
                      </a:pPr>
                      <a:r>
                        <a:rPr lang="en-US" sz="1400">
                          <a:solidFill>
                            <a:srgbClr val="FFFFFF"/>
                          </a:solidFill>
                          <a:latin typeface="+mn-ea"/>
                          <a:ea typeface="+mn-ea"/>
                          <a:cs typeface="Segoe UI" pitchFamily="34" charset="-120"/>
                        </a:rPr>
                        <a:t>セキュリティシステム</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indent="-216000" algn="l">
                        <a:buFont typeface="Wingdings" panose="05000000000000000000" pitchFamily="2" charset="2"/>
                        <a:buChar char="n"/>
                      </a:pPr>
                      <a:r>
                        <a:rPr lang="en-US" sz="1400" err="1">
                          <a:solidFill>
                            <a:srgbClr val="000000"/>
                          </a:solidFill>
                          <a:latin typeface="+mn-ea"/>
                          <a:ea typeface="+mn-ea"/>
                          <a:cs typeface="Segoe UI" pitchFamily="34" charset="-120"/>
                        </a:rPr>
                        <a:t>生体認証端末</a:t>
                      </a:r>
                      <a:endParaRPr lang="en-US" sz="1400">
                        <a:solidFill>
                          <a:srgbClr val="000000"/>
                        </a:solidFill>
                        <a:latin typeface="+mn-ea"/>
                        <a:ea typeface="+mn-ea"/>
                        <a:cs typeface="Segoe UI" pitchFamily="34" charset="-120"/>
                      </a:endParaRPr>
                    </a:p>
                    <a:p>
                      <a:pPr marL="216000" indent="-216000" algn="l">
                        <a:buFont typeface="Wingdings" panose="05000000000000000000" pitchFamily="2" charset="2"/>
                        <a:buChar char="n"/>
                      </a:pPr>
                      <a:r>
                        <a:rPr lang="en-US" sz="1400" err="1">
                          <a:solidFill>
                            <a:srgbClr val="000000"/>
                          </a:solidFill>
                          <a:latin typeface="+mn-ea"/>
                          <a:ea typeface="+mn-ea"/>
                          <a:cs typeface="Segoe UI" pitchFamily="34" charset="-120"/>
                        </a:rPr>
                        <a:t>アクセス制御ハードウェアおよびコントローラ</a:t>
                      </a:r>
                      <a:r>
                        <a:rPr lang="en-US" sz="1400">
                          <a:solidFill>
                            <a:srgbClr val="000000"/>
                          </a:solidFill>
                          <a:latin typeface="+mn-ea"/>
                          <a:ea typeface="+mn-ea"/>
                          <a:cs typeface="Segoe UI" pitchFamily="34" charset="-120"/>
                        </a:rPr>
                        <a:t>ー</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5" name="Text 9"/>
          <p:cNvSpPr/>
          <p:nvPr/>
        </p:nvSpPr>
        <p:spPr>
          <a:xfrm>
            <a:off x="340729" y="6123993"/>
            <a:ext cx="11416513" cy="267896"/>
          </a:xfrm>
          <a:prstGeom prst="rect">
            <a:avLst/>
          </a:prstGeom>
          <a:noFill/>
          <a:ln/>
        </p:spPr>
        <p:txBody>
          <a:bodyPr wrap="square" lIns="36000" tIns="0" rIns="36000" bIns="0" rtlCol="0" anchor="ctr"/>
          <a:lstStyle/>
          <a:p>
            <a:r>
              <a:rPr lang="ja-JP" altLang="en-US" sz="1000">
                <a:solidFill>
                  <a:srgbClr val="000000"/>
                </a:solidFill>
                <a:latin typeface="Yu Gothic" panose="020B0400000000000000" pitchFamily="34" charset="-128"/>
                <a:ea typeface="Yu Gothic" panose="020B0400000000000000" pitchFamily="34" charset="-128"/>
                <a:cs typeface="Segoe UI" pitchFamily="34" charset="-120"/>
              </a:rPr>
              <a:t>注</a:t>
            </a:r>
            <a:r>
              <a:rPr lang="en-US" altLang="ja-JP" sz="1000">
                <a:solidFill>
                  <a:srgbClr val="000000"/>
                </a:solidFill>
                <a:latin typeface="Yu Gothic" panose="020B0400000000000000" pitchFamily="34" charset="-128"/>
                <a:ea typeface="Yu Gothic" panose="020B0400000000000000" pitchFamily="34" charset="-128"/>
                <a:cs typeface="Segoe UI" pitchFamily="34" charset="-120"/>
                <a:sym typeface="Wingdings" pitchFamily="2" charset="2"/>
              </a:rPr>
              <a:t>: (*)NAS</a:t>
            </a:r>
            <a:r>
              <a:rPr lang="ja-JP" altLang="en-US" sz="1000">
                <a:solidFill>
                  <a:srgbClr val="000000"/>
                </a:solidFill>
                <a:latin typeface="Yu Gothic" panose="020B0400000000000000" pitchFamily="34" charset="-128"/>
                <a:ea typeface="Yu Gothic" panose="020B0400000000000000" pitchFamily="34" charset="-128"/>
                <a:cs typeface="Segoe UI" pitchFamily="34" charset="-120"/>
                <a:sym typeface="Wingdings" pitchFamily="2" charset="2"/>
              </a:rPr>
              <a:t>とは</a:t>
            </a:r>
            <a:r>
              <a:rPr lang="en-GB" altLang="ja-JP" sz="1000">
                <a:latin typeface="Yu Gothic" panose="020B0400000000000000" pitchFamily="34" charset="-128"/>
                <a:ea typeface="Yu Gothic" panose="020B0400000000000000" pitchFamily="34" charset="-128"/>
              </a:rPr>
              <a:t>Network Attached Storage</a:t>
            </a:r>
            <a:r>
              <a:rPr lang="ja-JP" altLang="en-GB" sz="1000">
                <a:latin typeface="Yu Gothic" panose="020B0400000000000000" pitchFamily="34" charset="-128"/>
                <a:ea typeface="Yu Gothic" panose="020B0400000000000000" pitchFamily="34" charset="-128"/>
              </a:rPr>
              <a:t>（</a:t>
            </a:r>
            <a:r>
              <a:rPr lang="ja-JP" altLang="en-US" sz="1000">
                <a:latin typeface="Yu Gothic" panose="020B0400000000000000" pitchFamily="34" charset="-128"/>
                <a:ea typeface="Yu Gothic" panose="020B0400000000000000" pitchFamily="34" charset="-128"/>
              </a:rPr>
              <a:t>ネットワーク接続型ストレージ）の略</a:t>
            </a:r>
            <a:endParaRPr lang="en-US" altLang="ja-JP" sz="1000">
              <a:solidFill>
                <a:srgbClr val="000000"/>
              </a:solidFill>
              <a:latin typeface="Yu Gothic" panose="020B0400000000000000" pitchFamily="34" charset="-128"/>
              <a:ea typeface="Yu Gothic" panose="020B0400000000000000" pitchFamily="34" charset="-128"/>
              <a:cs typeface="Segoe UI" pitchFamily="34" charset="-120"/>
            </a:endParaRPr>
          </a:p>
          <a:p>
            <a:pPr marL="0" indent="0">
              <a:buNone/>
            </a:pPr>
            <a:r>
              <a:rPr lang="ja-JP" altLang="en-US" sz="1000">
                <a:solidFill>
                  <a:srgbClr val="000000"/>
                </a:solidFill>
                <a:latin typeface="Yu Gothic" panose="020B0400000000000000" pitchFamily="34" charset="-128"/>
                <a:ea typeface="Yu Gothic" panose="020B0400000000000000" pitchFamily="34" charset="-128"/>
                <a:cs typeface="Segoe UI" pitchFamily="34" charset="-120"/>
              </a:rPr>
              <a:t>出典</a:t>
            </a:r>
            <a:r>
              <a:rPr lang="en-US" altLang="ja-JP" sz="1000">
                <a:solidFill>
                  <a:srgbClr val="000000"/>
                </a:solidFill>
                <a:latin typeface="Yu Gothic" panose="020B0400000000000000" pitchFamily="34" charset="-128"/>
                <a:ea typeface="Yu Gothic" panose="020B0400000000000000" pitchFamily="34" charset="-128"/>
                <a:cs typeface="Segoe UI" pitchFamily="34" charset="-120"/>
              </a:rPr>
              <a:t>: </a:t>
            </a:r>
            <a:r>
              <a:rPr lang="ja-JP" altLang="en-US" sz="1000">
                <a:solidFill>
                  <a:srgbClr val="000000"/>
                </a:solidFill>
                <a:latin typeface="Yu Gothic" panose="020B0400000000000000" pitchFamily="34" charset="-128"/>
                <a:ea typeface="Yu Gothic" panose="020B0400000000000000" pitchFamily="34" charset="-128"/>
                <a:cs typeface="Segoe UI" pitchFamily="34" charset="-120"/>
              </a:rPr>
              <a:t>会社ウェブサイト</a:t>
            </a:r>
            <a:endParaRPr lang="en-US" sz="1000">
              <a:latin typeface="Yu Gothic" panose="020B0400000000000000" pitchFamily="34" charset="-128"/>
              <a:ea typeface="Yu Gothic" panose="020B0400000000000000" pitchFamily="34" charset="-128"/>
            </a:endParaRPr>
          </a:p>
        </p:txBody>
      </p:sp>
      <p:grpSp>
        <p:nvGrpSpPr>
          <p:cNvPr id="17" name="Group 16">
            <a:extLst>
              <a:ext uri="{FF2B5EF4-FFF2-40B4-BE49-F238E27FC236}">
                <a16:creationId xmlns:a16="http://schemas.microsoft.com/office/drawing/2014/main" id="{25816E57-BD95-1A56-4078-AB076E5BCE27}"/>
              </a:ext>
            </a:extLst>
          </p:cNvPr>
          <p:cNvGrpSpPr/>
          <p:nvPr/>
        </p:nvGrpSpPr>
        <p:grpSpPr>
          <a:xfrm>
            <a:off x="6272784" y="2653019"/>
            <a:ext cx="5577840" cy="384048"/>
            <a:chOff x="6272784" y="1252728"/>
            <a:chExt cx="5577840" cy="384048"/>
          </a:xfrm>
        </p:grpSpPr>
        <p:sp>
          <p:nvSpPr>
            <p:cNvPr id="18" name="Text 7">
              <a:extLst>
                <a:ext uri="{FF2B5EF4-FFF2-40B4-BE49-F238E27FC236}">
                  <a16:creationId xmlns:a16="http://schemas.microsoft.com/office/drawing/2014/main" id="{F26CB028-FB86-43F9-2CB4-E4C91FDA0673}"/>
                </a:ext>
              </a:extLst>
            </p:cNvPr>
            <p:cNvSpPr/>
            <p:nvPr/>
          </p:nvSpPr>
          <p:spPr>
            <a:xfrm>
              <a:off x="6272784" y="1252728"/>
              <a:ext cx="5577840" cy="320040"/>
            </a:xfrm>
            <a:prstGeom prst="rect">
              <a:avLst/>
            </a:prstGeom>
            <a:noFill/>
            <a:ln/>
          </p:spPr>
          <p:txBody>
            <a:bodyPr wrap="square" rtlCol="0" anchor="ctr"/>
            <a:lstStyle/>
            <a:p>
              <a:pPr marL="0" indent="0" algn="ctr">
                <a:buNone/>
              </a:pPr>
              <a:r>
                <a:rPr lang="ja-JP" altLang="en-US" sz="1400">
                  <a:solidFill>
                    <a:srgbClr val="000000"/>
                  </a:solidFill>
                  <a:latin typeface="+mn-ea"/>
                  <a:cs typeface="Segoe UI" pitchFamily="34" charset="-120"/>
                </a:rPr>
                <a:t>プロジェクト実績</a:t>
              </a:r>
              <a:endParaRPr lang="en-US" sz="1400">
                <a:latin typeface="+mn-ea"/>
              </a:endParaRPr>
            </a:p>
          </p:txBody>
        </p:sp>
        <p:sp>
          <p:nvSpPr>
            <p:cNvPr id="19" name="Shape 8">
              <a:extLst>
                <a:ext uri="{FF2B5EF4-FFF2-40B4-BE49-F238E27FC236}">
                  <a16:creationId xmlns:a16="http://schemas.microsoft.com/office/drawing/2014/main" id="{486A13EF-9194-9BB1-080B-E64D8991E6C3}"/>
                </a:ext>
              </a:extLst>
            </p:cNvPr>
            <p:cNvSpPr/>
            <p:nvPr/>
          </p:nvSpPr>
          <p:spPr>
            <a:xfrm>
              <a:off x="6272784" y="1636776"/>
              <a:ext cx="5577840" cy="0"/>
            </a:xfrm>
            <a:prstGeom prst="line">
              <a:avLst/>
            </a:prstGeom>
            <a:noFill/>
            <a:ln w="22225">
              <a:solidFill>
                <a:srgbClr val="1F497D"/>
              </a:solidFill>
              <a:prstDash val="solid"/>
            </a:ln>
          </p:spPr>
          <p:txBody>
            <a:bodyPr/>
            <a:lstStyle/>
            <a:p>
              <a:endParaRPr lang="en-US">
                <a:latin typeface="+mn-ea"/>
              </a:endParaRPr>
            </a:p>
          </p:txBody>
        </p:sp>
      </p:grpSp>
      <p:sp>
        <p:nvSpPr>
          <p:cNvPr id="20" name="TextBox 19">
            <a:extLst>
              <a:ext uri="{FF2B5EF4-FFF2-40B4-BE49-F238E27FC236}">
                <a16:creationId xmlns:a16="http://schemas.microsoft.com/office/drawing/2014/main" id="{A62B07A8-0BA3-6319-0016-7FAC883BB84A}"/>
              </a:ext>
            </a:extLst>
          </p:cNvPr>
          <p:cNvSpPr txBox="1"/>
          <p:nvPr/>
        </p:nvSpPr>
        <p:spPr>
          <a:xfrm>
            <a:off x="6414195" y="5835431"/>
            <a:ext cx="2518638" cy="307777"/>
          </a:xfrm>
          <a:prstGeom prst="rect">
            <a:avLst/>
          </a:prstGeom>
          <a:noFill/>
        </p:spPr>
        <p:txBody>
          <a:bodyPr wrap="none" rtlCol="0">
            <a:spAutoFit/>
          </a:bodyPr>
          <a:lstStyle/>
          <a:p>
            <a:r>
              <a:rPr lang="ja-JP" altLang="en-US" sz="1400">
                <a:latin typeface="Segoe UI" panose="020B0502040204020203" pitchFamily="34" charset="0"/>
                <a:cs typeface="Segoe UI" panose="020B0502040204020203" pitchFamily="34" charset="0"/>
              </a:rPr>
              <a:t>刑務所の分析ソリューション</a:t>
            </a:r>
            <a:endParaRPr lang="en-SG" sz="1400">
              <a:latin typeface="Segoe UI" panose="020B0502040204020203" pitchFamily="34" charset="0"/>
              <a:cs typeface="Segoe UI" panose="020B0502040204020203" pitchFamily="34" charset="0"/>
            </a:endParaRPr>
          </a:p>
        </p:txBody>
      </p:sp>
      <p:pic>
        <p:nvPicPr>
          <p:cNvPr id="22" name="Picture 21" descr="A close up of a device&#10;&#10;AI-generated content may be incorrect.">
            <a:extLst>
              <a:ext uri="{FF2B5EF4-FFF2-40B4-BE49-F238E27FC236}">
                <a16:creationId xmlns:a16="http://schemas.microsoft.com/office/drawing/2014/main" id="{3B726AD0-8504-E2DC-2C80-E7A5ABFB783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347982" y="3102217"/>
            <a:ext cx="2520000" cy="1146590"/>
          </a:xfrm>
          <a:prstGeom prst="rect">
            <a:avLst/>
          </a:prstGeom>
        </p:spPr>
      </p:pic>
      <p:pic>
        <p:nvPicPr>
          <p:cNvPr id="24" name="Picture 23" descr="A screenshot of a video surveillance&#10;&#10;AI-generated content may be incorrect.">
            <a:extLst>
              <a:ext uri="{FF2B5EF4-FFF2-40B4-BE49-F238E27FC236}">
                <a16:creationId xmlns:a16="http://schemas.microsoft.com/office/drawing/2014/main" id="{AE3D2DAD-1447-1F61-256F-4619950993A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347982" y="4382791"/>
            <a:ext cx="2520000" cy="1430810"/>
          </a:xfrm>
          <a:prstGeom prst="rect">
            <a:avLst/>
          </a:prstGeom>
        </p:spPr>
      </p:pic>
      <p:sp>
        <p:nvSpPr>
          <p:cNvPr id="25" name="TextBox 24">
            <a:extLst>
              <a:ext uri="{FF2B5EF4-FFF2-40B4-BE49-F238E27FC236}">
                <a16:creationId xmlns:a16="http://schemas.microsoft.com/office/drawing/2014/main" id="{54E0CBDE-DBFE-A6B8-6503-68E32AE19CCA}"/>
              </a:ext>
            </a:extLst>
          </p:cNvPr>
          <p:cNvSpPr txBox="1"/>
          <p:nvPr/>
        </p:nvSpPr>
        <p:spPr>
          <a:xfrm>
            <a:off x="9670145" y="5849052"/>
            <a:ext cx="1800493" cy="307777"/>
          </a:xfrm>
          <a:prstGeom prst="rect">
            <a:avLst/>
          </a:prstGeom>
          <a:noFill/>
        </p:spPr>
        <p:txBody>
          <a:bodyPr wrap="none" rtlCol="0">
            <a:spAutoFit/>
          </a:bodyPr>
          <a:lstStyle/>
          <a:p>
            <a:r>
              <a:rPr lang="ja-JP" altLang="en-US" sz="1400"/>
              <a:t>警察博物館の再整備</a:t>
            </a:r>
            <a:endParaRPr lang="en-SG" sz="1400">
              <a:latin typeface="Segoe UI" panose="020B0502040204020203" pitchFamily="34" charset="0"/>
              <a:cs typeface="Segoe UI" panose="020B0502040204020203" pitchFamily="34" charset="0"/>
            </a:endParaRPr>
          </a:p>
        </p:txBody>
      </p:sp>
      <p:pic>
        <p:nvPicPr>
          <p:cNvPr id="27" name="Picture 26" descr="A sign on a building&#10;&#10;AI-generated content may be incorrect.">
            <a:extLst>
              <a:ext uri="{FF2B5EF4-FFF2-40B4-BE49-F238E27FC236}">
                <a16:creationId xmlns:a16="http://schemas.microsoft.com/office/drawing/2014/main" id="{8B8B896B-B310-76CA-567E-5FB9AF048C3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9219437" y="3102217"/>
            <a:ext cx="2520000" cy="1406129"/>
          </a:xfrm>
          <a:prstGeom prst="rect">
            <a:avLst/>
          </a:prstGeom>
        </p:spPr>
      </p:pic>
      <p:pic>
        <p:nvPicPr>
          <p:cNvPr id="29" name="Picture 28" descr="A close up of a device&#10;&#10;AI-generated content may be incorrect.">
            <a:extLst>
              <a:ext uri="{FF2B5EF4-FFF2-40B4-BE49-F238E27FC236}">
                <a16:creationId xmlns:a16="http://schemas.microsoft.com/office/drawing/2014/main" id="{3FA41AEE-651D-EE03-56B0-E0C34232214B}"/>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9219437" y="4497540"/>
            <a:ext cx="2520000" cy="13402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3. Sinar Teknik Sarana</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Jakarta-based company specializing in electronic security systems and integration services.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064240" y="109728"/>
            <a:ext cx="640080" cy="64008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latin typeface="Segoe UI" panose="020B0502040204020203" pitchFamily="34" charset="0"/>
                <a:cs typeface="Segoe UI" panose="020B0502040204020203" pitchFamily="34" charset="0"/>
              </a:rPr>
              <a:t>Customers</a:t>
            </a:r>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10" name="Table 0"/>
          <p:cNvGraphicFramePr>
            <a:graphicFrameLocks noGrp="1"/>
          </p:cNvGraphicFramePr>
          <p:nvPr>
            <p:extLst>
              <p:ext uri="{D42A27DB-BD31-4B8C-83A1-F6EECF244321}">
                <p14:modId xmlns:p14="http://schemas.microsoft.com/office/powerpoint/2010/main" val="946430379"/>
              </p:ext>
            </p:extLst>
          </p:nvPr>
        </p:nvGraphicFramePr>
        <p:xfrm>
          <a:off x="338328" y="1691639"/>
          <a:ext cx="5577840" cy="4410180"/>
        </p:xfrm>
        <a:graphic>
          <a:graphicData uri="http://schemas.openxmlformats.org/drawingml/2006/table">
            <a:tbl>
              <a:tblPr/>
              <a:tblGrid>
                <a:gridCol w="274320">
                  <a:extLst>
                    <a:ext uri="{9D8B030D-6E8A-4147-A177-3AD203B41FA5}">
                      <a16:colId xmlns:a16="http://schemas.microsoft.com/office/drawing/2014/main" val="20000"/>
                    </a:ext>
                  </a:extLst>
                </a:gridCol>
                <a:gridCol w="1005840">
                  <a:extLst>
                    <a:ext uri="{9D8B030D-6E8A-4147-A177-3AD203B41FA5}">
                      <a16:colId xmlns:a16="http://schemas.microsoft.com/office/drawing/2014/main" val="2420213033"/>
                    </a:ext>
                  </a:extLst>
                </a:gridCol>
                <a:gridCol w="4297680">
                  <a:extLst>
                    <a:ext uri="{9D8B030D-6E8A-4147-A177-3AD203B41FA5}">
                      <a16:colId xmlns:a16="http://schemas.microsoft.com/office/drawing/2014/main" val="20001"/>
                    </a:ext>
                  </a:extLst>
                </a:gridCol>
              </a:tblGrid>
              <a:tr h="355785">
                <a:tc gridSpan="2">
                  <a:txBody>
                    <a:bodyPr/>
                    <a:lstStyle/>
                    <a:p>
                      <a:pPr marL="0" indent="0" algn="ctr">
                        <a:buNone/>
                      </a:pPr>
                      <a:r>
                        <a:rPr lang="en-US" sz="1400">
                          <a:solidFill>
                            <a:srgbClr val="FFFFFF"/>
                          </a:solidFill>
                          <a:latin typeface="Segoe UI" panose="020B0502040204020203" pitchFamily="34" charset="0"/>
                          <a:ea typeface="Segoe UI" pitchFamily="34" charset="-122"/>
                          <a:cs typeface="Segoe UI" panose="020B0502040204020203" pitchFamily="34" charset="0"/>
                        </a:rPr>
                        <a:t>Name</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hMerge="1">
                  <a:txBody>
                    <a:bodyPr/>
                    <a:lstStyle/>
                    <a:p>
                      <a:endParaRPr lang="en-MY"/>
                    </a:p>
                  </a:txBody>
                  <a:tcPr/>
                </a:tc>
                <a:tc>
                  <a:txBody>
                    <a:bodyPr/>
                    <a:lstStyle/>
                    <a:p>
                      <a:pPr marL="0" indent="0" algn="l">
                        <a:buNone/>
                      </a:pPr>
                      <a:r>
                        <a:rPr lang="en-US" sz="1400" u="sng">
                          <a:solidFill>
                            <a:schemeClr val="tx1"/>
                          </a:solidFill>
                          <a:latin typeface="Segoe UI" panose="020B0502040204020203" pitchFamily="34" charset="0"/>
                          <a:ea typeface="Segoe UI" pitchFamily="34" charset="-122"/>
                          <a:cs typeface="Segoe UI" panose="020B0502040204020203" pitchFamily="34" charset="0"/>
                          <a:hlinkClick r:id="rId5" tooltip="Visit company website">
                            <a:extLst>
                              <a:ext uri="{A12FA001-AC4F-418D-AE19-62706E023703}">
                                <ahyp:hlinkClr xmlns:ahyp="http://schemas.microsoft.com/office/drawing/2018/hyperlinkcolor" val="tx"/>
                              </a:ext>
                            </a:extLst>
                          </a:hlinkClick>
                        </a:rPr>
                        <a:t>Sinar Teknik Sarana</a:t>
                      </a:r>
                      <a:endParaRPr lang="en-US" sz="14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355785">
                <a:tc gridSpan="2">
                  <a:txBody>
                    <a:bodyPr/>
                    <a:lstStyle/>
                    <a:p>
                      <a:pPr marL="0" indent="0" algn="ctr">
                        <a:buNone/>
                      </a:pPr>
                      <a:r>
                        <a:rPr lang="en-US" sz="1400">
                          <a:solidFill>
                            <a:srgbClr val="FFFFFF"/>
                          </a:solidFill>
                          <a:latin typeface="Segoe UI" panose="020B0502040204020203" pitchFamily="34" charset="0"/>
                          <a:ea typeface="Segoe UI" pitchFamily="34" charset="-122"/>
                          <a:cs typeface="Segoe UI" panose="020B0502040204020203" pitchFamily="34" charset="0"/>
                        </a:rPr>
                        <a:t>Est. Year</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hMerge="1">
                  <a:txBody>
                    <a:bodyPr/>
                    <a:lstStyle/>
                    <a:p>
                      <a:endParaRPr lang="en-MY"/>
                    </a:p>
                  </a:txBody>
                  <a:tcPr/>
                </a:tc>
                <a:tc>
                  <a:txBody>
                    <a:bodyPr/>
                    <a:lstStyle/>
                    <a:p>
                      <a:pPr marL="0" indent="0" algn="l">
                        <a:buNone/>
                      </a:pPr>
                      <a:r>
                        <a:rPr lang="en-US" sz="1400">
                          <a:solidFill>
                            <a:srgbClr val="000000"/>
                          </a:solidFill>
                          <a:latin typeface="Segoe UI" panose="020B0502040204020203" pitchFamily="34" charset="0"/>
                          <a:ea typeface="Segoe UI" pitchFamily="34" charset="-122"/>
                          <a:cs typeface="Segoe UI" panose="020B0502040204020203" pitchFamily="34" charset="0"/>
                        </a:rPr>
                        <a:t>2005</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355785">
                <a:tc gridSpan="2">
                  <a:txBody>
                    <a:bodyPr/>
                    <a:lstStyle/>
                    <a:p>
                      <a:pPr marL="0" indent="0" algn="ctr">
                        <a:buNone/>
                      </a:pPr>
                      <a:r>
                        <a:rPr lang="en-US" sz="1400">
                          <a:solidFill>
                            <a:srgbClr val="FFFFFF"/>
                          </a:solidFill>
                          <a:latin typeface="Segoe UI" panose="020B0502040204020203" pitchFamily="34" charset="0"/>
                          <a:ea typeface="Segoe UI" pitchFamily="34" charset="-122"/>
                          <a:cs typeface="Segoe UI" panose="020B0502040204020203" pitchFamily="34" charset="0"/>
                        </a:rPr>
                        <a:t>HQ</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hMerge="1">
                  <a:txBody>
                    <a:bodyPr/>
                    <a:lstStyle/>
                    <a:p>
                      <a:endParaRPr lang="en-MY"/>
                    </a:p>
                  </a:txBody>
                  <a:tcPr/>
                </a:tc>
                <a:tc>
                  <a:txBody>
                    <a:bodyPr/>
                    <a:lstStyle/>
                    <a:p>
                      <a:pPr marL="0" indent="0" algn="l">
                        <a:buNone/>
                      </a:pPr>
                      <a:r>
                        <a:rPr lang="en-US" sz="1400">
                          <a:solidFill>
                            <a:srgbClr val="000000"/>
                          </a:solidFill>
                          <a:latin typeface="Segoe UI" panose="020B0502040204020203" pitchFamily="34" charset="0"/>
                          <a:ea typeface="Segoe UI" pitchFamily="34" charset="-122"/>
                          <a:cs typeface="Segoe UI" panose="020B0502040204020203" pitchFamily="34" charset="0"/>
                        </a:rPr>
                        <a:t>Jakarta Utara, Indonesia</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355785">
                <a:tc gridSpan="2">
                  <a:txBody>
                    <a:bodyPr/>
                    <a:lstStyle/>
                    <a:p>
                      <a:pPr marL="0" indent="0" algn="ctr">
                        <a:buNone/>
                      </a:pPr>
                      <a:r>
                        <a:rPr lang="en-US" sz="1400">
                          <a:solidFill>
                            <a:srgbClr val="FFFFFF"/>
                          </a:solidFill>
                          <a:latin typeface="Segoe UI" panose="020B0502040204020203" pitchFamily="34" charset="0"/>
                          <a:ea typeface="Segoe UI" pitchFamily="34" charset="-122"/>
                          <a:cs typeface="Segoe UI" panose="020B0502040204020203" pitchFamily="34" charset="0"/>
                        </a:rPr>
                        <a:t>Business</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hMerge="1">
                  <a:txBody>
                    <a:bodyPr/>
                    <a:lstStyle/>
                    <a:p>
                      <a:endParaRPr lang="en-MY"/>
                    </a:p>
                  </a:txBody>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a:solidFill>
                            <a:schemeClr val="tx1"/>
                          </a:solidFill>
                          <a:effectLst/>
                          <a:latin typeface="Segoe UI" panose="020B0502040204020203" pitchFamily="34" charset="0"/>
                          <a:ea typeface="+mn-ea"/>
                          <a:cs typeface="Segoe UI" panose="020B0502040204020203" pitchFamily="34" charset="0"/>
                        </a:rPr>
                        <a:t>Distribute electronic security systems and access control solutions</a:t>
                      </a:r>
                      <a:endParaRPr kumimoji="1" lang="en-US" sz="1400" kern="1200">
                        <a:solidFill>
                          <a:srgbClr val="000000"/>
                        </a:solidFill>
                        <a:latin typeface="Segoe UI" pitchFamily="34" charset="0"/>
                        <a:ea typeface="+mn-ea"/>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355785">
                <a:tc gridSpan="2">
                  <a:txBody>
                    <a:bodyPr/>
                    <a:lstStyle/>
                    <a:p>
                      <a:pPr marL="0" indent="0" algn="ctr">
                        <a:buNone/>
                      </a:pPr>
                      <a:r>
                        <a:rPr lang="en-US" sz="1400">
                          <a:solidFill>
                            <a:schemeClr val="bg1"/>
                          </a:solidFill>
                          <a:latin typeface="Segoe UI" panose="020B0502040204020203" pitchFamily="34" charset="0"/>
                          <a:ea typeface="Segoe UI" charset="0"/>
                          <a:cs typeface="Segoe UI" panose="020B0502040204020203" pitchFamily="34" charset="0"/>
                        </a:rPr>
                        <a:t>Key Metrics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hMerge="1">
                  <a:txBody>
                    <a:bodyPr/>
                    <a:lstStyle/>
                    <a:p>
                      <a:endParaRPr lang="en-MY"/>
                    </a:p>
                  </a:txBody>
                  <a:tcPr/>
                </a:tc>
                <a:tc>
                  <a:txBody>
                    <a:bodyPr/>
                    <a:lstStyle/>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effectLst/>
                          <a:latin typeface="Segoe UI" panose="020B0502040204020203" pitchFamily="34" charset="0"/>
                          <a:ea typeface="+mn-ea"/>
                          <a:cs typeface="Segoe UI" panose="020B0502040204020203" pitchFamily="34" charset="0"/>
                        </a:rPr>
                        <a:t>Supplied over 25,000 HID Corporate keycards</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effectLst/>
                          <a:latin typeface="Segoe UI" panose="020B0502040204020203" pitchFamily="34" charset="0"/>
                          <a:ea typeface="+mn-ea"/>
                          <a:cs typeface="Segoe UI" panose="020B0502040204020203" pitchFamily="34" charset="0"/>
                        </a:rPr>
                        <a:t>Installed over 1,000 Bosch Analog and IP Cameras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865320496"/>
                  </a:ext>
                </a:extLst>
              </a:tr>
              <a:tr h="355785">
                <a:tc gridSpan="2">
                  <a:txBody>
                    <a:bodyPr/>
                    <a:lstStyle/>
                    <a:p>
                      <a:pPr marL="0" indent="0" algn="ctr">
                        <a:buNone/>
                      </a:pPr>
                      <a:r>
                        <a:rPr lang="en-US" sz="1400">
                          <a:solidFill>
                            <a:schemeClr val="bg1"/>
                          </a:solidFill>
                          <a:latin typeface="Segoe UI" panose="020B0502040204020203" pitchFamily="34" charset="0"/>
                          <a:ea typeface="Segoe UI" pitchFamily="34" charset="-122"/>
                          <a:cs typeface="Segoe UI" panose="020B0502040204020203" pitchFamily="34" charset="0"/>
                        </a:rPr>
                        <a:t>Principal Partners</a:t>
                      </a:r>
                      <a:endParaRPr lang="en-US" sz="140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hMerge="1">
                  <a:txBody>
                    <a:bodyPr/>
                    <a:lstStyle/>
                    <a:p>
                      <a:endParaRPr lang="en-MY"/>
                    </a:p>
                  </a:txBody>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a:solidFill>
                            <a:schemeClr val="tx1"/>
                          </a:solidFill>
                          <a:effectLst/>
                          <a:latin typeface="Segoe UI" panose="020B0502040204020203" pitchFamily="34" charset="0"/>
                          <a:ea typeface="+mn-ea"/>
                          <a:cs typeface="Segoe UI" panose="020B0502040204020203" pitchFamily="34" charset="0"/>
                        </a:rPr>
                        <a:t>Avigilon, Bosch, </a:t>
                      </a:r>
                      <a:r>
                        <a:rPr kumimoji="1" lang="en-US" sz="1400" b="0" kern="1200" err="1">
                          <a:solidFill>
                            <a:schemeClr val="tx1"/>
                          </a:solidFill>
                          <a:effectLst/>
                          <a:latin typeface="Segoe UI" panose="020B0502040204020203" pitchFamily="34" charset="0"/>
                          <a:ea typeface="+mn-ea"/>
                          <a:cs typeface="Segoe UI" panose="020B0502040204020203" pitchFamily="34" charset="0"/>
                        </a:rPr>
                        <a:t>Gunebo</a:t>
                      </a:r>
                      <a:r>
                        <a:rPr kumimoji="1" lang="en-US" sz="1400" b="0" kern="1200">
                          <a:solidFill>
                            <a:schemeClr val="tx1"/>
                          </a:solidFill>
                          <a:effectLst/>
                          <a:latin typeface="Segoe UI" panose="020B0502040204020203" pitchFamily="34" charset="0"/>
                          <a:ea typeface="+mn-ea"/>
                          <a:cs typeface="Segoe UI" panose="020B0502040204020203" pitchFamily="34" charset="0"/>
                        </a:rPr>
                        <a:t>, HID, Traka, </a:t>
                      </a:r>
                      <a:r>
                        <a:rPr kumimoji="1" lang="en-US" sz="1400" b="0" kern="1200" err="1">
                          <a:solidFill>
                            <a:schemeClr val="tx1"/>
                          </a:solidFill>
                          <a:effectLst/>
                          <a:latin typeface="Segoe UI" panose="020B0502040204020203" pitchFamily="34" charset="0"/>
                          <a:ea typeface="+mn-ea"/>
                          <a:cs typeface="Segoe UI" panose="020B0502040204020203" pitchFamily="34" charset="0"/>
                        </a:rPr>
                        <a:t>MicroEngine</a:t>
                      </a:r>
                      <a:endParaRPr kumimoji="1" lang="en-US" sz="1400" b="0" kern="1200">
                        <a:solidFill>
                          <a:schemeClr val="tx1"/>
                        </a:solidFill>
                        <a:effectLst/>
                        <a:latin typeface="Segoe UI" panose="020B0502040204020203" pitchFamily="34" charset="0"/>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7"/>
                  </a:ext>
                </a:extLst>
              </a:tr>
              <a:tr h="355785">
                <a:tc rowSpan="5">
                  <a:txBody>
                    <a:bodyPr/>
                    <a:lstStyle/>
                    <a:p>
                      <a:pPr marL="0" indent="0" algn="ctr">
                        <a:buNone/>
                      </a:pPr>
                      <a:r>
                        <a:rPr lang="en-US" sz="1400">
                          <a:solidFill>
                            <a:schemeClr val="bg1"/>
                          </a:solidFill>
                          <a:latin typeface="Segoe UI" charset="0"/>
                          <a:ea typeface="Segoe UI" charset="0"/>
                          <a:cs typeface="Segoe UI" charset="0"/>
                        </a:rPr>
                        <a:t>Products</a:t>
                      </a:r>
                    </a:p>
                  </a:txBody>
                  <a:tcPr marL="36576" marR="36576" marT="0" marB="0" vert="vert27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ctr">
                        <a:buNone/>
                      </a:pPr>
                      <a:r>
                        <a:rPr lang="en-US" sz="1400">
                          <a:solidFill>
                            <a:schemeClr val="tx1"/>
                          </a:solidFill>
                          <a:latin typeface="Segoe UI" pitchFamily="34" charset="0"/>
                          <a:ea typeface="Segoe UI" pitchFamily="34" charset="-122"/>
                          <a:cs typeface="Segoe UI" pitchFamily="34" charset="-120"/>
                        </a:rPr>
                        <a:t>ACS</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chemeClr val="accent5">
                        <a:lumMod val="25000"/>
                        <a:lumOff val="75000"/>
                      </a:schemeClr>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HID iClass Readers, biometric readers, and temporary access card management</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355340867"/>
                  </a:ext>
                </a:extLst>
              </a:tr>
              <a:tr h="355785">
                <a:tc vMerge="1">
                  <a:txBody>
                    <a:bodyPr/>
                    <a:lstStyle/>
                    <a:p>
                      <a:pPr marL="0" indent="0" algn="ctr">
                        <a:buNone/>
                      </a:pP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ctr">
                        <a:buNone/>
                      </a:pPr>
                      <a:r>
                        <a:rPr lang="en-US" sz="1400">
                          <a:solidFill>
                            <a:schemeClr val="tx1"/>
                          </a:solidFill>
                          <a:latin typeface="Segoe UI" pitchFamily="34" charset="0"/>
                          <a:ea typeface="Segoe UI" pitchFamily="34" charset="-122"/>
                          <a:cs typeface="Segoe UI" pitchFamily="34" charset="-120"/>
                        </a:rPr>
                        <a:t>VMS</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chemeClr val="accent5">
                        <a:lumMod val="25000"/>
                        <a:lumOff val="75000"/>
                      </a:schemeClr>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EasyLobby SVM for managing visitor access and security</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866481182"/>
                  </a:ext>
                </a:extLst>
              </a:tr>
              <a:tr h="355785">
                <a:tc vMerge="1">
                  <a:txBody>
                    <a:bodyPr/>
                    <a:lstStyle/>
                    <a:p>
                      <a:pPr marL="0" indent="0" algn="ctr">
                        <a:buNone/>
                      </a:pP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ctr">
                        <a:buNone/>
                      </a:pPr>
                      <a:r>
                        <a:rPr lang="en-US" sz="1400">
                          <a:solidFill>
                            <a:schemeClr val="tx1"/>
                          </a:solidFill>
                          <a:latin typeface="Segoe UI" pitchFamily="34" charset="0"/>
                          <a:ea typeface="Segoe UI" pitchFamily="34" charset="-122"/>
                          <a:cs typeface="Segoe UI" pitchFamily="34" charset="-120"/>
                        </a:rPr>
                        <a:t>CCTV</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chemeClr val="accent5">
                        <a:lumMod val="25000"/>
                        <a:lumOff val="75000"/>
                      </a:schemeClr>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Bosch Analog and IP Cameras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585161683"/>
                  </a:ext>
                </a:extLst>
              </a:tr>
              <a:tr h="355785">
                <a:tc vMerge="1">
                  <a:txBody>
                    <a:bodyPr/>
                    <a:lstStyle/>
                    <a:p>
                      <a:pPr marL="0" indent="0" algn="ctr">
                        <a:buNone/>
                      </a:pP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ctr">
                        <a:buNone/>
                      </a:pPr>
                      <a:r>
                        <a:rPr lang="en-US" sz="1400">
                          <a:solidFill>
                            <a:schemeClr val="tx1"/>
                          </a:solidFill>
                          <a:latin typeface="Segoe UI" pitchFamily="34" charset="0"/>
                          <a:ea typeface="Segoe UI" pitchFamily="34" charset="-122"/>
                          <a:cs typeface="Segoe UI" pitchFamily="34" charset="-120"/>
                        </a:rPr>
                        <a:t>KMS</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chemeClr val="accent5">
                        <a:lumMod val="25000"/>
                        <a:lumOff val="75000"/>
                      </a:schemeClr>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Traka cabinets for secure key storage and management</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4060447334"/>
                  </a:ext>
                </a:extLst>
              </a:tr>
              <a:tr h="355785">
                <a:tc vMerge="1">
                  <a:txBody>
                    <a:bodyPr/>
                    <a:lstStyle/>
                    <a:p>
                      <a:pPr marL="0" indent="0" algn="ctr">
                        <a:buNone/>
                      </a:pP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ctr">
                        <a:buNone/>
                      </a:pPr>
                      <a:r>
                        <a:rPr lang="en-US" sz="1400">
                          <a:solidFill>
                            <a:schemeClr val="tx1"/>
                          </a:solidFill>
                          <a:latin typeface="Segoe UI" pitchFamily="34" charset="0"/>
                          <a:ea typeface="Segoe UI" pitchFamily="34" charset="-122"/>
                          <a:cs typeface="Segoe UI" pitchFamily="34" charset="-120"/>
                        </a:rPr>
                        <a:t>Pedestrian Barriers</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chemeClr val="accent5">
                        <a:lumMod val="25000"/>
                        <a:lumOff val="75000"/>
                      </a:schemeClr>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Kaba Pedestrian Barriers and Tripod Turnstiles for controlled access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808331677"/>
                  </a:ext>
                </a:extLst>
              </a:tr>
            </a:tbl>
          </a:graphicData>
        </a:graphic>
      </p:graphicFrame>
      <p:sp>
        <p:nvSpPr>
          <p:cNvPr id="12" name="Text 6"/>
          <p:cNvSpPr/>
          <p:nvPr/>
        </p:nvSpPr>
        <p:spPr>
          <a:xfrm>
            <a:off x="347472" y="6150709"/>
            <a:ext cx="11430000" cy="337255"/>
          </a:xfrm>
          <a:prstGeom prst="rect">
            <a:avLst/>
          </a:prstGeom>
          <a:noFill/>
          <a:ln/>
        </p:spPr>
        <p:txBody>
          <a:bodyPr wrap="square" lIns="0" tIns="0" rIns="0" bIns="0" rtlCol="0" anchor="t"/>
          <a:lstStyle/>
          <a:p>
            <a:r>
              <a:rPr lang="en-US" sz="1000">
                <a:solidFill>
                  <a:srgbClr val="000000"/>
                </a:solidFill>
                <a:latin typeface="Segoe UI" pitchFamily="34" charset="0"/>
                <a:ea typeface="Segoe UI" pitchFamily="34" charset="-122"/>
                <a:cs typeface="Segoe UI" pitchFamily="34" charset="-120"/>
              </a:rPr>
              <a:t>Note : ACS (</a:t>
            </a:r>
            <a:r>
              <a:rPr lang="en-US" sz="1000">
                <a:latin typeface="Segoe UI" pitchFamily="34" charset="0"/>
                <a:ea typeface="Segoe UI" pitchFamily="34" charset="-122"/>
                <a:cs typeface="Segoe UI" pitchFamily="34" charset="-120"/>
              </a:rPr>
              <a:t>Access Control Systems</a:t>
            </a:r>
            <a:r>
              <a:rPr lang="en-US" sz="1000">
                <a:latin typeface="Segoe UI" charset="0"/>
                <a:ea typeface="Segoe UI" pitchFamily="34" charset="-122"/>
                <a:cs typeface="Segoe UI" charset="0"/>
              </a:rPr>
              <a:t>), VMS (Visitor Management Systems), KMS (Key Management Systems)</a:t>
            </a:r>
            <a:br>
              <a:rPr lang="en-US" sz="1000">
                <a:solidFill>
                  <a:srgbClr val="000000"/>
                </a:solidFill>
                <a:latin typeface="Segoe UI" pitchFamily="34" charset="0"/>
                <a:ea typeface="Segoe UI" pitchFamily="34" charset="-122"/>
                <a:cs typeface="Segoe UI" pitchFamily="34" charset="-120"/>
              </a:rPr>
            </a:b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graphicFrame>
        <p:nvGraphicFramePr>
          <p:cNvPr id="13" name="Table 1">
            <a:extLst>
              <a:ext uri="{FF2B5EF4-FFF2-40B4-BE49-F238E27FC236}">
                <a16:creationId xmlns:a16="http://schemas.microsoft.com/office/drawing/2014/main" id="{B0EBB1B9-2385-81F3-6489-3897C90C5624}"/>
              </a:ext>
            </a:extLst>
          </p:cNvPr>
          <p:cNvGraphicFramePr>
            <a:graphicFrameLocks noGrp="1"/>
          </p:cNvGraphicFramePr>
          <p:nvPr>
            <p:extLst>
              <p:ext uri="{D42A27DB-BD31-4B8C-83A1-F6EECF244321}">
                <p14:modId xmlns:p14="http://schemas.microsoft.com/office/powerpoint/2010/main" val="3959561799"/>
              </p:ext>
            </p:extLst>
          </p:nvPr>
        </p:nvGraphicFramePr>
        <p:xfrm>
          <a:off x="6272784" y="1746503"/>
          <a:ext cx="5577840" cy="4355315"/>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871063">
                <a:tc>
                  <a:txBody>
                    <a:bodyPr/>
                    <a:lstStyle/>
                    <a:p>
                      <a:pPr marL="0" indent="0" algn="ctr">
                        <a:buNone/>
                      </a:pPr>
                      <a:r>
                        <a:rPr lang="en-US" sz="1400">
                          <a:solidFill>
                            <a:schemeClr val="bg1"/>
                          </a:solidFill>
                          <a:latin typeface="Segoe UI" panose="020B0502040204020203" pitchFamily="34" charset="0"/>
                          <a:cs typeface="Segoe UI" panose="020B0502040204020203" pitchFamily="34" charset="0"/>
                        </a:rPr>
                        <a:t>Banking &amp; Financial Services</a:t>
                      </a:r>
                      <a:endParaRPr lang="en-US" sz="140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latin typeface="Segoe UI" panose="020B0502040204020203" pitchFamily="34" charset="0"/>
                          <a:cs typeface="Segoe UI" panose="020B0502040204020203" pitchFamily="34" charset="0"/>
                        </a:rPr>
                        <a:t>Bank Mandiri, BCA, BTN, Bukopin</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871063">
                <a:tc>
                  <a:txBody>
                    <a:bodyPr/>
                    <a:lstStyle/>
                    <a:p>
                      <a:pPr marL="0" indent="0" algn="ctr">
                        <a:buNone/>
                      </a:pPr>
                      <a:r>
                        <a:rPr lang="en-US" sz="1400">
                          <a:solidFill>
                            <a:schemeClr val="bg1"/>
                          </a:solidFill>
                          <a:latin typeface="Segoe UI" panose="020B0502040204020203" pitchFamily="34" charset="0"/>
                          <a:cs typeface="Segoe UI" panose="020B0502040204020203" pitchFamily="34" charset="0"/>
                        </a:rPr>
                        <a:t>Airports &amp; Transportation</a:t>
                      </a:r>
                      <a:endParaRPr lang="en-US" sz="140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latin typeface="Segoe UI" panose="020B0502040204020203" pitchFamily="34" charset="0"/>
                          <a:cs typeface="Segoe UI" panose="020B0502040204020203" pitchFamily="34" charset="0"/>
                        </a:rPr>
                        <a:t>Lombok International Airport, Ahmad Yani Airport, Sepinggan Airport</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871063">
                <a:tc>
                  <a:txBody>
                    <a:bodyPr/>
                    <a:lstStyle/>
                    <a:p>
                      <a:pPr marL="0" indent="0" algn="ctr">
                        <a:buNone/>
                      </a:pPr>
                      <a:r>
                        <a:rPr lang="en-US" sz="1400">
                          <a:solidFill>
                            <a:schemeClr val="bg1"/>
                          </a:solidFill>
                          <a:latin typeface="Segoe UI" panose="020B0502040204020203" pitchFamily="34" charset="0"/>
                          <a:cs typeface="Segoe UI" panose="020B0502040204020203" pitchFamily="34" charset="0"/>
                        </a:rPr>
                        <a:t>Commercial &amp; Office Buildings</a:t>
                      </a:r>
                      <a:endParaRPr lang="en-US" sz="140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latin typeface="Segoe UI" panose="020B0502040204020203" pitchFamily="34" charset="0"/>
                          <a:cs typeface="Segoe UI" panose="020B0502040204020203" pitchFamily="34" charset="0"/>
                        </a:rPr>
                        <a:t>Plaza </a:t>
                      </a:r>
                      <a:r>
                        <a:rPr lang="en-US" sz="1400" err="1">
                          <a:latin typeface="Segoe UI" panose="020B0502040204020203" pitchFamily="34" charset="0"/>
                          <a:cs typeface="Segoe UI" panose="020B0502040204020203" pitchFamily="34" charset="0"/>
                        </a:rPr>
                        <a:t>Mandiri</a:t>
                      </a:r>
                      <a:r>
                        <a:rPr lang="en-US" sz="1400">
                          <a:latin typeface="Segoe UI" panose="020B0502040204020203" pitchFamily="34" charset="0"/>
                          <a:cs typeface="Segoe UI" panose="020B0502040204020203" pitchFamily="34" charset="0"/>
                        </a:rPr>
                        <a:t>, Menara BTPN, Arkadia Office Tower</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871063">
                <a:tc>
                  <a:txBody>
                    <a:bodyPr/>
                    <a:lstStyle/>
                    <a:p>
                      <a:pPr marL="0" indent="0" algn="ctr">
                        <a:buNone/>
                      </a:pPr>
                      <a:r>
                        <a:rPr lang="en-US" sz="1400">
                          <a:solidFill>
                            <a:schemeClr val="bg1"/>
                          </a:solidFill>
                          <a:latin typeface="Segoe UI" panose="020B0502040204020203" pitchFamily="34" charset="0"/>
                          <a:cs typeface="Segoe UI" panose="020B0502040204020203" pitchFamily="34" charset="0"/>
                        </a:rPr>
                        <a:t>Industrial &amp; Energy</a:t>
                      </a:r>
                      <a:endParaRPr lang="en-US" sz="140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latin typeface="Segoe UI" panose="020B0502040204020203" pitchFamily="34" charset="0"/>
                          <a:cs typeface="Segoe UI" panose="020B0502040204020203" pitchFamily="34" charset="0"/>
                        </a:rPr>
                        <a:t>Pertamina, PetroChina, Dover Chemical, </a:t>
                      </a:r>
                      <a:r>
                        <a:rPr lang="en-US" sz="1400" err="1">
                          <a:latin typeface="Segoe UI" panose="020B0502040204020203" pitchFamily="34" charset="0"/>
                          <a:cs typeface="Segoe UI" panose="020B0502040204020203" pitchFamily="34" charset="0"/>
                        </a:rPr>
                        <a:t>Indopoly</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871063">
                <a:tc>
                  <a:txBody>
                    <a:bodyPr/>
                    <a:lstStyle/>
                    <a:p>
                      <a:pPr marL="0" indent="0" algn="ctr">
                        <a:buNone/>
                      </a:pPr>
                      <a:r>
                        <a:rPr lang="en-US" sz="1400">
                          <a:solidFill>
                            <a:schemeClr val="bg1"/>
                          </a:solidFill>
                          <a:latin typeface="Segoe UI" panose="020B0502040204020203" pitchFamily="34" charset="0"/>
                          <a:cs typeface="Segoe UI" panose="020B0502040204020203" pitchFamily="34" charset="0"/>
                        </a:rPr>
                        <a:t>Government &amp; Public Sector</a:t>
                      </a:r>
                      <a:endParaRPr lang="en-US" sz="140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latin typeface="Segoe UI" panose="020B0502040204020203" pitchFamily="34" charset="0"/>
                          <a:cs typeface="Segoe UI" panose="020B0502040204020203" pitchFamily="34" charset="0"/>
                        </a:rPr>
                        <a:t>Ministry of Health, Ministry of Public Works, KPK</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4. </a:t>
            </a:r>
            <a:r>
              <a:rPr lang="en-US" sz="2400" err="1">
                <a:solidFill>
                  <a:srgbClr val="000000"/>
                </a:solidFill>
                <a:latin typeface="Segoe UI" pitchFamily="34" charset="0"/>
                <a:ea typeface="Segoe UI" pitchFamily="34" charset="-122"/>
                <a:cs typeface="Segoe UI" pitchFamily="34" charset="-120"/>
              </a:rPr>
              <a:t>Indostar</a:t>
            </a:r>
            <a:r>
              <a:rPr lang="en-US" sz="2400">
                <a:solidFill>
                  <a:srgbClr val="000000"/>
                </a:solidFill>
                <a:latin typeface="Segoe UI" pitchFamily="34" charset="0"/>
                <a:ea typeface="Segoe UI" pitchFamily="34" charset="-122"/>
                <a:cs typeface="Segoe UI" pitchFamily="34" charset="-120"/>
              </a:rPr>
              <a:t> Security</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Indonesia-based system integrator specializing in security solutions and products.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10" name="Table 0"/>
          <p:cNvGraphicFramePr>
            <a:graphicFrameLocks noGrp="1"/>
          </p:cNvGraphicFramePr>
          <p:nvPr>
            <p:extLst>
              <p:ext uri="{D42A27DB-BD31-4B8C-83A1-F6EECF244321}">
                <p14:modId xmlns:p14="http://schemas.microsoft.com/office/powerpoint/2010/main" val="142256784"/>
              </p:ext>
            </p:extLst>
          </p:nvPr>
        </p:nvGraphicFramePr>
        <p:xfrm>
          <a:off x="338328" y="1691639"/>
          <a:ext cx="5577840" cy="4407406"/>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347953">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Name</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u="sng">
                          <a:solidFill>
                            <a:schemeClr val="tx1"/>
                          </a:solidFill>
                          <a:latin typeface="Segoe UI" panose="020B0502040204020203" pitchFamily="34" charset="0"/>
                          <a:ea typeface="Segoe UI" pitchFamily="34" charset="-122"/>
                          <a:cs typeface="Segoe UI" panose="020B0502040204020203" pitchFamily="34" charset="0"/>
                          <a:hlinkClick r:id="rId4" tooltip="Visit company website">
                            <a:extLst>
                              <a:ext uri="{A12FA001-AC4F-418D-AE19-62706E023703}">
                                <ahyp:hlinkClr xmlns:ahyp="http://schemas.microsoft.com/office/drawing/2018/hyperlinkcolor" val="tx"/>
                              </a:ext>
                            </a:extLst>
                          </a:hlinkClick>
                        </a:rPr>
                        <a:t>Indostar Security</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347953">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Est. Year</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2003</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463937">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HQ</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Jakarta, Indonesia (with 20 service centers across Indonesia)</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695907">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Business</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lang="en-US" sz="1400" b="0">
                          <a:solidFill>
                            <a:schemeClr val="tx1"/>
                          </a:solidFill>
                          <a:latin typeface="Segoe UI" panose="020B0502040204020203" pitchFamily="34" charset="0"/>
                          <a:ea typeface="Segoe UI" pitchFamily="34" charset="-122"/>
                          <a:cs typeface="Segoe UI" panose="020B0502040204020203" pitchFamily="34" charset="0"/>
                        </a:rPr>
                        <a:t>Distribute security products and provide system integration for security </a:t>
                      </a:r>
                      <a:r>
                        <a:rPr kumimoji="1" lang="en-US" sz="1400" b="0" kern="1200">
                          <a:solidFill>
                            <a:schemeClr val="tx1"/>
                          </a:solidFill>
                          <a:effectLst/>
                          <a:latin typeface="Segoe UI" panose="020B0502040204020203" pitchFamily="34" charset="0"/>
                          <a:ea typeface="+mn-ea"/>
                          <a:cs typeface="Segoe UI" panose="020B0502040204020203" pitchFamily="34" charset="0"/>
                        </a:rPr>
                        <a:t>solutions including AI cameras, access control systems, and CCTV</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463937">
                <a:tc>
                  <a:txBody>
                    <a:bodyPr/>
                    <a:lstStyle/>
                    <a:p>
                      <a:pPr marL="0" indent="0" algn="ctr">
                        <a:buNone/>
                      </a:pPr>
                      <a:r>
                        <a:rPr lang="en-US" sz="1400" b="0">
                          <a:solidFill>
                            <a:schemeClr val="bg1"/>
                          </a:solidFill>
                          <a:latin typeface="Segoe UI" charset="0"/>
                          <a:ea typeface="Segoe UI" charset="0"/>
                          <a:cs typeface="Segoe UI" charset="0"/>
                        </a:rPr>
                        <a:t>Principal Partners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a:solidFill>
                            <a:schemeClr val="tx1"/>
                          </a:solidFill>
                          <a:effectLst/>
                          <a:latin typeface="Segoe UI" panose="020B0502040204020203" pitchFamily="34" charset="0"/>
                          <a:ea typeface="+mn-ea"/>
                          <a:cs typeface="Segoe UI" panose="020B0502040204020203" pitchFamily="34" charset="0"/>
                        </a:rPr>
                        <a:t>Hanwha, Wisenet, Samsung, Honeywell, Axis, Hikvision, Dahua, Hitron, Roger, Kocom, ZKT Eco, etc</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21927721"/>
                  </a:ext>
                </a:extLst>
              </a:tr>
              <a:tr h="2087719">
                <a:tc>
                  <a:txBody>
                    <a:bodyPr/>
                    <a:lstStyle/>
                    <a:p>
                      <a:pPr marL="0" indent="0" algn="ctr">
                        <a:buNone/>
                      </a:pPr>
                      <a:r>
                        <a:rPr lang="en-US" sz="1400" b="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solidFill>
                            <a:schemeClr val="tx1"/>
                          </a:solidFill>
                          <a:latin typeface="Segoe UI" panose="020B0502040204020203" pitchFamily="34" charset="0"/>
                          <a:cs typeface="Segoe UI" panose="020B0502040204020203" pitchFamily="34" charset="0"/>
                        </a:rPr>
                        <a:t>Real Estate / Office Buildings: Jakarta Land, Keppel Land</a:t>
                      </a:r>
                      <a:r>
                        <a:rPr kumimoji="1" lang="en-US" sz="1400" b="0" kern="1200">
                          <a:solidFill>
                            <a:schemeClr val="tx1"/>
                          </a:solidFill>
                          <a:effectLst/>
                          <a:latin typeface="Segoe UI" panose="020B0502040204020203" pitchFamily="34" charset="0"/>
                          <a:ea typeface="+mn-ea"/>
                          <a:cs typeface="Segoe UI" panose="020B0502040204020203" pitchFamily="34" charset="0"/>
                        </a:rPr>
                        <a:t>, Sahid Sudirman Center, Mulia Group</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effectLst/>
                          <a:latin typeface="Segoe UI" panose="020B0502040204020203" pitchFamily="34" charset="0"/>
                          <a:ea typeface="+mn-ea"/>
                          <a:cs typeface="Segoe UI" panose="020B0502040204020203" pitchFamily="34" charset="0"/>
                        </a:rPr>
                        <a:t>Hotels: Shangri-La, Le Méridien, Crowne Plaza, Novotel</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effectLst/>
                          <a:latin typeface="Segoe UI" panose="020B0502040204020203" pitchFamily="34" charset="0"/>
                          <a:ea typeface="+mn-ea"/>
                          <a:cs typeface="Segoe UI" panose="020B0502040204020203" pitchFamily="34" charset="0"/>
                        </a:rPr>
                        <a:t>Retail / Malls: Plaza Indonesia, Lippo Malls, Pondok Indah Mall, LotteMart</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effectLst/>
                          <a:latin typeface="Segoe UI" panose="020B0502040204020203" pitchFamily="34" charset="0"/>
                          <a:ea typeface="+mn-ea"/>
                          <a:cs typeface="Segoe UI" panose="020B0502040204020203" pitchFamily="34" charset="0"/>
                        </a:rPr>
                        <a:t>FMCG / Manufacturing: Sari Roti, Kraft, Kao, Sasa</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effectLst/>
                          <a:latin typeface="Segoe UI" panose="020B0502040204020203" pitchFamily="34" charset="0"/>
                          <a:ea typeface="+mn-ea"/>
                          <a:cs typeface="Segoe UI" panose="020B0502040204020203" pitchFamily="34" charset="0"/>
                        </a:rPr>
                        <a:t>Banking: PermataBank, BNI</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effectLst/>
                          <a:latin typeface="Segoe UI" panose="020B0502040204020203" pitchFamily="34" charset="0"/>
                          <a:ea typeface="+mn-ea"/>
                          <a:cs typeface="Segoe UI" panose="020B0502040204020203" pitchFamily="34" charset="0"/>
                        </a:rPr>
                        <a:t>Government / Institutions: German Embassy</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4233965202"/>
                  </a:ext>
                </a:extLst>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3939821382"/>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Camera 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AI Cameras, CCTV Systems, Thermal Cameras, AI monitoring, HD recording, low-visibility heat detection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&amp; Smart Home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Smart Home Solutions, entry/exit control, residential smart security</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Intrusion Alarms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Alarm Systems, intrusion detection alerts for unauthorized access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Screening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Metal Detection, metal object screening devices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Explosives Screening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Explosives Detection, explosive material identification systems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Security Systems Mix</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Camera Surveillance, Access &amp; Smart Home, Intrusion Alarms, combined security setup across sites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81000" y="6163056"/>
            <a:ext cx="11430000" cy="493776"/>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pic>
        <p:nvPicPr>
          <p:cNvPr id="14" name="Picture 13">
            <a:extLst>
              <a:ext uri="{FF2B5EF4-FFF2-40B4-BE49-F238E27FC236}">
                <a16:creationId xmlns:a16="http://schemas.microsoft.com/office/drawing/2014/main" id="{1748BCF5-AC53-1E96-6B68-8E6C4C223AC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580762" y="394949"/>
            <a:ext cx="1186835" cy="22765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5. Armada Integrasi </a:t>
            </a:r>
            <a:r>
              <a:rPr lang="en-US" sz="2400" err="1">
                <a:solidFill>
                  <a:srgbClr val="000000"/>
                </a:solidFill>
                <a:latin typeface="Segoe UI" pitchFamily="34" charset="0"/>
                <a:ea typeface="Segoe UI" pitchFamily="34" charset="-122"/>
                <a:cs typeface="Segoe UI" pitchFamily="34" charset="-120"/>
              </a:rPr>
              <a:t>Teknologi</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Medan-based company specializing in integration systems and security solutions.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0803636" y="236080"/>
            <a:ext cx="758952" cy="502921"/>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10" name="Table 0"/>
          <p:cNvGraphicFramePr>
            <a:graphicFrameLocks noGrp="1"/>
          </p:cNvGraphicFramePr>
          <p:nvPr>
            <p:extLst>
              <p:ext uri="{D42A27DB-BD31-4B8C-83A1-F6EECF244321}">
                <p14:modId xmlns:p14="http://schemas.microsoft.com/office/powerpoint/2010/main" val="751589921"/>
              </p:ext>
            </p:extLst>
          </p:nvPr>
        </p:nvGraphicFramePr>
        <p:xfrm>
          <a:off x="338328" y="1691640"/>
          <a:ext cx="5577840" cy="4411440"/>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51566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chemeClr val="tx1"/>
                          </a:solidFill>
                          <a:latin typeface="Segoe UI" panose="020B0502040204020203" pitchFamily="34" charset="0"/>
                          <a:ea typeface="Segoe UI" pitchFamily="34" charset="-122"/>
                          <a:cs typeface="Segoe UI" panose="020B0502040204020203" pitchFamily="34" charset="0"/>
                          <a:hlinkClick r:id="rId5" tooltip="Visit company website">
                            <a:extLst>
                              <a:ext uri="{A12FA001-AC4F-418D-AE19-62706E023703}">
                                <ahyp:hlinkClr xmlns:ahyp="http://schemas.microsoft.com/office/drawing/2018/hyperlinkcolor" val="tx"/>
                              </a:ext>
                            </a:extLst>
                          </a:hlinkClick>
                        </a:rPr>
                        <a:t>Armada Integrasi Teknologi</a:t>
                      </a:r>
                      <a:endParaRPr lang="en-US" sz="14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51566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anose="020B0502040204020203" pitchFamily="34" charset="0"/>
                          <a:ea typeface="Segoe UI" pitchFamily="34" charset="-122"/>
                          <a:cs typeface="Segoe UI" panose="020B0502040204020203" pitchFamily="34" charset="0"/>
                        </a:rPr>
                        <a:t>1995</a:t>
                      </a:r>
                      <a:endParaRPr lang="en-US" sz="14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51566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anose="020B0502040204020203" pitchFamily="34" charset="0"/>
                          <a:ea typeface="Segoe UI" pitchFamily="34" charset="-122"/>
                          <a:cs typeface="Segoe UI" panose="020B0502040204020203" pitchFamily="34" charset="0"/>
                        </a:rPr>
                        <a:t>Medan, Indonesia</a:t>
                      </a:r>
                      <a:endParaRPr lang="en-US" sz="14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81213">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anose="020B0502040204020203" pitchFamily="34" charset="0"/>
                          <a:ea typeface="Segoe UI" pitchFamily="34" charset="-122"/>
                          <a:cs typeface="Segoe UI" panose="020B0502040204020203" pitchFamily="34" charset="0"/>
                        </a:rPr>
                        <a:t>Distribute and integrate access control systems including fingerprint devices, CCTV surveillance products, and smart door locks</a:t>
                      </a:r>
                      <a:endParaRPr kumimoji="1" lang="en-US" sz="140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2083235">
                <a:tc>
                  <a:txBody>
                    <a:bodyPr/>
                    <a:lstStyle/>
                    <a:p>
                      <a:pPr marL="0" indent="0" algn="ctr">
                        <a:buNone/>
                      </a:pPr>
                      <a:r>
                        <a:rPr lang="en-US" sz="1400">
                          <a:solidFill>
                            <a:schemeClr val="bg1"/>
                          </a:solidFill>
                          <a:latin typeface="Segoe UI" charset="0"/>
                          <a:ea typeface="Segoe UI" charset="0"/>
                          <a:cs typeface="Segoe UI" charset="0"/>
                        </a:rPr>
                        <a:t>Notable Clients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Banking &amp; Financial Services: BNI, Bank Mestika</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Manufacturing &amp; Industrial: Musim Mas Group, Shamrock Manufacturing, VVF</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Healthcare &amp; Pharmaceuticals: Kalbe</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Energy &amp; Utilities: Pertamina</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Telecommunications: Indosat</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Conglomerates / Enterprise Groups: Sinar Mas</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Automotive: Mercedes-Benz</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43942888"/>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Biometric Access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Fingerprint Devices, Access Control Systems, biometric entry, user access management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CCTV Cameras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CCTV Surveillance Products, HD indoor and outdoor security cameras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Smart Locks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Smart Door Locks, keyless entry for residential and commercial sites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Thermal &amp; Face Scanning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Thermal and Face Scanners, temperature screening, facial recognition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Gates &amp; Guard Patrol</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Barrier Gate &amp; Guard Patrol Systems, automated vehicle gates, guard monitoring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Business Software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Magna Software Solutions, time attendance, payroll, tax, warehouse management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2" name="Text 6"/>
          <p:cNvSpPr/>
          <p:nvPr/>
        </p:nvSpPr>
        <p:spPr>
          <a:xfrm>
            <a:off x="347472" y="6139311"/>
            <a:ext cx="11430000" cy="370981"/>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Note: BPJS (Badan </a:t>
            </a:r>
            <a:r>
              <a:rPr lang="en-US" sz="1000" err="1">
                <a:solidFill>
                  <a:srgbClr val="000000"/>
                </a:solidFill>
                <a:latin typeface="Segoe UI" pitchFamily="34" charset="0"/>
                <a:ea typeface="Segoe UI" pitchFamily="34" charset="-122"/>
                <a:cs typeface="Segoe UI" pitchFamily="34" charset="-120"/>
              </a:rPr>
              <a:t>Penyelenggara</a:t>
            </a:r>
            <a:r>
              <a:rPr lang="en-US" sz="1000">
                <a:solidFill>
                  <a:srgbClr val="000000"/>
                </a:solidFill>
                <a:latin typeface="Segoe UI" pitchFamily="34" charset="0"/>
                <a:ea typeface="Segoe UI" pitchFamily="34" charset="-122"/>
                <a:cs typeface="Segoe UI" pitchFamily="34" charset="-120"/>
              </a:rPr>
              <a:t> </a:t>
            </a:r>
            <a:r>
              <a:rPr lang="en-US" sz="1000" err="1">
                <a:solidFill>
                  <a:srgbClr val="000000"/>
                </a:solidFill>
                <a:latin typeface="Segoe UI" pitchFamily="34" charset="0"/>
                <a:ea typeface="Segoe UI" pitchFamily="34" charset="-122"/>
                <a:cs typeface="Segoe UI" pitchFamily="34" charset="-120"/>
              </a:rPr>
              <a:t>Jaminan</a:t>
            </a:r>
            <a:r>
              <a:rPr lang="en-US" sz="1000">
                <a:solidFill>
                  <a:srgbClr val="000000"/>
                </a:solidFill>
                <a:latin typeface="Segoe UI" pitchFamily="34" charset="0"/>
                <a:ea typeface="Segoe UI" pitchFamily="34" charset="-122"/>
                <a:cs typeface="Segoe UI" pitchFamily="34" charset="-120"/>
              </a:rPr>
              <a:t> </a:t>
            </a:r>
            <a:r>
              <a:rPr lang="en-US" sz="1000" err="1">
                <a:solidFill>
                  <a:srgbClr val="000000"/>
                </a:solidFill>
                <a:latin typeface="Segoe UI" pitchFamily="34" charset="0"/>
                <a:ea typeface="Segoe UI" pitchFamily="34" charset="-122"/>
                <a:cs typeface="Segoe UI" pitchFamily="34" charset="-120"/>
              </a:rPr>
              <a:t>Sosial</a:t>
            </a:r>
            <a:r>
              <a:rPr lang="en-US" sz="1000">
                <a:solidFill>
                  <a:srgbClr val="000000"/>
                </a:solidFill>
                <a:latin typeface="Segoe UI" pitchFamily="34" charset="0"/>
                <a:ea typeface="Segoe UI" pitchFamily="34" charset="-122"/>
                <a:cs typeface="Segoe UI" pitchFamily="34" charset="-120"/>
              </a:rPr>
              <a:t>)</a:t>
            </a:r>
            <a:endParaRPr lang="en-US" sz="1000"/>
          </a:p>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6. Bekasi Technology</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West Java-based company specializing in IT services, security systems, and electrical infrastructure.</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10" name="Table 0"/>
          <p:cNvGraphicFramePr>
            <a:graphicFrameLocks noGrp="1"/>
          </p:cNvGraphicFramePr>
          <p:nvPr>
            <p:extLst>
              <p:ext uri="{D42A27DB-BD31-4B8C-83A1-F6EECF244321}">
                <p14:modId xmlns:p14="http://schemas.microsoft.com/office/powerpoint/2010/main" val="3319853037"/>
              </p:ext>
            </p:extLst>
          </p:nvPr>
        </p:nvGraphicFramePr>
        <p:xfrm>
          <a:off x="338328" y="1691639"/>
          <a:ext cx="5577840" cy="4401185"/>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440208">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chemeClr val="tx1"/>
                          </a:solidFill>
                          <a:latin typeface="Segoe UI" pitchFamily="34" charset="0"/>
                          <a:ea typeface="Segoe UI" pitchFamily="34" charset="-122"/>
                          <a:cs typeface="Segoe UI" pitchFamily="34" charset="-120"/>
                          <a:hlinkClick r:id="rId4" tooltip="Visit company website">
                            <a:extLst>
                              <a:ext uri="{A12FA001-AC4F-418D-AE19-62706E023703}">
                                <ahyp:hlinkClr xmlns:ahyp="http://schemas.microsoft.com/office/drawing/2018/hyperlinkcolor" val="tx"/>
                              </a:ext>
                            </a:extLst>
                          </a:hlinkClick>
                        </a:rPr>
                        <a:t>Bekasi Technology</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440208">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2017</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440208">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Bekasi, Indonesia</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112020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chemeClr val="tx1"/>
                          </a:solidFill>
                          <a:latin typeface="Segoe UI" pitchFamily="34" charset="0"/>
                          <a:ea typeface="Segoe UI" pitchFamily="34" charset="-122"/>
                          <a:cs typeface="Segoe UI" pitchFamily="34" charset="-120"/>
                        </a:rPr>
                        <a:t>Network integration &amp; maintenance service</a:t>
                      </a:r>
                      <a:endParaRPr kumimoji="1" lang="en-US" sz="1400" kern="1200">
                        <a:solidFill>
                          <a:schemeClr val="tx1"/>
                        </a:solidFill>
                        <a:latin typeface="Segoe UI" pitchFamily="34" charset="0"/>
                        <a:ea typeface="Segoe UI" charset="0"/>
                        <a:cs typeface="Segoe UI" pitchFamily="34" charset="-12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chemeClr val="tx1"/>
                          </a:solidFill>
                          <a:latin typeface="Segoe UI" pitchFamily="34" charset="0"/>
                          <a:ea typeface="Segoe UI" pitchFamily="34" charset="-122"/>
                          <a:cs typeface="Segoe UI" pitchFamily="34" charset="-120"/>
                        </a:rPr>
                        <a:t>Install CCTV and access control systems</a:t>
                      </a:r>
                      <a:endParaRPr kumimoji="1" lang="en-US" sz="1400" kern="1200">
                        <a:solidFill>
                          <a:schemeClr val="tx1"/>
                        </a:solidFill>
                        <a:latin typeface="Segoe UI" pitchFamily="34" charset="0"/>
                        <a:ea typeface="Segoe UI" charset="0"/>
                        <a:cs typeface="Segoe UI" pitchFamily="34" charset="-12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chemeClr val="tx1"/>
                          </a:solidFill>
                          <a:latin typeface="Segoe UI" pitchFamily="34" charset="0"/>
                          <a:ea typeface="Segoe UI" pitchFamily="34" charset="-122"/>
                          <a:cs typeface="Segoe UI" pitchFamily="34" charset="-120"/>
                        </a:rPr>
                        <a:t>Commercial application electrical infrastructure services</a:t>
                      </a:r>
                      <a:endParaRPr kumimoji="1" lang="en-US" sz="1400" kern="1200">
                        <a:solidFill>
                          <a:schemeClr val="tx1"/>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560102">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Past Project Location</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itchFamily="34" charset="0"/>
                          <a:ea typeface="Segoe UI" pitchFamily="34" charset="-122"/>
                          <a:cs typeface="Segoe UI" pitchFamily="34" charset="-120"/>
                        </a:rPr>
                        <a:t>Bekasi, Cikarang, Cibitung, Karawang</a:t>
                      </a:r>
                      <a:endParaRPr kumimoji="1" lang="en-US" sz="1400" kern="1200">
                        <a:solidFill>
                          <a:schemeClr val="tx1"/>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r h="840153">
                <a:tc>
                  <a:txBody>
                    <a:bodyPr/>
                    <a:lstStyle/>
                    <a:p>
                      <a:pPr marL="0" indent="0" algn="ctr">
                        <a:buNone/>
                      </a:pPr>
                      <a:r>
                        <a:rPr lang="en-US" sz="1400">
                          <a:solidFill>
                            <a:schemeClr val="bg1"/>
                          </a:solidFill>
                          <a:latin typeface="Segoe UI" charset="0"/>
                          <a:ea typeface="Segoe UI" charset="0"/>
                          <a:cs typeface="Segoe UI" charset="0"/>
                        </a:rPr>
                        <a:t>Customer</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itchFamily="34" charset="0"/>
                          <a:ea typeface="Segoe UI" charset="0"/>
                          <a:cs typeface="Segoe UI" pitchFamily="34" charset="-120"/>
                        </a:rPr>
                        <a:t>Mitsubishi Material, Nara Summit, Liebherr, Takata, Takenaka, Fuji SBME, Sumiden Sintered, Takasago Thermal, Ingress, Teraoka, MMC Metal, CNG, RIX</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809785924"/>
                  </a:ext>
                </a:extLst>
              </a:tr>
              <a:tr h="560102">
                <a:tc>
                  <a:txBody>
                    <a:bodyPr/>
                    <a:lstStyle/>
                    <a:p>
                      <a:pPr marL="0" indent="0" algn="ctr">
                        <a:buNone/>
                      </a:pPr>
                      <a:r>
                        <a:rPr lang="en-US" sz="1400">
                          <a:solidFill>
                            <a:schemeClr val="bg1"/>
                          </a:solidFill>
                          <a:latin typeface="Segoe UI" charset="0"/>
                          <a:ea typeface="Segoe UI" charset="0"/>
                          <a:cs typeface="Segoe UI" charset="0"/>
                        </a:rPr>
                        <a:t>Principal Partners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itchFamily="34" charset="0"/>
                          <a:ea typeface="Segoe UI" charset="0"/>
                          <a:cs typeface="Segoe UI" pitchFamily="34" charset="-120"/>
                        </a:rPr>
                        <a:t>Panasonic, Hikvision, TP Link, Belden, Mikrotik, AMP Netconnect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31536200"/>
                  </a:ext>
                </a:extLst>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338128016"/>
              </p:ext>
            </p:extLst>
          </p:nvPr>
        </p:nvGraphicFramePr>
        <p:xfrm>
          <a:off x="6272784" y="1746504"/>
          <a:ext cx="5577840" cy="4337304"/>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2884">
                <a:tc>
                  <a:txBody>
                    <a:bodyPr/>
                    <a:lstStyle/>
                    <a:p>
                      <a:pPr algn="ctr">
                        <a:buNone/>
                      </a:pPr>
                      <a:r>
                        <a:rPr lang="en-MY" sz="1400">
                          <a:solidFill>
                            <a:schemeClr val="bg1"/>
                          </a:solidFill>
                          <a:latin typeface="Segoe UI" panose="020B0502040204020203" pitchFamily="34" charset="0"/>
                          <a:cs typeface="Segoe UI" panose="020B0502040204020203" pitchFamily="34" charset="0"/>
                        </a:rPr>
                        <a:t>CCTV Packages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CCTV Systems, Hikvision Turbo HD packages (3MP, 5MP, 8MP), 4/8/12/16/32 camera options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2884">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&amp; Alarms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Alarm Systems, fingerprint access locks, GSM signal boosters, commercial alarm installs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2884">
                <a:tc>
                  <a:txBody>
                    <a:bodyPr/>
                    <a:lstStyle/>
                    <a:p>
                      <a:pPr algn="ctr">
                        <a:buNone/>
                      </a:pPr>
                      <a:r>
                        <a:rPr lang="en-MY" sz="1400">
                          <a:solidFill>
                            <a:schemeClr val="bg1"/>
                          </a:solidFill>
                          <a:latin typeface="Segoe UI" panose="020B0502040204020203" pitchFamily="34" charset="0"/>
                          <a:cs typeface="Segoe UI" panose="020B0502040204020203" pitchFamily="34" charset="0"/>
                        </a:rPr>
                        <a:t>Network Setup</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Network Integration, LAN installation, wireless access points, switches, routers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2884">
                <a:tc>
                  <a:txBody>
                    <a:bodyPr/>
                    <a:lstStyle/>
                    <a:p>
                      <a:pPr algn="ctr">
                        <a:buNone/>
                      </a:pPr>
                      <a:r>
                        <a:rPr lang="en-MY" sz="1400">
                          <a:solidFill>
                            <a:schemeClr val="bg1"/>
                          </a:solidFill>
                          <a:latin typeface="Segoe UI" panose="020B0502040204020203" pitchFamily="34" charset="0"/>
                          <a:cs typeface="Segoe UI" panose="020B0502040204020203" pitchFamily="34" charset="0"/>
                        </a:rPr>
                        <a:t>Voice Systems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VoIP Telephone Systems, VoIP install, PABX install</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2884">
                <a:tc>
                  <a:txBody>
                    <a:bodyPr/>
                    <a:lstStyle/>
                    <a:p>
                      <a:pPr algn="ctr">
                        <a:buNone/>
                      </a:pPr>
                      <a:r>
                        <a:rPr lang="en-MY" sz="1400">
                          <a:solidFill>
                            <a:schemeClr val="bg1"/>
                          </a:solidFill>
                          <a:latin typeface="Segoe UI" panose="020B0502040204020203" pitchFamily="34" charset="0"/>
                          <a:cs typeface="Segoe UI" panose="020B0502040204020203" pitchFamily="34" charset="0"/>
                        </a:rPr>
                        <a:t>Internet Services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fr-FR" sz="1400">
                          <a:latin typeface="Segoe UI" panose="020B0502040204020203" pitchFamily="34" charset="0"/>
                          <a:cs typeface="Segoe UI" panose="020B0502040204020203" pitchFamily="34" charset="0"/>
                        </a:rPr>
                        <a:t>Internet Services, dedicated internet connections, email services, domain management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2884">
                <a:tc>
                  <a:txBody>
                    <a:bodyPr/>
                    <a:lstStyle/>
                    <a:p>
                      <a:pPr algn="ctr">
                        <a:buNone/>
                      </a:pPr>
                      <a:r>
                        <a:rPr lang="en-MY" sz="1400">
                          <a:solidFill>
                            <a:schemeClr val="bg1"/>
                          </a:solidFill>
                          <a:latin typeface="Segoe UI" panose="020B0502040204020203" pitchFamily="34" charset="0"/>
                          <a:cs typeface="Segoe UI" panose="020B0502040204020203" pitchFamily="34" charset="0"/>
                        </a:rPr>
                        <a:t>Facilities Maintenance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Electrical Infrastructure, Air Conditioning Maintenance, install and maintenance for commercial sites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47472" y="6190488"/>
            <a:ext cx="11430000" cy="493776"/>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pic>
        <p:nvPicPr>
          <p:cNvPr id="15" name="Picture 14">
            <a:extLst>
              <a:ext uri="{FF2B5EF4-FFF2-40B4-BE49-F238E27FC236}">
                <a16:creationId xmlns:a16="http://schemas.microsoft.com/office/drawing/2014/main" id="{D396C2F9-D922-4FD4-8A6E-B6F20B90A69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592854" y="368251"/>
            <a:ext cx="1230393" cy="2020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7. </a:t>
            </a:r>
            <a:r>
              <a:rPr lang="en-US" sz="2400" err="1">
                <a:solidFill>
                  <a:srgbClr val="000000"/>
                </a:solidFill>
                <a:latin typeface="Segoe UI" pitchFamily="34" charset="0"/>
                <a:ea typeface="Segoe UI" pitchFamily="34" charset="-122"/>
                <a:cs typeface="Segoe UI" pitchFamily="34" charset="-120"/>
              </a:rPr>
              <a:t>Ixha</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Bekasi-based manufacturer specializing in access control and safety equipment.</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064240" y="109728"/>
            <a:ext cx="640080" cy="64008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10" name="Table 0"/>
          <p:cNvGraphicFramePr>
            <a:graphicFrameLocks noGrp="1"/>
          </p:cNvGraphicFramePr>
          <p:nvPr>
            <p:extLst>
              <p:ext uri="{D42A27DB-BD31-4B8C-83A1-F6EECF244321}">
                <p14:modId xmlns:p14="http://schemas.microsoft.com/office/powerpoint/2010/main" val="1174957117"/>
              </p:ext>
            </p:extLst>
          </p:nvPr>
        </p:nvGraphicFramePr>
        <p:xfrm>
          <a:off x="338328" y="1691639"/>
          <a:ext cx="5577840" cy="4401185"/>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33985">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chemeClr val="tx1"/>
                          </a:solidFill>
                          <a:latin typeface="Segoe UI" panose="020B0502040204020203" pitchFamily="34" charset="0"/>
                          <a:ea typeface="Segoe UI" pitchFamily="34" charset="-122"/>
                          <a:cs typeface="Segoe UI" panose="020B0502040204020203" pitchFamily="34" charset="0"/>
                          <a:hlinkClick r:id="rId5" tooltip="Visit company website">
                            <a:extLst>
                              <a:ext uri="{A12FA001-AC4F-418D-AE19-62706E023703}">
                                <ahyp:hlinkClr xmlns:ahyp="http://schemas.microsoft.com/office/drawing/2018/hyperlinkcolor" val="tx"/>
                              </a:ext>
                            </a:extLst>
                          </a:hlinkClick>
                        </a:rPr>
                        <a:t>Ixha</a:t>
                      </a:r>
                      <a:endParaRPr lang="en-US" sz="14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733985">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anose="020B0502040204020203" pitchFamily="34" charset="0"/>
                          <a:ea typeface="Segoe UI" pitchFamily="34" charset="-122"/>
                          <a:cs typeface="Segoe UI" panose="020B0502040204020203" pitchFamily="34" charset="0"/>
                        </a:rPr>
                        <a:t>Bekasi, Indonesia</a:t>
                      </a:r>
                      <a:endParaRPr lang="en-US" sz="14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33985">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anose="020B0502040204020203" pitchFamily="34" charset="0"/>
                          <a:ea typeface="Segoe UI" pitchFamily="34" charset="-122"/>
                          <a:cs typeface="Segoe UI" panose="020B0502040204020203" pitchFamily="34" charset="0"/>
                        </a:rPr>
                        <a:t>Install access control systems including barrier gates, pedestrian gates, and attendance machines</a:t>
                      </a:r>
                      <a:endParaRPr kumimoji="1" lang="en-US" sz="140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33985">
                <a:tc>
                  <a:txBody>
                    <a:bodyPr/>
                    <a:lstStyle/>
                    <a:p>
                      <a:pPr marL="0" indent="0" algn="ctr">
                        <a:buNone/>
                      </a:pPr>
                      <a:r>
                        <a:rPr lang="en-US" sz="1400">
                          <a:solidFill>
                            <a:schemeClr val="bg1"/>
                          </a:solidFill>
                          <a:latin typeface="Segoe UI" charset="0"/>
                          <a:ea typeface="Segoe UI" charset="0"/>
                          <a:cs typeface="Segoe UI" charset="0"/>
                        </a:rPr>
                        <a:t>Key Metrics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chemeClr val="tx1"/>
                          </a:solidFill>
                          <a:latin typeface="Segoe UI" panose="020B0502040204020203" pitchFamily="34" charset="0"/>
                          <a:ea typeface="Segoe UI" charset="0"/>
                          <a:cs typeface="Segoe UI" panose="020B0502040204020203" pitchFamily="34" charset="0"/>
                        </a:rPr>
                        <a:t>87,000 cumulative clients</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chemeClr val="tx1"/>
                          </a:solidFill>
                          <a:latin typeface="Segoe UI" panose="020B0502040204020203" pitchFamily="34" charset="0"/>
                          <a:ea typeface="Segoe UI" charset="0"/>
                          <a:cs typeface="Segoe UI" panose="020B0502040204020203" pitchFamily="34" charset="0"/>
                        </a:rPr>
                        <a:t>15,000 cumulative projects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1465245">
                <a:tc>
                  <a:txBody>
                    <a:bodyPr/>
                    <a:lstStyle/>
                    <a:p>
                      <a:pPr marL="0" indent="0" algn="ctr">
                        <a:buNone/>
                      </a:pPr>
                      <a:r>
                        <a:rPr lang="en-US" sz="140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solidFill>
                            <a:schemeClr val="tx1"/>
                          </a:solidFill>
                          <a:latin typeface="Segoe UI" panose="020B0502040204020203" pitchFamily="34" charset="0"/>
                          <a:cs typeface="Segoe UI" panose="020B0502040204020203" pitchFamily="34" charset="0"/>
                        </a:rPr>
                        <a:t>Education: Latkesmas Madiun &amp; Surabaya</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solidFill>
                            <a:schemeClr val="tx1"/>
                          </a:solidFill>
                          <a:latin typeface="Segoe UI" panose="020B0502040204020203" pitchFamily="34" charset="0"/>
                          <a:cs typeface="Segoe UI" panose="020B0502040204020203" pitchFamily="34" charset="0"/>
                        </a:rPr>
                        <a:t>Government: DPRD Cimahi</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solidFill>
                            <a:schemeClr val="tx1"/>
                          </a:solidFill>
                          <a:latin typeface="Segoe UI" panose="020B0502040204020203" pitchFamily="34" charset="0"/>
                          <a:cs typeface="Segoe UI" panose="020B0502040204020203" pitchFamily="34" charset="0"/>
                        </a:rPr>
                        <a:t>Healthcare: RSUD Tora Belo, Cirebon Eye Center</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solidFill>
                            <a:schemeClr val="tx1"/>
                          </a:solidFill>
                          <a:latin typeface="Segoe UI" panose="020B0502040204020203" pitchFamily="34" charset="0"/>
                          <a:cs typeface="Segoe UI" panose="020B0502040204020203" pitchFamily="34" charset="0"/>
                        </a:rPr>
                        <a:t>Commercial: Kebun Binatang Surabaya, Rio by the Beach</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952348835"/>
                  </a:ext>
                </a:extLst>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925753439"/>
              </p:ext>
            </p:extLst>
          </p:nvPr>
        </p:nvGraphicFramePr>
        <p:xfrm>
          <a:off x="6272784" y="1746504"/>
          <a:ext cx="5577840" cy="4334256"/>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237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Barrier Gates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Automated gates for vehicle access control in commercial and residential areas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72237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Pedestrian Gates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Secure entry points for foot traffic with integrated access control systems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237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Attendance Machines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Devices for tracking employee attendance using biometric and RFID technology</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237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Access Control Systems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Comprehensive solutions for managing and monitoring access to secured areas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237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Safety Equipment</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Safety devices designed to enhance security and protect individuals in various environments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237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Camera Capture Systems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Integrated systems for monitoring and recording access events at entry points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Text 6"/>
          <p:cNvSpPr/>
          <p:nvPr/>
        </p:nvSpPr>
        <p:spPr>
          <a:xfrm>
            <a:off x="347472" y="6180646"/>
            <a:ext cx="11430000" cy="329184"/>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8. Patria </a:t>
            </a:r>
            <a:r>
              <a:rPr lang="en-US" sz="2400" err="1">
                <a:solidFill>
                  <a:srgbClr val="000000"/>
                </a:solidFill>
                <a:latin typeface="Segoe UI" pitchFamily="34" charset="0"/>
                <a:ea typeface="Segoe UI" pitchFamily="34" charset="-122"/>
                <a:cs typeface="Segoe UI" pitchFamily="34" charset="-120"/>
              </a:rPr>
              <a:t>Persada</a:t>
            </a:r>
            <a:r>
              <a:rPr lang="en-US" sz="2400">
                <a:solidFill>
                  <a:srgbClr val="000000"/>
                </a:solidFill>
                <a:latin typeface="Segoe UI" pitchFamily="34" charset="0"/>
                <a:ea typeface="Segoe UI" pitchFamily="34" charset="-122"/>
                <a:cs typeface="Segoe UI" pitchFamily="34" charset="-120"/>
              </a:rPr>
              <a:t> </a:t>
            </a:r>
            <a:r>
              <a:rPr lang="en-US" sz="2400" err="1">
                <a:solidFill>
                  <a:srgbClr val="000000"/>
                </a:solidFill>
                <a:latin typeface="Segoe UI" pitchFamily="34" charset="0"/>
                <a:ea typeface="Segoe UI" pitchFamily="34" charset="-122"/>
                <a:cs typeface="Segoe UI" pitchFamily="34" charset="-120"/>
              </a:rPr>
              <a:t>Sukses</a:t>
            </a:r>
            <a:r>
              <a:rPr lang="en-US" sz="2400">
                <a:solidFill>
                  <a:srgbClr val="000000"/>
                </a:solidFill>
                <a:latin typeface="Segoe UI" pitchFamily="34" charset="0"/>
                <a:ea typeface="Segoe UI" pitchFamily="34" charset="-122"/>
                <a:cs typeface="Segoe UI" pitchFamily="34" charset="-120"/>
              </a:rPr>
              <a:t> </a:t>
            </a:r>
            <a:r>
              <a:rPr lang="en-US" sz="2400" err="1">
                <a:solidFill>
                  <a:srgbClr val="000000"/>
                </a:solidFill>
                <a:latin typeface="Segoe UI" pitchFamily="34" charset="0"/>
                <a:ea typeface="Segoe UI" pitchFamily="34" charset="-122"/>
                <a:cs typeface="Segoe UI" pitchFamily="34" charset="-120"/>
              </a:rPr>
              <a:t>Mandiri</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East Java-based provider specializing in integrated safety and security solutions.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064240" y="109728"/>
            <a:ext cx="640080" cy="64008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10" name="Table 0"/>
          <p:cNvGraphicFramePr>
            <a:graphicFrameLocks noGrp="1"/>
          </p:cNvGraphicFramePr>
          <p:nvPr>
            <p:extLst>
              <p:ext uri="{D42A27DB-BD31-4B8C-83A1-F6EECF244321}">
                <p14:modId xmlns:p14="http://schemas.microsoft.com/office/powerpoint/2010/main" val="990393574"/>
              </p:ext>
            </p:extLst>
          </p:nvPr>
        </p:nvGraphicFramePr>
        <p:xfrm>
          <a:off x="338328" y="1691639"/>
          <a:ext cx="5577840" cy="4407405"/>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88148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chemeClr val="tx1"/>
                          </a:solidFill>
                          <a:latin typeface="Segoe UI" pitchFamily="34" charset="0"/>
                          <a:ea typeface="Segoe UI" pitchFamily="34" charset="-122"/>
                          <a:cs typeface="Segoe UI" pitchFamily="34" charset="-120"/>
                          <a:hlinkClick r:id="rId5" tooltip="Visit company website">
                            <a:extLst>
                              <a:ext uri="{A12FA001-AC4F-418D-AE19-62706E023703}">
                                <ahyp:hlinkClr xmlns:ahyp="http://schemas.microsoft.com/office/drawing/2018/hyperlinkcolor" val="tx"/>
                              </a:ext>
                            </a:extLst>
                          </a:hlinkClick>
                        </a:rPr>
                        <a:t>Patria Persada Sukses Mandiri</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88148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1997</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88148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Surabaya, Indonesia</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88148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itchFamily="34" charset="0"/>
                          <a:ea typeface="Segoe UI" pitchFamily="34" charset="-122"/>
                          <a:cs typeface="Segoe UI" pitchFamily="34" charset="-120"/>
                        </a:rPr>
                        <a:t>Distribute and install integrated security solutions including CCTV systems, access control systems, and fire alarm systems, building automation systems</a:t>
                      </a:r>
                      <a:endParaRPr kumimoji="1" lang="en-US" sz="1400" kern="1200">
                        <a:solidFill>
                          <a:schemeClr val="tx1"/>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881481">
                <a:tc>
                  <a:txBody>
                    <a:bodyPr/>
                    <a:lstStyle/>
                    <a:p>
                      <a:pPr marL="0" indent="0" algn="ctr">
                        <a:buNone/>
                      </a:pPr>
                      <a:r>
                        <a:rPr lang="en-US" sz="140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itchFamily="34" charset="0"/>
                          <a:ea typeface="Segoe UI" charset="0"/>
                          <a:cs typeface="Segoe UI" pitchFamily="34" charset="-120"/>
                        </a:rPr>
                        <a:t>Intiland, Ciputra World, Pertamina, Solusi Bangun, Yondelbase, Ecco, 9blv, Tjiwi Kimia</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614969018"/>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CCTV 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CCTV Systems, Vivotek/Dahua CCTV for surveillance and monitoring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Control</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Lift Access Control Systems, secure entry management, controlled elevator access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Fire Safety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Fire Alarm Systems, early detection and safety systems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Building Automation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Building Automation Systems, facility management and automation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Pedestrian Entry Control</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Turnstile Systems, full-height turnstiles for secure entry</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Vehicle &amp; Site Safety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Barrier Gates, Early Warning Systems, vehicle access control, fuel terminal safety systems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81000" y="6163056"/>
            <a:ext cx="11430000" cy="493776"/>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9. </a:t>
            </a:r>
            <a:r>
              <a:rPr lang="en-US" sz="2400" err="1">
                <a:solidFill>
                  <a:srgbClr val="000000"/>
                </a:solidFill>
                <a:latin typeface="Segoe UI" pitchFamily="34" charset="0"/>
                <a:ea typeface="Segoe UI" pitchFamily="34" charset="-122"/>
                <a:cs typeface="Segoe UI" pitchFamily="34" charset="-120"/>
              </a:rPr>
              <a:t>Tricode</a:t>
            </a:r>
            <a:r>
              <a:rPr lang="en-US" sz="2400">
                <a:solidFill>
                  <a:srgbClr val="000000"/>
                </a:solidFill>
                <a:latin typeface="Segoe UI" pitchFamily="34" charset="0"/>
                <a:ea typeface="Segoe UI" pitchFamily="34" charset="-122"/>
                <a:cs typeface="Segoe UI" pitchFamily="34" charset="-120"/>
              </a:rPr>
              <a:t> </a:t>
            </a:r>
            <a:r>
              <a:rPr lang="en-US" sz="2400" err="1">
                <a:solidFill>
                  <a:srgbClr val="000000"/>
                </a:solidFill>
                <a:latin typeface="Segoe UI" pitchFamily="34" charset="0"/>
                <a:ea typeface="Segoe UI" pitchFamily="34" charset="-122"/>
                <a:cs typeface="Segoe UI" pitchFamily="34" charset="-120"/>
              </a:rPr>
              <a:t>Inovasi</a:t>
            </a:r>
            <a:r>
              <a:rPr lang="en-US" sz="2400">
                <a:solidFill>
                  <a:srgbClr val="000000"/>
                </a:solidFill>
                <a:latin typeface="Segoe UI" pitchFamily="34" charset="0"/>
                <a:ea typeface="Segoe UI" pitchFamily="34" charset="-122"/>
                <a:cs typeface="Segoe UI" pitchFamily="34" charset="-120"/>
              </a:rPr>
              <a:t> </a:t>
            </a:r>
            <a:r>
              <a:rPr lang="en-US" sz="2400" err="1">
                <a:solidFill>
                  <a:srgbClr val="000000"/>
                </a:solidFill>
                <a:latin typeface="Segoe UI" pitchFamily="34" charset="0"/>
                <a:ea typeface="Segoe UI" pitchFamily="34" charset="-122"/>
                <a:cs typeface="Segoe UI" pitchFamily="34" charset="-120"/>
              </a:rPr>
              <a:t>Teknologi</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West Java-based provider specializing in electronic security systems and building automation solutions.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10" name="Table 0"/>
          <p:cNvGraphicFramePr>
            <a:graphicFrameLocks noGrp="1"/>
          </p:cNvGraphicFramePr>
          <p:nvPr>
            <p:extLst>
              <p:ext uri="{D42A27DB-BD31-4B8C-83A1-F6EECF244321}">
                <p14:modId xmlns:p14="http://schemas.microsoft.com/office/powerpoint/2010/main" val="3007590652"/>
              </p:ext>
            </p:extLst>
          </p:nvPr>
        </p:nvGraphicFramePr>
        <p:xfrm>
          <a:off x="338328" y="1691639"/>
          <a:ext cx="5577840" cy="4401185"/>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24451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chemeClr val="tx1"/>
                          </a:solidFill>
                          <a:latin typeface="Segoe UI" panose="020B0502040204020203" pitchFamily="34" charset="0"/>
                          <a:ea typeface="Segoe UI" pitchFamily="34" charset="-122"/>
                          <a:cs typeface="Segoe UI" panose="020B0502040204020203" pitchFamily="34" charset="0"/>
                          <a:hlinkClick r:id="rId4" tooltip="Visit company website">
                            <a:extLst>
                              <a:ext uri="{A12FA001-AC4F-418D-AE19-62706E023703}">
                                <ahyp:hlinkClr xmlns:ahyp="http://schemas.microsoft.com/office/drawing/2018/hyperlinkcolor" val="tx"/>
                              </a:ext>
                            </a:extLst>
                          </a:hlinkClick>
                        </a:rPr>
                        <a:t>Tricode Inovasi Teknologi</a:t>
                      </a:r>
                      <a:endParaRPr lang="en-US" sz="14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24451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anose="020B0502040204020203" pitchFamily="34" charset="0"/>
                          <a:ea typeface="Segoe UI" pitchFamily="34" charset="-122"/>
                          <a:cs typeface="Segoe UI" panose="020B0502040204020203" pitchFamily="34" charset="0"/>
                        </a:rPr>
                        <a:t>2015</a:t>
                      </a:r>
                      <a:endParaRPr lang="en-US" sz="14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24451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anose="020B0502040204020203" pitchFamily="34" charset="0"/>
                          <a:ea typeface="Segoe UI" pitchFamily="34" charset="-122"/>
                          <a:cs typeface="Segoe UI" panose="020B0502040204020203" pitchFamily="34" charset="0"/>
                        </a:rPr>
                        <a:t>West Java, Indonesia</a:t>
                      </a:r>
                      <a:endParaRPr lang="en-US" sz="14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3353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anose="020B0502040204020203" pitchFamily="34" charset="0"/>
                          <a:ea typeface="Segoe UI" pitchFamily="34" charset="-122"/>
                          <a:cs typeface="Segoe UI" panose="020B0502040204020203" pitchFamily="34" charset="0"/>
                        </a:rPr>
                        <a:t>Install and maintain electronic security systems including access control systems, alarm systems, and building automation systems</a:t>
                      </a:r>
                      <a:endParaRPr kumimoji="1" lang="en-US" sz="140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48902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Principal Partners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anose="020B0502040204020203" pitchFamily="34" charset="0"/>
                          <a:ea typeface="Segoe UI" pitchFamily="34" charset="-122"/>
                          <a:cs typeface="Segoe UI" panose="020B0502040204020203" pitchFamily="34" charset="0"/>
                        </a:rPr>
                        <a:t>Gallagher, Hikvision, NX Witness, Motorola, Hytera</a:t>
                      </a:r>
                      <a:endParaRPr kumimoji="1" lang="en-US" sz="140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r h="244510">
                <a:tc>
                  <a:txBody>
                    <a:bodyPr/>
                    <a:lstStyle/>
                    <a:p>
                      <a:pPr marL="0" indent="0" algn="ctr">
                        <a:buNone/>
                      </a:pPr>
                      <a:r>
                        <a:rPr lang="en-US" sz="1400">
                          <a:solidFill>
                            <a:schemeClr val="bg1"/>
                          </a:solidFill>
                          <a:latin typeface="Segoe UI" charset="0"/>
                          <a:ea typeface="Segoe UI" charset="0"/>
                          <a:cs typeface="Segoe UI" charset="0"/>
                        </a:rPr>
                        <a:t>Key Metrics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anose="020B0502040204020203" pitchFamily="34" charset="0"/>
                          <a:ea typeface="Segoe UI" charset="0"/>
                          <a:cs typeface="Segoe UI" panose="020B0502040204020203" pitchFamily="34" charset="0"/>
                        </a:rPr>
                        <a:t>700 CCTV installed from 125 projects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4112412557"/>
                  </a:ext>
                </a:extLst>
              </a:tr>
              <a:tr h="2200593">
                <a:tc>
                  <a:txBody>
                    <a:bodyPr/>
                    <a:lstStyle/>
                    <a:p>
                      <a:pPr marL="0" indent="0" algn="ctr">
                        <a:buNone/>
                      </a:pPr>
                      <a:r>
                        <a:rPr lang="en-US" sz="140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Energy: : Amman Mineral, INPEX, ENI, Husky-CNOOC Madura, Donggi Senoro, Nusa Halmahera</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Engineering: Nippon Koei, Abipraya, Tenpo Planning, Tepat Guna</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Government: Australian Embassy Jakarta, VFS Global</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Industrial: Stanley, Daihatsu Motor, Ichii</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Others: EPTCO, Bevananda</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862018950"/>
                  </a:ext>
                </a:extLst>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4241389339"/>
              </p:ext>
            </p:extLst>
          </p:nvPr>
        </p:nvGraphicFramePr>
        <p:xfrm>
          <a:off x="6272784" y="1746504"/>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Control</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integrated access control with CCTV integration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Alarm Systems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Alarm Systems, intrusion detection and emergency response</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Building Automation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Building Automation Systems, automated building operations and security</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Perimeter Security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PIDS, perimeter monitoring and protection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Real-time Tracking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POBTS, RTLS, real-time tracking for personnel safety, asset/personnel tracking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Visitor &amp; Monitoring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VMS, Online Alarm Monitoring &amp; Response, visitor access protocols, remote monitoring and response</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47472" y="6097380"/>
            <a:ext cx="11430000" cy="493776"/>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Note: BOARD (POB), RTLS (Real-time Location Systems), VMS (Visitor Management Systems), PIDS (Perimeter Intrusion Detection Systems), POBTS (Personnel On Board Tracking Systems)</a:t>
            </a:r>
            <a:endParaRPr lang="en-US" sz="1000"/>
          </a:p>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pic>
        <p:nvPicPr>
          <p:cNvPr id="13" name="Picture 12">
            <a:extLst>
              <a:ext uri="{FF2B5EF4-FFF2-40B4-BE49-F238E27FC236}">
                <a16:creationId xmlns:a16="http://schemas.microsoft.com/office/drawing/2014/main" id="{348F545D-2C26-49EA-E417-221F8096CBFB}"/>
              </a:ext>
            </a:extLst>
          </p:cNvPr>
          <p:cNvPicPr>
            <a:picLocks noChangeAspect="1"/>
          </p:cNvPicPr>
          <p:nvPr/>
        </p:nvPicPr>
        <p:blipFill>
          <a:blip r:embed="rId5" cstate="screen">
            <a:extLst>
              <a:ext uri="{28A0092B-C50C-407E-A947-70E740481C1C}">
                <a14:useLocalDpi xmlns:a14="http://schemas.microsoft.com/office/drawing/2010/main"/>
              </a:ext>
            </a:extLst>
          </a:blip>
          <a:srcRect l="12441" t="6100"/>
          <a:stretch>
            <a:fillRect/>
          </a:stretch>
        </p:blipFill>
        <p:spPr>
          <a:xfrm>
            <a:off x="11039301" y="201168"/>
            <a:ext cx="525029" cy="50292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D0D17-0DE2-7C72-839B-8A7A49726AD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C1F000A-27D5-4BEC-027C-0519A9F325ED}"/>
              </a:ext>
            </a:extLst>
          </p:cNvPr>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10. Solusi Integrasi </a:t>
            </a:r>
            <a:r>
              <a:rPr lang="en-US" sz="2400" err="1">
                <a:solidFill>
                  <a:srgbClr val="000000"/>
                </a:solidFill>
                <a:latin typeface="Segoe UI" pitchFamily="34" charset="0"/>
                <a:ea typeface="Segoe UI" pitchFamily="34" charset="-122"/>
                <a:cs typeface="Segoe UI" pitchFamily="34" charset="-120"/>
              </a:rPr>
              <a:t>Terkini</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East Java-based company specializing in IT procurement and maintenance services along with security product distribution.</a:t>
            </a:r>
            <a:endParaRPr lang="en-US" sz="2400"/>
          </a:p>
        </p:txBody>
      </p:sp>
      <p:pic>
        <p:nvPicPr>
          <p:cNvPr id="3" name="Image 0" descr="preencoded.png">
            <a:extLst>
              <a:ext uri="{FF2B5EF4-FFF2-40B4-BE49-F238E27FC236}">
                <a16:creationId xmlns:a16="http://schemas.microsoft.com/office/drawing/2014/main" id="{C3024E61-29DB-ACA4-E25B-211C85B16CFD}"/>
              </a:ext>
            </a:extLst>
          </p:cNvPr>
          <p:cNvPicPr>
            <a:picLocks noChangeAspect="1"/>
          </p:cNvPicPr>
          <p:nvPr/>
        </p:nvPicPr>
        <p:blipFill>
          <a:blip r:embed="rId3"/>
          <a:stretch>
            <a:fillRect/>
          </a:stretch>
        </p:blipFill>
        <p:spPr>
          <a:xfrm>
            <a:off x="9729216" y="201168"/>
            <a:ext cx="758952" cy="502920"/>
          </a:xfrm>
          <a:prstGeom prst="rect">
            <a:avLst/>
          </a:prstGeom>
        </p:spPr>
      </p:pic>
      <p:sp>
        <p:nvSpPr>
          <p:cNvPr id="4" name="Shape 1">
            <a:extLst>
              <a:ext uri="{FF2B5EF4-FFF2-40B4-BE49-F238E27FC236}">
                <a16:creationId xmlns:a16="http://schemas.microsoft.com/office/drawing/2014/main" id="{C93E926D-BDFE-5F5D-F3F6-6F8304DADCEA}"/>
              </a:ext>
            </a:extLst>
          </p:cNvPr>
          <p:cNvSpPr/>
          <p:nvPr/>
        </p:nvSpPr>
        <p:spPr>
          <a:xfrm>
            <a:off x="9729216" y="201168"/>
            <a:ext cx="758952" cy="502920"/>
          </a:xfrm>
          <a:prstGeom prst="rect">
            <a:avLst/>
          </a:prstGeom>
          <a:ln w="12700">
            <a:solidFill>
              <a:srgbClr val="000000"/>
            </a:solidFill>
            <a:prstDash val="solid"/>
          </a:ln>
        </p:spPr>
        <p:txBody>
          <a:bodyPr/>
          <a:lstStyle/>
          <a:p>
            <a:endParaRPr lang="en-MY"/>
          </a:p>
        </p:txBody>
      </p:sp>
      <p:sp>
        <p:nvSpPr>
          <p:cNvPr id="6" name="Text 2">
            <a:extLst>
              <a:ext uri="{FF2B5EF4-FFF2-40B4-BE49-F238E27FC236}">
                <a16:creationId xmlns:a16="http://schemas.microsoft.com/office/drawing/2014/main" id="{24D4D597-CECC-B8DE-8DD8-AE30E6BB91B4}"/>
              </a:ext>
            </a:extLst>
          </p:cNvPr>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a:extLst>
              <a:ext uri="{FF2B5EF4-FFF2-40B4-BE49-F238E27FC236}">
                <a16:creationId xmlns:a16="http://schemas.microsoft.com/office/drawing/2014/main" id="{468BC5F8-55D1-0F08-7D54-8F69E0AF18F7}"/>
              </a:ext>
            </a:extLst>
          </p:cNvPr>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a:extLst>
              <a:ext uri="{FF2B5EF4-FFF2-40B4-BE49-F238E27FC236}">
                <a16:creationId xmlns:a16="http://schemas.microsoft.com/office/drawing/2014/main" id="{DC04D053-D82F-443E-F63B-8D5898FB21DE}"/>
              </a:ext>
            </a:extLst>
          </p:cNvPr>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a:t>
            </a:r>
            <a:endParaRPr lang="en-US" sz="1400"/>
          </a:p>
        </p:txBody>
      </p:sp>
      <p:sp>
        <p:nvSpPr>
          <p:cNvPr id="9" name="Shape 5">
            <a:extLst>
              <a:ext uri="{FF2B5EF4-FFF2-40B4-BE49-F238E27FC236}">
                <a16:creationId xmlns:a16="http://schemas.microsoft.com/office/drawing/2014/main" id="{5AC2DFAC-3419-FDAC-A3E2-6C6F7199377F}"/>
              </a:ext>
            </a:extLst>
          </p:cNvPr>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10" name="Table 0">
            <a:extLst>
              <a:ext uri="{FF2B5EF4-FFF2-40B4-BE49-F238E27FC236}">
                <a16:creationId xmlns:a16="http://schemas.microsoft.com/office/drawing/2014/main" id="{35FAD65E-FFEA-336A-E023-DEE951497679}"/>
              </a:ext>
            </a:extLst>
          </p:cNvPr>
          <p:cNvGraphicFramePr>
            <a:graphicFrameLocks noGrp="1"/>
          </p:cNvGraphicFramePr>
          <p:nvPr>
            <p:extLst>
              <p:ext uri="{D42A27DB-BD31-4B8C-83A1-F6EECF244321}">
                <p14:modId xmlns:p14="http://schemas.microsoft.com/office/powerpoint/2010/main" val="1130433625"/>
              </p:ext>
            </p:extLst>
          </p:nvPr>
        </p:nvGraphicFramePr>
        <p:xfrm>
          <a:off x="338328" y="1691641"/>
          <a:ext cx="5577840" cy="4401184"/>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258893">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chemeClr val="tx1"/>
                          </a:solidFill>
                          <a:latin typeface="Segoe UI" panose="020B0502040204020203" pitchFamily="34" charset="0"/>
                          <a:ea typeface="Segoe UI" pitchFamily="34" charset="-122"/>
                          <a:cs typeface="Segoe UI" panose="020B0502040204020203" pitchFamily="34" charset="0"/>
                          <a:hlinkClick r:id="rId4" tooltip="Visit company website">
                            <a:extLst>
                              <a:ext uri="{A12FA001-AC4F-418D-AE19-62706E023703}">
                                <ahyp:hlinkClr xmlns:ahyp="http://schemas.microsoft.com/office/drawing/2018/hyperlinkcolor" val="tx"/>
                              </a:ext>
                            </a:extLst>
                          </a:hlinkClick>
                        </a:rPr>
                        <a:t>Solusi Integrasi Terkini</a:t>
                      </a:r>
                      <a:endParaRPr lang="en-US" sz="14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258893">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anose="020B0502040204020203" pitchFamily="34" charset="0"/>
                          <a:ea typeface="Segoe UI" pitchFamily="34" charset="-122"/>
                          <a:cs typeface="Segoe UI" panose="020B0502040204020203" pitchFamily="34" charset="0"/>
                        </a:rPr>
                        <a:t>2014</a:t>
                      </a:r>
                      <a:endParaRPr lang="en-US" sz="14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258893">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anose="020B0502040204020203" pitchFamily="34" charset="0"/>
                          <a:ea typeface="Segoe UI" pitchFamily="34" charset="-122"/>
                          <a:cs typeface="Segoe UI" panose="020B0502040204020203" pitchFamily="34" charset="0"/>
                        </a:rPr>
                        <a:t>East Java, Indonesia</a:t>
                      </a:r>
                      <a:endParaRPr lang="en-US" sz="14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51778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anose="020B0502040204020203" pitchFamily="34" charset="0"/>
                          <a:ea typeface="Segoe UI" pitchFamily="34" charset="-122"/>
                          <a:cs typeface="Segoe UI" panose="020B0502040204020203" pitchFamily="34" charset="0"/>
                        </a:rPr>
                        <a:t>Distribute, install and maintain CCTV systems, access control systems, and smart home solutions</a:t>
                      </a:r>
                      <a:endParaRPr kumimoji="1" lang="en-US" sz="140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51778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Principal Partners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anose="020B0502040204020203" pitchFamily="34" charset="0"/>
                          <a:ea typeface="Segoe UI" charset="0"/>
                          <a:cs typeface="Segoe UI" panose="020B0502040204020203" pitchFamily="34" charset="0"/>
                        </a:rPr>
                        <a:t>Hikvision, Dahua, Ezviz, Imou, TP link, Ruijie, Kassen, Zimm, ZKT eco, Hilook, Fingerspot, HSAirpo</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r h="2588933">
                <a:tc>
                  <a:txBody>
                    <a:bodyPr/>
                    <a:lstStyle/>
                    <a:p>
                      <a:pPr marL="0" indent="0" algn="ctr">
                        <a:buNone/>
                      </a:pPr>
                      <a:r>
                        <a:rPr lang="en-US" sz="140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Retail &amp; Commercial: SPBU Pertamina (Jatim), Delta Sari Waru, Central Cargo Jatim, Wisata Aone Trawas</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Industrial: Widjaja Aneka Tasa, Mestika Nusantara, Novocomplast, Loscam, Frontec Agritama</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Financial Services: Bank DKI, Bank Raya, BPR Sidoarjo</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Government: Badan Kepegawaian Daerah, Kominfo Surabaya, TNI AL Perak</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Education: Sekolah MINU, SMAK Untung Suropati</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118903037"/>
                  </a:ext>
                </a:extLst>
              </a:tr>
            </a:tbl>
          </a:graphicData>
        </a:graphic>
      </p:graphicFrame>
      <p:graphicFrame>
        <p:nvGraphicFramePr>
          <p:cNvPr id="19" name="Table 1">
            <a:extLst>
              <a:ext uri="{FF2B5EF4-FFF2-40B4-BE49-F238E27FC236}">
                <a16:creationId xmlns:a16="http://schemas.microsoft.com/office/drawing/2014/main" id="{E165E28A-FD8E-BC1C-7031-9E7ADD0CD5CC}"/>
              </a:ext>
            </a:extLst>
          </p:cNvPr>
          <p:cNvGraphicFramePr>
            <a:graphicFrameLocks noGrp="1"/>
          </p:cNvGraphicFramePr>
          <p:nvPr>
            <p:extLst>
              <p:ext uri="{D42A27DB-BD31-4B8C-83A1-F6EECF244321}">
                <p14:modId xmlns:p14="http://schemas.microsoft.com/office/powerpoint/2010/main" val="3463267692"/>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CCTV</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CCTV, surveillance for residential, commercial, industrial sites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Control</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 security for offices, hotels, residential areas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Smart Home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Smart Home Solutions, automated security and home management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Workforce &amp; Retail Systems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Attendance Machine, POS Systems, biometric/RFID tracking, cash register systems for retail/hospitality</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Barriers &amp; Parking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Barrier Gates, parking and restricted-area access control</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75156101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Communications &amp; Control</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IP-PBX, Command Center, enterprise telephony, integrated monitoring and security control platforms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920047643"/>
                  </a:ext>
                </a:extLst>
              </a:tr>
            </a:tbl>
          </a:graphicData>
        </a:graphic>
      </p:graphicFrame>
      <p:sp>
        <p:nvSpPr>
          <p:cNvPr id="12" name="Text 6">
            <a:extLst>
              <a:ext uri="{FF2B5EF4-FFF2-40B4-BE49-F238E27FC236}">
                <a16:creationId xmlns:a16="http://schemas.microsoft.com/office/drawing/2014/main" id="{4B136A0A-ABEA-B8AF-CE45-4B46B6D7479D}"/>
              </a:ext>
            </a:extLst>
          </p:cNvPr>
          <p:cNvSpPr/>
          <p:nvPr/>
        </p:nvSpPr>
        <p:spPr>
          <a:xfrm>
            <a:off x="347472" y="6190485"/>
            <a:ext cx="11430000" cy="493776"/>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pic>
        <p:nvPicPr>
          <p:cNvPr id="14" name="Picture 13">
            <a:extLst>
              <a:ext uri="{FF2B5EF4-FFF2-40B4-BE49-F238E27FC236}">
                <a16:creationId xmlns:a16="http://schemas.microsoft.com/office/drawing/2014/main" id="{232713E1-182D-65C8-D1C8-C14EC0787DF9}"/>
              </a:ext>
            </a:extLst>
          </p:cNvPr>
          <p:cNvPicPr>
            <a:picLocks noChangeAspect="1"/>
          </p:cNvPicPr>
          <p:nvPr/>
        </p:nvPicPr>
        <p:blipFill>
          <a:blip r:embed="rId5"/>
          <a:stretch>
            <a:fillRect/>
          </a:stretch>
        </p:blipFill>
        <p:spPr>
          <a:xfrm>
            <a:off x="10834365" y="112452"/>
            <a:ext cx="943107" cy="638264"/>
          </a:xfrm>
          <a:prstGeom prst="rect">
            <a:avLst/>
          </a:prstGeom>
        </p:spPr>
      </p:pic>
    </p:spTree>
    <p:extLst>
      <p:ext uri="{BB962C8B-B14F-4D97-AF65-F5344CB8AC3E}">
        <p14:creationId xmlns:p14="http://schemas.microsoft.com/office/powerpoint/2010/main" val="27471411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11. </a:t>
            </a:r>
            <a:r>
              <a:rPr lang="en-US" sz="2400" err="1">
                <a:solidFill>
                  <a:srgbClr val="000000"/>
                </a:solidFill>
                <a:latin typeface="Segoe UI" pitchFamily="34" charset="0"/>
                <a:ea typeface="Segoe UI" pitchFamily="34" charset="-122"/>
                <a:cs typeface="Segoe UI" pitchFamily="34" charset="-120"/>
              </a:rPr>
              <a:t>Securisafe</a:t>
            </a:r>
            <a:r>
              <a:rPr lang="en-US" sz="2400">
                <a:solidFill>
                  <a:srgbClr val="000000"/>
                </a:solidFill>
                <a:latin typeface="Segoe UI" pitchFamily="34" charset="0"/>
                <a:ea typeface="Segoe UI" pitchFamily="34" charset="-122"/>
                <a:cs typeface="Segoe UI" pitchFamily="34" charset="-120"/>
              </a:rPr>
              <a:t> Indo Prima</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Banten-based company specializing in integrated security solutions and data networking products.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064240" y="109728"/>
            <a:ext cx="640080" cy="64008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11" name="Table 0"/>
          <p:cNvGraphicFramePr>
            <a:graphicFrameLocks noGrp="1"/>
          </p:cNvGraphicFramePr>
          <p:nvPr>
            <p:extLst>
              <p:ext uri="{D42A27DB-BD31-4B8C-83A1-F6EECF244321}">
                <p14:modId xmlns:p14="http://schemas.microsoft.com/office/powerpoint/2010/main" val="4082634756"/>
              </p:ext>
            </p:extLst>
          </p:nvPr>
        </p:nvGraphicFramePr>
        <p:xfrm>
          <a:off x="338328" y="1691641"/>
          <a:ext cx="5577840" cy="440118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24451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chemeClr val="tx1"/>
                          </a:solidFill>
                          <a:latin typeface="Segoe UI" panose="020B0502040204020203" pitchFamily="34" charset="0"/>
                          <a:ea typeface="Segoe UI" pitchFamily="34" charset="-122"/>
                          <a:cs typeface="Segoe UI" panose="020B0502040204020203" pitchFamily="34" charset="0"/>
                          <a:hlinkClick r:id="rId5" tooltip="Visit company website">
                            <a:extLst>
                              <a:ext uri="{A12FA001-AC4F-418D-AE19-62706E023703}">
                                <ahyp:hlinkClr xmlns:ahyp="http://schemas.microsoft.com/office/drawing/2018/hyperlinkcolor" val="tx"/>
                              </a:ext>
                            </a:extLst>
                          </a:hlinkClick>
                        </a:rPr>
                        <a:t>Securisafe Indo Prima</a:t>
                      </a:r>
                      <a:endParaRPr lang="en-US" sz="14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24451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anose="020B0502040204020203" pitchFamily="34" charset="0"/>
                          <a:ea typeface="Segoe UI" pitchFamily="34" charset="-122"/>
                          <a:cs typeface="Segoe UI" panose="020B0502040204020203" pitchFamily="34" charset="0"/>
                        </a:rPr>
                        <a:t>2009</a:t>
                      </a:r>
                      <a:endParaRPr lang="en-US" sz="14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24451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anose="020B0502040204020203" pitchFamily="34" charset="0"/>
                          <a:ea typeface="Segoe UI" pitchFamily="34" charset="-122"/>
                          <a:cs typeface="Segoe UI" panose="020B0502040204020203" pitchFamily="34" charset="0"/>
                        </a:rPr>
                        <a:t>Jakarta, Indonesia</a:t>
                      </a:r>
                      <a:endParaRPr lang="en-US" sz="14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122255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solidFill>
                            <a:schemeClr val="tx1"/>
                          </a:solidFill>
                          <a:latin typeface="Segoe UI" panose="020B0502040204020203" pitchFamily="34" charset="0"/>
                          <a:ea typeface="Segoe UI" pitchFamily="34" charset="-122"/>
                          <a:cs typeface="Segoe UI" panose="020B0502040204020203" pitchFamily="34" charset="0"/>
                        </a:rPr>
                        <a:t>Provide integrated security solutions including electronic surveillance, access control, and fire protection</a:t>
                      </a:r>
                      <a:endParaRPr kumimoji="1" lang="en-US" sz="1400" kern="1200">
                        <a:solidFill>
                          <a:schemeClr val="tx1"/>
                        </a:solidFill>
                        <a:latin typeface="Segoe UI" panose="020B0502040204020203" pitchFamily="34" charset="0"/>
                        <a:ea typeface="Segoe UI" charset="0"/>
                        <a:cs typeface="Segoe UI" panose="020B0502040204020203" pitchFamily="34" charset="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chemeClr val="tx1"/>
                          </a:solidFill>
                          <a:latin typeface="Segoe UI" panose="020B0502040204020203" pitchFamily="34" charset="0"/>
                          <a:ea typeface="Segoe UI" pitchFamily="34" charset="-122"/>
                          <a:cs typeface="Segoe UI" panose="020B0502040204020203" pitchFamily="34" charset="0"/>
                        </a:rPr>
                        <a:t>Distribute data networking products for industrial applications</a:t>
                      </a:r>
                      <a:endParaRPr kumimoji="1" lang="en-US" sz="140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489020">
                <a:tc>
                  <a:txBody>
                    <a:bodyPr/>
                    <a:lstStyle/>
                    <a:p>
                      <a:pPr marL="0" indent="0" algn="ctr">
                        <a:buNone/>
                      </a:pPr>
                      <a:r>
                        <a:rPr lang="en-US" sz="1400">
                          <a:solidFill>
                            <a:schemeClr val="bg1"/>
                          </a:solidFill>
                          <a:latin typeface="Segoe UI" charset="0"/>
                          <a:ea typeface="Segoe UI" charset="0"/>
                          <a:cs typeface="Segoe UI" charset="0"/>
                        </a:rPr>
                        <a:t>Principal Partners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anose="020B0502040204020203" pitchFamily="34" charset="0"/>
                          <a:ea typeface="Segoe UI" charset="0"/>
                          <a:cs typeface="Segoe UI" panose="020B0502040204020203" pitchFamily="34" charset="0"/>
                        </a:rPr>
                        <a:t>Cisco, Commscape, Draka, Prysmian, Sevo Systems, Honeywell, Bostex</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069296917"/>
                  </a:ext>
                </a:extLst>
              </a:tr>
              <a:tr h="1956081">
                <a:tc>
                  <a:txBody>
                    <a:bodyPr/>
                    <a:lstStyle/>
                    <a:p>
                      <a:pPr marL="0" indent="0" algn="ctr">
                        <a:buNone/>
                      </a:pPr>
                      <a:r>
                        <a:rPr lang="en-US" sz="140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Financial Services &amp; Professional Services: Asia Finance, Bank BRI, Sun Life Financial, Bloomberg, Blackbear, Aora</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Energy, Industrial &amp; Technology: PJB, Navigat Energy, Enduro, Nokia, OTIS</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Aviation, Government &amp; Consumer: Sky Aviation, Assosiasi Pilot Garuda, Lapan, Kementerian Perhubungan Republik, Betadine, Martha Tilaar</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46999625"/>
                  </a:ext>
                </a:extLst>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835377432"/>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Electronic 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CCTV cameras, intruder alarms, video over IP</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&amp; Monitoring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Biometrics, centralized command center, remote monitoring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Fire Detection &amp; Alarms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ASD, intelligent smoke detectors, fire detection and alarm systems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Fire Suppression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NOVEC 1230 suppression, conventional and addressable detection panels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Data &amp; Wireless Networks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LAN/WAN, industrial/enterprise Ethernet, wireless secure data communication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Cabling &amp; Control Room</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Structured cabling, indoor/outdoor fibre backbone, control room infrastructure, centralized monitoring systems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47472" y="6181341"/>
            <a:ext cx="11430000" cy="493776"/>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12. </a:t>
            </a:r>
            <a:r>
              <a:rPr lang="en-US" sz="2400" err="1">
                <a:solidFill>
                  <a:srgbClr val="000000"/>
                </a:solidFill>
                <a:latin typeface="Segoe UI" pitchFamily="34" charset="0"/>
                <a:ea typeface="Segoe UI" pitchFamily="34" charset="-122"/>
                <a:cs typeface="Segoe UI" pitchFamily="34" charset="-120"/>
              </a:rPr>
              <a:t>Sekuriti</a:t>
            </a:r>
            <a:r>
              <a:rPr lang="en-US" sz="2400">
                <a:solidFill>
                  <a:srgbClr val="000000"/>
                </a:solidFill>
                <a:latin typeface="Segoe UI" pitchFamily="34" charset="0"/>
                <a:ea typeface="Segoe UI" pitchFamily="34" charset="-122"/>
                <a:cs typeface="Segoe UI" pitchFamily="34" charset="-120"/>
              </a:rPr>
              <a:t> </a:t>
            </a:r>
            <a:r>
              <a:rPr lang="en-US" sz="2400" err="1">
                <a:solidFill>
                  <a:srgbClr val="000000"/>
                </a:solidFill>
                <a:latin typeface="Segoe UI" pitchFamily="34" charset="0"/>
                <a:ea typeface="Segoe UI" pitchFamily="34" charset="-122"/>
                <a:cs typeface="Segoe UI" pitchFamily="34" charset="-120"/>
              </a:rPr>
              <a:t>Properti</a:t>
            </a:r>
            <a:r>
              <a:rPr lang="en-US" sz="2400">
                <a:solidFill>
                  <a:srgbClr val="000000"/>
                </a:solidFill>
                <a:latin typeface="Segoe UI" pitchFamily="34" charset="0"/>
                <a:ea typeface="Segoe UI" pitchFamily="34" charset="-122"/>
                <a:cs typeface="Segoe UI" pitchFamily="34" charset="-120"/>
              </a:rPr>
              <a:t> Indonesia</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Jakarta-based company specializing in security systems including fire alarms, video surveillance, and access control.</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12" name="Table 0"/>
          <p:cNvGraphicFramePr>
            <a:graphicFrameLocks noGrp="1"/>
          </p:cNvGraphicFramePr>
          <p:nvPr>
            <p:extLst>
              <p:ext uri="{D42A27DB-BD31-4B8C-83A1-F6EECF244321}">
                <p14:modId xmlns:p14="http://schemas.microsoft.com/office/powerpoint/2010/main" val="3775936756"/>
              </p:ext>
            </p:extLst>
          </p:nvPr>
        </p:nvGraphicFramePr>
        <p:xfrm>
          <a:off x="338328" y="1691639"/>
          <a:ext cx="5577840" cy="4401184"/>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91998">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chemeClr val="tx1"/>
                          </a:solidFill>
                          <a:latin typeface="Segoe UI" pitchFamily="34" charset="0"/>
                          <a:ea typeface="Segoe UI" pitchFamily="34" charset="-122"/>
                          <a:cs typeface="Segoe UI" pitchFamily="34" charset="-120"/>
                          <a:hlinkClick r:id="rId4" tooltip="Visit company website">
                            <a:extLst>
                              <a:ext uri="{A12FA001-AC4F-418D-AE19-62706E023703}">
                                <ahyp:hlinkClr xmlns:ahyp="http://schemas.microsoft.com/office/drawing/2018/hyperlinkcolor" val="tx"/>
                              </a:ext>
                            </a:extLst>
                          </a:hlinkClick>
                        </a:rPr>
                        <a:t>Sekuriti Properti Indonesia</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791998">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Jakarta Pusat, Indonesia</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91998">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itchFamily="34" charset="0"/>
                          <a:ea typeface="Segoe UI" pitchFamily="34" charset="-122"/>
                          <a:cs typeface="Segoe UI" pitchFamily="34" charset="-120"/>
                        </a:rPr>
                        <a:t>Design, install and maintain access control system, fire alarm systems and video surveillance</a:t>
                      </a:r>
                      <a:endParaRPr kumimoji="1" lang="en-US" sz="1400" kern="1200">
                        <a:solidFill>
                          <a:schemeClr val="tx1"/>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91998">
                <a:tc>
                  <a:txBody>
                    <a:bodyPr/>
                    <a:lstStyle/>
                    <a:p>
                      <a:pPr marL="0" indent="0" algn="ctr">
                        <a:buNone/>
                      </a:pPr>
                      <a:r>
                        <a:rPr lang="en-US" sz="1400">
                          <a:solidFill>
                            <a:schemeClr val="bg1"/>
                          </a:solidFill>
                          <a:latin typeface="Segoe UI" charset="0"/>
                          <a:ea typeface="Segoe UI" charset="0"/>
                          <a:cs typeface="Segoe UI" charset="0"/>
                        </a:rPr>
                        <a:t>Principal Partners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itchFamily="34" charset="0"/>
                          <a:ea typeface="Segoe UI" charset="0"/>
                          <a:cs typeface="Segoe UI" pitchFamily="34" charset="-120"/>
                        </a:rPr>
                        <a:t>BOSCH</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463089693"/>
                  </a:ext>
                </a:extLst>
              </a:tr>
              <a:tr h="1233192">
                <a:tc>
                  <a:txBody>
                    <a:bodyPr/>
                    <a:lstStyle/>
                    <a:p>
                      <a:pPr marL="0" indent="0" algn="ctr">
                        <a:buNone/>
                      </a:pPr>
                      <a:r>
                        <a:rPr lang="en-US" sz="1400" dirty="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dirty="0">
                          <a:solidFill>
                            <a:schemeClr val="tx1"/>
                          </a:solidFill>
                          <a:latin typeface="Segoe UI" pitchFamily="34" charset="0"/>
                          <a:ea typeface="Segoe UI" charset="0"/>
                          <a:cs typeface="Segoe UI" pitchFamily="34" charset="-120"/>
                        </a:rPr>
                        <a:t>Radisson Hotel</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dirty="0">
                          <a:solidFill>
                            <a:schemeClr val="tx1"/>
                          </a:solidFill>
                          <a:latin typeface="Segoe UI" pitchFamily="34" charset="0"/>
                          <a:ea typeface="Segoe UI" charset="0"/>
                          <a:cs typeface="Segoe UI" pitchFamily="34" charset="-120"/>
                        </a:rPr>
                        <a:t>GT Tire (Circuit Proving Ground)</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dirty="0">
                          <a:solidFill>
                            <a:schemeClr val="tx1"/>
                          </a:solidFill>
                          <a:latin typeface="Segoe UI" pitchFamily="34" charset="0"/>
                          <a:ea typeface="Segoe UI" charset="0"/>
                          <a:cs typeface="Segoe UI" pitchFamily="34" charset="-120"/>
                        </a:rPr>
                        <a:t>Soekarno Hatta Tangerang Airport, </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dirty="0">
                          <a:solidFill>
                            <a:schemeClr val="tx1"/>
                          </a:solidFill>
                          <a:latin typeface="Segoe UI" pitchFamily="34" charset="0"/>
                          <a:ea typeface="Segoe UI" charset="0"/>
                          <a:cs typeface="Segoe UI" pitchFamily="34" charset="-120"/>
                        </a:rPr>
                        <a:t>Hospital South </a:t>
                      </a:r>
                      <a:r>
                        <a:rPr kumimoji="1" lang="en-US" sz="1400" kern="1200" dirty="0" err="1">
                          <a:solidFill>
                            <a:schemeClr val="tx1"/>
                          </a:solidFill>
                          <a:latin typeface="Segoe UI" pitchFamily="34" charset="0"/>
                          <a:ea typeface="Segoe UI" charset="0"/>
                          <a:cs typeface="Segoe UI" pitchFamily="34" charset="-120"/>
                        </a:rPr>
                        <a:t>Sulawasi</a:t>
                      </a:r>
                      <a:endParaRPr kumimoji="1" lang="en-US" sz="1400" kern="1200" dirty="0">
                        <a:solidFill>
                          <a:schemeClr val="tx1"/>
                        </a:solidFill>
                        <a:latin typeface="Segoe UI" pitchFamily="34" charset="0"/>
                        <a:ea typeface="Segoe UI" charset="0"/>
                        <a:cs typeface="Segoe UI" pitchFamily="34" charset="-12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dirty="0" err="1">
                          <a:solidFill>
                            <a:schemeClr val="tx1"/>
                          </a:solidFill>
                          <a:latin typeface="Segoe UI" pitchFamily="34" charset="0"/>
                          <a:ea typeface="Segoe UI" charset="0"/>
                          <a:cs typeface="Segoe UI" pitchFamily="34" charset="-120"/>
                        </a:rPr>
                        <a:t>Mandiri</a:t>
                      </a:r>
                      <a:r>
                        <a:rPr kumimoji="1" lang="en-US" sz="1400" kern="1200" dirty="0">
                          <a:solidFill>
                            <a:schemeClr val="tx1"/>
                          </a:solidFill>
                          <a:latin typeface="Segoe UI" pitchFamily="34" charset="0"/>
                          <a:ea typeface="Segoe UI" charset="0"/>
                          <a:cs typeface="Segoe UI" pitchFamily="34" charset="-120"/>
                        </a:rPr>
                        <a:t> Bank</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17748473"/>
                  </a:ext>
                </a:extLst>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3153583684"/>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Fire Alarms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Fire Alarm Systems, design, installation, maintenance, automatic detectors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Video 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Video Surveillance, IP cameras, analog CCTV, monitoring solutions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Control</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custom-designed entry control</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Intrusion Alarms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Intruder Alarm Systems, design, installation, maintenance</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PA &amp; Conferencing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Public Address Systems, Conference Systems, installation and maintenance for communication systems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CCTV Recording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CCTV Systems, NVR Systems, CCTV design/monitoring, DIVAR IP 3000/7000 HD video management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0" name="Text 6"/>
          <p:cNvSpPr/>
          <p:nvPr/>
        </p:nvSpPr>
        <p:spPr>
          <a:xfrm>
            <a:off x="381000" y="6147685"/>
            <a:ext cx="11430000" cy="364846"/>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Note: NVR (Network Video Recorder)</a:t>
            </a:r>
            <a:endParaRPr lang="en-US" sz="1000"/>
          </a:p>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pic>
        <p:nvPicPr>
          <p:cNvPr id="13" name="Picture 12">
            <a:extLst>
              <a:ext uri="{FF2B5EF4-FFF2-40B4-BE49-F238E27FC236}">
                <a16:creationId xmlns:a16="http://schemas.microsoft.com/office/drawing/2014/main" id="{C584F171-D200-BBAF-6D83-241E47F9AFD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672615" y="290605"/>
            <a:ext cx="1171913" cy="424423"/>
          </a:xfrm>
          <a:prstGeom prst="rect">
            <a:avLst/>
          </a:prstGeom>
        </p:spPr>
      </p:pic>
      <p:pic>
        <p:nvPicPr>
          <p:cNvPr id="14" name="Picture 13">
            <a:extLst>
              <a:ext uri="{FF2B5EF4-FFF2-40B4-BE49-F238E27FC236}">
                <a16:creationId xmlns:a16="http://schemas.microsoft.com/office/drawing/2014/main" id="{853EA56B-3CD7-B54C-3FB3-39D10D00EEA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597155" y="279665"/>
            <a:ext cx="1171913" cy="42442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13. </a:t>
            </a:r>
            <a:r>
              <a:rPr lang="en-US" sz="2400" err="1">
                <a:solidFill>
                  <a:srgbClr val="000000"/>
                </a:solidFill>
                <a:latin typeface="Segoe UI" pitchFamily="34" charset="0"/>
                <a:ea typeface="Segoe UI" pitchFamily="34" charset="-122"/>
                <a:cs typeface="Segoe UI" pitchFamily="34" charset="-120"/>
              </a:rPr>
              <a:t>Titantek</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North Sumatra-based contractor specializing in security systems and installations.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0838134" y="115470"/>
            <a:ext cx="689955" cy="659332"/>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13" name="Table 0"/>
          <p:cNvGraphicFramePr>
            <a:graphicFrameLocks noGrp="1"/>
          </p:cNvGraphicFramePr>
          <p:nvPr>
            <p:extLst>
              <p:ext uri="{D42A27DB-BD31-4B8C-83A1-F6EECF244321}">
                <p14:modId xmlns:p14="http://schemas.microsoft.com/office/powerpoint/2010/main" val="1216055496"/>
              </p:ext>
            </p:extLst>
          </p:nvPr>
        </p:nvGraphicFramePr>
        <p:xfrm>
          <a:off x="338328" y="1691639"/>
          <a:ext cx="5577840" cy="440118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259433">
                <a:tc>
                  <a:txBody>
                    <a:bodyPr/>
                    <a:lstStyle/>
                    <a:p>
                      <a:pPr marL="0" indent="0" algn="ctr">
                        <a:buNone/>
                      </a:pPr>
                      <a:r>
                        <a:rPr lang="en-US" sz="1400" dirty="0">
                          <a:solidFill>
                            <a:srgbClr val="FFFFFF"/>
                          </a:solidFill>
                          <a:latin typeface="Segoe UI" pitchFamily="34" charset="0"/>
                          <a:ea typeface="Segoe UI" pitchFamily="34" charset="-122"/>
                          <a:cs typeface="Segoe UI" pitchFamily="34" charset="-120"/>
                        </a:rPr>
                        <a:t>Name</a:t>
                      </a:r>
                      <a:endParaRPr lang="en-US" sz="1400" dirty="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chemeClr val="tx1"/>
                          </a:solidFill>
                          <a:latin typeface="Segoe UI" panose="020B0502040204020203" pitchFamily="34" charset="0"/>
                          <a:ea typeface="Segoe UI" pitchFamily="34" charset="-122"/>
                          <a:cs typeface="Segoe UI" panose="020B0502040204020203" pitchFamily="34" charset="0"/>
                          <a:hlinkClick r:id="rId5" tooltip="Visit company website">
                            <a:extLst>
                              <a:ext uri="{A12FA001-AC4F-418D-AE19-62706E023703}">
                                <ahyp:hlinkClr xmlns:ahyp="http://schemas.microsoft.com/office/drawing/2018/hyperlinkcolor" val="tx"/>
                              </a:ext>
                            </a:extLst>
                          </a:hlinkClick>
                        </a:rPr>
                        <a:t>Titantek</a:t>
                      </a:r>
                      <a:endParaRPr lang="en-US" sz="14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1370229">
                <a:tc>
                  <a:txBody>
                    <a:bodyPr/>
                    <a:lstStyle/>
                    <a:p>
                      <a:pPr marL="0" indent="0" algn="ctr">
                        <a:buNone/>
                      </a:pPr>
                      <a:r>
                        <a:rPr lang="en-US" sz="1400">
                          <a:solidFill>
                            <a:srgbClr val="FFFFFF"/>
                          </a:solidFill>
                          <a:latin typeface="Segoe UI" pitchFamily="34" charset="0"/>
                          <a:ea typeface="Segoe UI" charset="0"/>
                          <a:cs typeface="Segoe UI" pitchFamily="34" charset="-120"/>
                        </a:rPr>
                        <a:t>Location</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solidFill>
                            <a:schemeClr val="tx1"/>
                          </a:solidFill>
                          <a:latin typeface="Segoe UI" panose="020B0502040204020203" pitchFamily="34" charset="0"/>
                          <a:ea typeface="Segoe UI" pitchFamily="34" charset="-122"/>
                          <a:cs typeface="Segoe UI" panose="020B0502040204020203" pitchFamily="34" charset="0"/>
                        </a:rPr>
                        <a:t>HQ</a:t>
                      </a:r>
                      <a:r>
                        <a:rPr kumimoji="1" lang="en-US" sz="1400" kern="1200">
                          <a:solidFill>
                            <a:schemeClr val="tx1"/>
                          </a:solidFill>
                          <a:latin typeface="Segoe UI" panose="020B0502040204020203" pitchFamily="34" charset="0"/>
                          <a:ea typeface="Segoe UI" pitchFamily="34" charset="-122"/>
                          <a:cs typeface="Segoe UI" panose="020B0502040204020203" pitchFamily="34" charset="0"/>
                        </a:rPr>
                        <a:t>: Medan City, Indonesia</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chemeClr val="tx1"/>
                          </a:solidFill>
                          <a:latin typeface="Segoe UI" panose="020B0502040204020203" pitchFamily="34" charset="0"/>
                          <a:ea typeface="Segoe UI" charset="0"/>
                          <a:cs typeface="Segoe UI" panose="020B0502040204020203" pitchFamily="34" charset="0"/>
                        </a:rPr>
                        <a:t>Branches:</a:t>
                      </a:r>
                    </a:p>
                    <a:p>
                      <a:pPr marL="438912" marR="91440" indent="-219456" algn="l" defTabSz="914400" rtl="0" eaLnBrk="1" fontAlgn="ctr" latinLnBrk="0" hangingPunct="1">
                        <a:lnSpc>
                          <a:spcPct val="100000"/>
                        </a:lnSpc>
                        <a:spcBef>
                          <a:spcPts val="0"/>
                        </a:spcBef>
                        <a:spcAft>
                          <a:spcPts val="0"/>
                        </a:spcAft>
                        <a:buClrTx/>
                        <a:buSzTx/>
                        <a:buFont typeface="Wingdings" panose="05000000000000000000" pitchFamily="2" charset="2"/>
                        <a:buChar char="Ø"/>
                        <a:tabLst/>
                        <a:defRPr/>
                      </a:pPr>
                      <a:r>
                        <a:rPr kumimoji="1" lang="en-US" sz="1400" kern="1200">
                          <a:solidFill>
                            <a:schemeClr val="tx1"/>
                          </a:solidFill>
                          <a:latin typeface="Segoe UI" panose="020B0502040204020203" pitchFamily="34" charset="0"/>
                          <a:ea typeface="Segoe UI" charset="0"/>
                          <a:cs typeface="Segoe UI" panose="020B0502040204020203" pitchFamily="34" charset="0"/>
                        </a:rPr>
                        <a:t>Depok, Jakarta</a:t>
                      </a:r>
                    </a:p>
                    <a:p>
                      <a:pPr marL="438912" marR="91440" indent="-219456" algn="l" defTabSz="914400" rtl="0" eaLnBrk="1" fontAlgn="ctr" latinLnBrk="0" hangingPunct="1">
                        <a:lnSpc>
                          <a:spcPct val="100000"/>
                        </a:lnSpc>
                        <a:spcBef>
                          <a:spcPts val="0"/>
                        </a:spcBef>
                        <a:spcAft>
                          <a:spcPts val="0"/>
                        </a:spcAft>
                        <a:buClrTx/>
                        <a:buSzTx/>
                        <a:buFont typeface="Wingdings" panose="05000000000000000000" pitchFamily="2" charset="2"/>
                        <a:buChar char="Ø"/>
                        <a:tabLst/>
                        <a:defRPr/>
                      </a:pPr>
                      <a:r>
                        <a:rPr kumimoji="1" lang="en-US" sz="1400" kern="1200">
                          <a:solidFill>
                            <a:schemeClr val="tx1"/>
                          </a:solidFill>
                          <a:latin typeface="Segoe UI" panose="020B0502040204020203" pitchFamily="34" charset="0"/>
                          <a:ea typeface="Segoe UI" charset="0"/>
                          <a:cs typeface="Segoe UI" panose="020B0502040204020203" pitchFamily="34" charset="0"/>
                        </a:rPr>
                        <a:t>Cengkareng, Jakarta</a:t>
                      </a:r>
                    </a:p>
                    <a:p>
                      <a:pPr marL="438912" marR="91440" indent="-219456" algn="l" defTabSz="914400" rtl="0" eaLnBrk="1" fontAlgn="ctr" latinLnBrk="0" hangingPunct="1">
                        <a:lnSpc>
                          <a:spcPct val="100000"/>
                        </a:lnSpc>
                        <a:spcBef>
                          <a:spcPts val="0"/>
                        </a:spcBef>
                        <a:spcAft>
                          <a:spcPts val="0"/>
                        </a:spcAft>
                        <a:buClrTx/>
                        <a:buSzTx/>
                        <a:buFont typeface="Wingdings" panose="05000000000000000000" pitchFamily="2" charset="2"/>
                        <a:buChar char="Ø"/>
                        <a:tabLst/>
                        <a:defRPr/>
                      </a:pPr>
                      <a:r>
                        <a:rPr kumimoji="1" lang="en-US" sz="1400" kern="1200">
                          <a:solidFill>
                            <a:schemeClr val="tx1"/>
                          </a:solidFill>
                          <a:latin typeface="Segoe UI" panose="020B0502040204020203" pitchFamily="34" charset="0"/>
                          <a:ea typeface="Segoe UI" charset="0"/>
                          <a:cs typeface="Segoe UI" panose="020B0502040204020203" pitchFamily="34" charset="0"/>
                        </a:rPr>
                        <a:t>Pelembang, South Sumatra</a:t>
                      </a:r>
                    </a:p>
                    <a:p>
                      <a:pPr marL="438912" marR="91440" indent="-219456" algn="l" defTabSz="914400" rtl="0" eaLnBrk="1" fontAlgn="ctr" latinLnBrk="0" hangingPunct="1">
                        <a:lnSpc>
                          <a:spcPct val="100000"/>
                        </a:lnSpc>
                        <a:spcBef>
                          <a:spcPts val="0"/>
                        </a:spcBef>
                        <a:spcAft>
                          <a:spcPts val="0"/>
                        </a:spcAft>
                        <a:buClrTx/>
                        <a:buSzTx/>
                        <a:buFont typeface="Wingdings" panose="05000000000000000000" pitchFamily="2" charset="2"/>
                        <a:buChar char="Ø"/>
                        <a:tabLst/>
                        <a:defRPr/>
                      </a:pPr>
                      <a:r>
                        <a:rPr kumimoji="1" lang="en-US" sz="1400" kern="1200">
                          <a:solidFill>
                            <a:schemeClr val="tx1"/>
                          </a:solidFill>
                          <a:latin typeface="Segoe UI" panose="020B0502040204020203" pitchFamily="34" charset="0"/>
                          <a:ea typeface="Segoe UI" charset="0"/>
                          <a:cs typeface="Segoe UI" panose="020B0502040204020203" pitchFamily="34" charset="0"/>
                        </a:rPr>
                        <a:t>Makassar, South Sulawesi</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685115">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anose="020B0502040204020203" pitchFamily="34" charset="0"/>
                          <a:ea typeface="Segoe UI" pitchFamily="34" charset="-122"/>
                          <a:cs typeface="Segoe UI" panose="020B0502040204020203" pitchFamily="34" charset="0"/>
                        </a:rPr>
                        <a:t>Provide security system installation services for factories, offices, shophouses &amp; housing in Medan, Deli Serdang, and all areas of North Sumatra</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259433">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Key Metrics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anose="020B0502040204020203" pitchFamily="34" charset="0"/>
                          <a:ea typeface="Segoe UI" pitchFamily="34" charset="-122"/>
                          <a:cs typeface="Segoe UI" panose="020B0502040204020203" pitchFamily="34" charset="0"/>
                        </a:rPr>
                        <a:t>100+ security system projects installed in Sumatra</a:t>
                      </a:r>
                      <a:endParaRPr kumimoji="1" lang="en-US" sz="140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456743">
                <a:tc>
                  <a:txBody>
                    <a:bodyPr/>
                    <a:lstStyle/>
                    <a:p>
                      <a:pPr marL="0" indent="0" algn="ctr">
                        <a:buNone/>
                      </a:pPr>
                      <a:r>
                        <a:rPr lang="en-US" sz="1400">
                          <a:solidFill>
                            <a:schemeClr val="bg1"/>
                          </a:solidFill>
                          <a:latin typeface="Segoe UI" charset="0"/>
                          <a:ea typeface="Segoe UI" charset="0"/>
                          <a:cs typeface="Segoe UI" charset="0"/>
                        </a:rPr>
                        <a:t>Principal Partners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lvl="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anose="020B0502040204020203" pitchFamily="34" charset="0"/>
                          <a:ea typeface="Segoe UI" charset="0"/>
                          <a:cs typeface="Segoe UI" panose="020B0502040204020203" pitchFamily="34" charset="0"/>
                        </a:rPr>
                        <a:t>Hikvision, Dahua, ZKTeco, Stedy, Philips, Ezviz, Albox Security, Deper</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205906189"/>
                  </a:ext>
                </a:extLst>
              </a:tr>
              <a:tr h="1370229">
                <a:tc>
                  <a:txBody>
                    <a:bodyPr/>
                    <a:lstStyle/>
                    <a:p>
                      <a:pPr marL="0" indent="0" algn="ctr">
                        <a:buNone/>
                      </a:pPr>
                      <a:r>
                        <a:rPr lang="en-US" sz="140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dirty="0">
                          <a:latin typeface="Segoe UI" panose="020B0502040204020203" pitchFamily="34" charset="0"/>
                          <a:cs typeface="Segoe UI" panose="020B0502040204020203" pitchFamily="34" charset="0"/>
                        </a:rPr>
                        <a:t>Financial Institutions: Bank </a:t>
                      </a:r>
                      <a:r>
                        <a:rPr lang="en-US" sz="1400" b="0" dirty="0" err="1">
                          <a:latin typeface="Segoe UI" panose="020B0502040204020203" pitchFamily="34" charset="0"/>
                          <a:cs typeface="Segoe UI" panose="020B0502040204020203" pitchFamily="34" charset="0"/>
                        </a:rPr>
                        <a:t>Danamon</a:t>
                      </a:r>
                      <a:r>
                        <a:rPr lang="en-US" sz="1400" b="0" dirty="0">
                          <a:latin typeface="Segoe UI" panose="020B0502040204020203" pitchFamily="34" charset="0"/>
                          <a:cs typeface="Segoe UI" panose="020B0502040204020203" pitchFamily="34" charset="0"/>
                        </a:rPr>
                        <a:t>, GUBSU, </a:t>
                      </a:r>
                      <a:r>
                        <a:rPr kumimoji="1" lang="en-US" sz="1400" kern="1200" dirty="0">
                          <a:solidFill>
                            <a:schemeClr val="tx1"/>
                          </a:solidFill>
                          <a:latin typeface="Segoe UI" pitchFamily="34" charset="0"/>
                          <a:cs typeface="Segoe UI" pitchFamily="34" charset="-120"/>
                        </a:rPr>
                        <a:t>PSMI</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dirty="0">
                          <a:solidFill>
                            <a:schemeClr val="tx1"/>
                          </a:solidFill>
                          <a:latin typeface="Segoe UI" pitchFamily="34" charset="0"/>
                          <a:cs typeface="Segoe UI" pitchFamily="34" charset="-120"/>
                        </a:rPr>
                        <a:t>Hospitality: Hotel </a:t>
                      </a:r>
                      <a:r>
                        <a:rPr kumimoji="1" lang="en-US" sz="1400" kern="1200" dirty="0" err="1">
                          <a:solidFill>
                            <a:schemeClr val="tx1"/>
                          </a:solidFill>
                          <a:latin typeface="Segoe UI" pitchFamily="34" charset="0"/>
                          <a:cs typeface="Segoe UI" pitchFamily="34" charset="-120"/>
                        </a:rPr>
                        <a:t>Sibayak</a:t>
                      </a:r>
                      <a:r>
                        <a:rPr kumimoji="1" lang="en-US" sz="1400" kern="1200" dirty="0">
                          <a:solidFill>
                            <a:schemeClr val="tx1"/>
                          </a:solidFill>
                          <a:latin typeface="Segoe UI" pitchFamily="34" charset="0"/>
                          <a:cs typeface="Segoe UI" pitchFamily="34" charset="-120"/>
                        </a:rPr>
                        <a:t>, OYO, Toba Beach Hotel</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dirty="0">
                          <a:solidFill>
                            <a:schemeClr val="tx1"/>
                          </a:solidFill>
                          <a:latin typeface="Segoe UI" pitchFamily="34" charset="0"/>
                          <a:cs typeface="Segoe UI" pitchFamily="34" charset="-120"/>
                        </a:rPr>
                        <a:t>Hospital: </a:t>
                      </a:r>
                      <a:r>
                        <a:rPr kumimoji="1" lang="en-US" sz="1400" kern="1200" dirty="0" err="1">
                          <a:solidFill>
                            <a:schemeClr val="tx1"/>
                          </a:solidFill>
                          <a:latin typeface="Segoe UI" pitchFamily="34" charset="0"/>
                          <a:cs typeface="Segoe UI" pitchFamily="34" charset="-120"/>
                        </a:rPr>
                        <a:t>Efarina</a:t>
                      </a:r>
                      <a:r>
                        <a:rPr kumimoji="1" lang="en-US" sz="1400" kern="1200" dirty="0">
                          <a:solidFill>
                            <a:schemeClr val="tx1"/>
                          </a:solidFill>
                          <a:latin typeface="Segoe UI" pitchFamily="34" charset="0"/>
                          <a:cs typeface="Segoe UI" pitchFamily="34" charset="-120"/>
                        </a:rPr>
                        <a:t> </a:t>
                      </a:r>
                      <a:r>
                        <a:rPr kumimoji="1" lang="en-US" sz="1400" kern="1200" dirty="0" err="1">
                          <a:solidFill>
                            <a:schemeClr val="tx1"/>
                          </a:solidFill>
                          <a:latin typeface="Segoe UI" pitchFamily="34" charset="0"/>
                          <a:cs typeface="Segoe UI" pitchFamily="34" charset="-120"/>
                        </a:rPr>
                        <a:t>Etaham</a:t>
                      </a:r>
                      <a:endParaRPr kumimoji="1" lang="en-US" sz="1400" kern="1200" dirty="0">
                        <a:solidFill>
                          <a:schemeClr val="tx1"/>
                        </a:solidFill>
                        <a:latin typeface="Segoe UI" pitchFamily="34" charset="0"/>
                        <a:cs typeface="Segoe UI" pitchFamily="34" charset="-120"/>
                      </a:endParaRP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dirty="0">
                          <a:solidFill>
                            <a:schemeClr val="tx1"/>
                          </a:solidFill>
                          <a:latin typeface="Segoe UI" pitchFamily="34" charset="0"/>
                          <a:cs typeface="Segoe UI" pitchFamily="34" charset="-120"/>
                        </a:rPr>
                        <a:t>Government: Kantor </a:t>
                      </a:r>
                      <a:r>
                        <a:rPr kumimoji="1" lang="en-US" sz="1400" kern="1200" dirty="0" err="1">
                          <a:solidFill>
                            <a:schemeClr val="tx1"/>
                          </a:solidFill>
                          <a:latin typeface="Segoe UI" pitchFamily="34" charset="0"/>
                          <a:cs typeface="Segoe UI" pitchFamily="34" charset="-120"/>
                        </a:rPr>
                        <a:t>Samsat</a:t>
                      </a:r>
                      <a:r>
                        <a:rPr kumimoji="1" lang="en-US" sz="1400" kern="1200" dirty="0">
                          <a:solidFill>
                            <a:schemeClr val="tx1"/>
                          </a:solidFill>
                          <a:latin typeface="Segoe UI" pitchFamily="34" charset="0"/>
                          <a:cs typeface="Segoe UI" pitchFamily="34" charset="-120"/>
                        </a:rPr>
                        <a:t> UPT </a:t>
                      </a:r>
                      <a:r>
                        <a:rPr kumimoji="1" lang="en-US" sz="1400" kern="1200" dirty="0" err="1">
                          <a:solidFill>
                            <a:schemeClr val="tx1"/>
                          </a:solidFill>
                          <a:latin typeface="Segoe UI" pitchFamily="34" charset="0"/>
                          <a:cs typeface="Segoe UI" pitchFamily="34" charset="-120"/>
                        </a:rPr>
                        <a:t>Dispendasu</a:t>
                      </a:r>
                      <a:r>
                        <a:rPr kumimoji="1" lang="en-US" sz="1400" kern="1200" dirty="0">
                          <a:solidFill>
                            <a:schemeClr val="tx1"/>
                          </a:solidFill>
                          <a:latin typeface="Segoe UI" pitchFamily="34" charset="0"/>
                          <a:cs typeface="Segoe UI" pitchFamily="34" charset="-120"/>
                        </a:rPr>
                        <a:t>, DPRK Aceh </a:t>
                      </a:r>
                      <a:r>
                        <a:rPr kumimoji="1" lang="en-US" sz="1400" kern="1200" dirty="0" err="1">
                          <a:solidFill>
                            <a:schemeClr val="tx1"/>
                          </a:solidFill>
                          <a:latin typeface="Segoe UI" pitchFamily="34" charset="0"/>
                          <a:cs typeface="Segoe UI" pitchFamily="34" charset="-120"/>
                        </a:rPr>
                        <a:t>Tamiang</a:t>
                      </a:r>
                      <a:endParaRPr kumimoji="1" lang="en-US" sz="1400" kern="1200" dirty="0">
                        <a:solidFill>
                          <a:schemeClr val="tx1"/>
                        </a:solidFill>
                        <a:latin typeface="Segoe UI" pitchFamily="34"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781389508"/>
                  </a:ext>
                </a:extLst>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4110687678"/>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CCTV &amp; IP Cameras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CCTV Systems, IP Cameras, HD surveillance, 4K cameras with analytics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Control</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RFID card-based entry for hotels and buildings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Smart Locks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Smart Locks, digital locking for wood/steel/aluminum doors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Vehicle Tracking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GPS Tracking Solutions, real-time tracking with playback</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Automated Entrances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Automatic Glass Doors, sensor-operated doors for commercial/residential use</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Parking &amp; In-vehicle Cameras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Parking Barriers, Dashcams, vehicle access barriers, in-vehicle recording for security</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47472" y="6098350"/>
            <a:ext cx="11430000" cy="493776"/>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Note: GUBSU (Kantor </a:t>
            </a:r>
            <a:r>
              <a:rPr lang="en-US" sz="1000" err="1">
                <a:solidFill>
                  <a:srgbClr val="000000"/>
                </a:solidFill>
                <a:latin typeface="Segoe UI" pitchFamily="34" charset="0"/>
                <a:ea typeface="Segoe UI" pitchFamily="34" charset="-122"/>
                <a:cs typeface="Segoe UI" pitchFamily="34" charset="-120"/>
              </a:rPr>
              <a:t>Gubernur</a:t>
            </a:r>
            <a:r>
              <a:rPr lang="en-US" sz="1000">
                <a:solidFill>
                  <a:srgbClr val="000000"/>
                </a:solidFill>
                <a:latin typeface="Segoe UI" pitchFamily="34" charset="0"/>
                <a:ea typeface="Segoe UI" pitchFamily="34" charset="-122"/>
                <a:cs typeface="Segoe UI" pitchFamily="34" charset="-120"/>
              </a:rPr>
              <a:t> Sumatera Utara), PSMI (</a:t>
            </a:r>
            <a:r>
              <a:rPr lang="en-US" sz="1000" err="1">
                <a:solidFill>
                  <a:srgbClr val="000000"/>
                </a:solidFill>
                <a:latin typeface="Segoe UI" pitchFamily="34" charset="0"/>
                <a:ea typeface="Segoe UI" pitchFamily="34" charset="-122"/>
                <a:cs typeface="Segoe UI" pitchFamily="34" charset="-120"/>
              </a:rPr>
              <a:t>Pemukasakti</a:t>
            </a:r>
            <a:r>
              <a:rPr lang="en-US" sz="1000">
                <a:solidFill>
                  <a:srgbClr val="000000"/>
                </a:solidFill>
                <a:latin typeface="Segoe UI" pitchFamily="34" charset="0"/>
                <a:ea typeface="Segoe UI" pitchFamily="34" charset="-122"/>
                <a:cs typeface="Segoe UI" pitchFamily="34" charset="-120"/>
              </a:rPr>
              <a:t> </a:t>
            </a:r>
            <a:r>
              <a:rPr lang="en-US" sz="1000" err="1">
                <a:solidFill>
                  <a:srgbClr val="000000"/>
                </a:solidFill>
                <a:latin typeface="Segoe UI" pitchFamily="34" charset="0"/>
                <a:ea typeface="Segoe UI" pitchFamily="34" charset="-122"/>
                <a:cs typeface="Segoe UI" pitchFamily="34" charset="-120"/>
              </a:rPr>
              <a:t>Manisindah</a:t>
            </a:r>
            <a:r>
              <a:rPr lang="en-US" sz="1000">
                <a:solidFill>
                  <a:srgbClr val="000000"/>
                </a:solidFill>
                <a:latin typeface="Segoe UI" pitchFamily="34" charset="0"/>
                <a:ea typeface="Segoe UI" pitchFamily="34" charset="-122"/>
                <a:cs typeface="Segoe UI" pitchFamily="34" charset="-120"/>
              </a:rPr>
              <a:t>), DPRK (Dewan </a:t>
            </a:r>
            <a:r>
              <a:rPr lang="en-US" sz="1000" err="1">
                <a:solidFill>
                  <a:srgbClr val="000000"/>
                </a:solidFill>
                <a:latin typeface="Segoe UI" pitchFamily="34" charset="0"/>
                <a:ea typeface="Segoe UI" pitchFamily="34" charset="-122"/>
                <a:cs typeface="Segoe UI" pitchFamily="34" charset="-120"/>
              </a:rPr>
              <a:t>Perwakilan</a:t>
            </a:r>
            <a:r>
              <a:rPr lang="en-US" sz="1000">
                <a:solidFill>
                  <a:srgbClr val="000000"/>
                </a:solidFill>
                <a:latin typeface="Segoe UI" pitchFamily="34" charset="0"/>
                <a:ea typeface="Segoe UI" pitchFamily="34" charset="-122"/>
                <a:cs typeface="Segoe UI" pitchFamily="34" charset="-120"/>
              </a:rPr>
              <a:t> Rakyat </a:t>
            </a:r>
            <a:r>
              <a:rPr lang="en-US" sz="1000" err="1">
                <a:solidFill>
                  <a:srgbClr val="000000"/>
                </a:solidFill>
                <a:latin typeface="Segoe UI" pitchFamily="34" charset="0"/>
                <a:ea typeface="Segoe UI" pitchFamily="34" charset="-122"/>
                <a:cs typeface="Segoe UI" pitchFamily="34" charset="-120"/>
              </a:rPr>
              <a:t>Kabupaten</a:t>
            </a:r>
            <a:r>
              <a:rPr lang="en-US" sz="1000">
                <a:solidFill>
                  <a:srgbClr val="000000"/>
                </a:solidFill>
                <a:latin typeface="Segoe UI" pitchFamily="34" charset="0"/>
                <a:ea typeface="Segoe UI" pitchFamily="34" charset="-122"/>
                <a:cs typeface="Segoe UI" pitchFamily="34" charset="-120"/>
              </a:rPr>
              <a:t>), </a:t>
            </a:r>
            <a:br>
              <a:rPr lang="en-US" sz="1000">
                <a:solidFill>
                  <a:srgbClr val="000000"/>
                </a:solidFill>
                <a:highlight>
                  <a:srgbClr val="FFFF00"/>
                </a:highlight>
                <a:latin typeface="Segoe UI" pitchFamily="34" charset="0"/>
                <a:ea typeface="Segoe UI" pitchFamily="34" charset="-122"/>
                <a:cs typeface="Segoe UI" pitchFamily="34" charset="-120"/>
              </a:rPr>
            </a:b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14. </a:t>
            </a:r>
            <a:r>
              <a:rPr lang="en-US" sz="2400" err="1">
                <a:solidFill>
                  <a:srgbClr val="000000"/>
                </a:solidFill>
                <a:latin typeface="Segoe UI" pitchFamily="34" charset="0"/>
                <a:ea typeface="Segoe UI" pitchFamily="34" charset="-122"/>
                <a:cs typeface="Segoe UI" pitchFamily="34" charset="-120"/>
              </a:rPr>
              <a:t>Lumbatech</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Indonesia-based distributor specializing in security systems and related services.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064240" y="109728"/>
            <a:ext cx="640080" cy="64008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14" name="Table 0"/>
          <p:cNvGraphicFramePr>
            <a:graphicFrameLocks noGrp="1"/>
          </p:cNvGraphicFramePr>
          <p:nvPr>
            <p:extLst>
              <p:ext uri="{D42A27DB-BD31-4B8C-83A1-F6EECF244321}">
                <p14:modId xmlns:p14="http://schemas.microsoft.com/office/powerpoint/2010/main" val="414776347"/>
              </p:ext>
            </p:extLst>
          </p:nvPr>
        </p:nvGraphicFramePr>
        <p:xfrm>
          <a:off x="338328" y="1691639"/>
          <a:ext cx="5577840" cy="4401184"/>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110029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chemeClr val="tx1"/>
                          </a:solidFill>
                          <a:latin typeface="Segoe UI" pitchFamily="34" charset="0"/>
                          <a:ea typeface="Segoe UI" pitchFamily="34" charset="-122"/>
                          <a:cs typeface="Segoe UI" pitchFamily="34" charset="-120"/>
                          <a:hlinkClick r:id="rId5" tooltip="Visit company website">
                            <a:extLst>
                              <a:ext uri="{A12FA001-AC4F-418D-AE19-62706E023703}">
                                <ahyp:hlinkClr xmlns:ahyp="http://schemas.microsoft.com/office/drawing/2018/hyperlinkcolor" val="tx"/>
                              </a:ext>
                            </a:extLst>
                          </a:hlinkClick>
                        </a:rPr>
                        <a:t>Lumbatech</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110029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Location</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dirty="0">
                          <a:solidFill>
                            <a:schemeClr val="tx1"/>
                          </a:solidFill>
                          <a:latin typeface="Segoe UI" pitchFamily="34" charset="0"/>
                          <a:ea typeface="Segoe UI" pitchFamily="34" charset="-122"/>
                          <a:cs typeface="Segoe UI" pitchFamily="34" charset="-120"/>
                        </a:rPr>
                        <a:t>HQ</a:t>
                      </a:r>
                      <a:r>
                        <a:rPr kumimoji="1" lang="en-US" sz="1400" kern="1200" dirty="0">
                          <a:solidFill>
                            <a:schemeClr val="tx1"/>
                          </a:solidFill>
                          <a:latin typeface="Segoe UI" pitchFamily="34" charset="0"/>
                          <a:ea typeface="Segoe UI" pitchFamily="34" charset="-122"/>
                          <a:cs typeface="Segoe UI" pitchFamily="34" charset="-120"/>
                        </a:rPr>
                        <a:t>: Jakarta Selatan, Indonesia</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dirty="0">
                          <a:solidFill>
                            <a:schemeClr val="tx1"/>
                          </a:solidFill>
                          <a:latin typeface="Segoe UI" pitchFamily="34" charset="0"/>
                          <a:ea typeface="Segoe UI" charset="0"/>
                          <a:cs typeface="Segoe UI" pitchFamily="34" charset="-120"/>
                        </a:rPr>
                        <a:t>Branches: Bekasi </a:t>
                      </a:r>
                      <a:r>
                        <a:rPr lang="en-US" sz="1400" dirty="0">
                          <a:solidFill>
                            <a:schemeClr val="tx1"/>
                          </a:solidFill>
                          <a:latin typeface="Segoe UI" pitchFamily="34" charset="0"/>
                          <a:ea typeface="Segoe UI" charset="0"/>
                          <a:cs typeface="Segoe UI" pitchFamily="34" charset="-120"/>
                        </a:rPr>
                        <a:t>and Malang, Indonesia</a:t>
                      </a:r>
                      <a:endParaRPr lang="en-US" sz="1400" dirty="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110029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dirty="0">
                          <a:solidFill>
                            <a:schemeClr val="tx1"/>
                          </a:solidFill>
                          <a:latin typeface="Segoe UI" pitchFamily="34" charset="0"/>
                          <a:ea typeface="Segoe UI" pitchFamily="34" charset="-122"/>
                          <a:cs typeface="Segoe UI" pitchFamily="34" charset="-120"/>
                        </a:rPr>
                        <a:t>Distribute security systems including digital door locks, access control systems, and CCTV</a:t>
                      </a:r>
                      <a:endParaRPr kumimoji="1" lang="en-US" sz="1400" kern="1200" dirty="0">
                        <a:solidFill>
                          <a:schemeClr val="tx1"/>
                        </a:solidFill>
                        <a:latin typeface="Segoe UI" pitchFamily="34" charset="0"/>
                        <a:ea typeface="Segoe UI" charset="0"/>
                        <a:cs typeface="Segoe UI" pitchFamily="34" charset="-12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dirty="0">
                          <a:solidFill>
                            <a:schemeClr val="tx1"/>
                          </a:solidFill>
                          <a:latin typeface="Segoe UI" pitchFamily="34" charset="0"/>
                          <a:ea typeface="Segoe UI" pitchFamily="34" charset="-122"/>
                          <a:cs typeface="Segoe UI" pitchFamily="34" charset="-120"/>
                        </a:rPr>
                        <a:t>Provide installation services for residential and commercial security applications</a:t>
                      </a:r>
                      <a:endParaRPr kumimoji="1" lang="en-US" sz="1400" kern="1200" dirty="0">
                        <a:solidFill>
                          <a:schemeClr val="tx1"/>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1100296">
                <a:tc>
                  <a:txBody>
                    <a:bodyPr/>
                    <a:lstStyle/>
                    <a:p>
                      <a:pPr marL="0" indent="0" algn="ctr">
                        <a:buNone/>
                      </a:pPr>
                      <a:r>
                        <a:rPr lang="en-US" sz="1400">
                          <a:solidFill>
                            <a:schemeClr val="bg1"/>
                          </a:solidFill>
                          <a:latin typeface="Segoe UI" charset="0"/>
                          <a:ea typeface="Segoe UI" charset="0"/>
                          <a:cs typeface="Segoe UI" charset="0"/>
                        </a:rPr>
                        <a:t>Principal Partners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lvl="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dirty="0">
                          <a:solidFill>
                            <a:schemeClr val="tx1"/>
                          </a:solidFill>
                          <a:latin typeface="Segoe UI" pitchFamily="34" charset="0"/>
                          <a:ea typeface="Segoe UI" charset="0"/>
                          <a:cs typeface="Segoe UI" pitchFamily="34" charset="-120"/>
                        </a:rPr>
                        <a:t>Samsung, Panasonic, Supreme, Epic, Kend, </a:t>
                      </a:r>
                      <a:r>
                        <a:rPr kumimoji="1" lang="en-US" sz="1400" kern="1200" dirty="0" err="1">
                          <a:solidFill>
                            <a:schemeClr val="tx1"/>
                          </a:solidFill>
                          <a:latin typeface="Segoe UI" pitchFamily="34" charset="0"/>
                          <a:ea typeface="Segoe UI" charset="0"/>
                          <a:cs typeface="Segoe UI" pitchFamily="34" charset="-120"/>
                        </a:rPr>
                        <a:t>Colcom</a:t>
                      </a:r>
                      <a:r>
                        <a:rPr kumimoji="1" lang="en-US" sz="1400" kern="1200" dirty="0">
                          <a:solidFill>
                            <a:schemeClr val="tx1"/>
                          </a:solidFill>
                          <a:latin typeface="Segoe UI" pitchFamily="34" charset="0"/>
                          <a:ea typeface="Segoe UI" charset="0"/>
                          <a:cs typeface="Segoe UI" pitchFamily="34" charset="-120"/>
                        </a:rPr>
                        <a:t>, </a:t>
                      </a:r>
                      <a:r>
                        <a:rPr kumimoji="1" lang="en-US" sz="1400" kern="1200" dirty="0" err="1">
                          <a:solidFill>
                            <a:schemeClr val="tx1"/>
                          </a:solidFill>
                          <a:latin typeface="Segoe UI" pitchFamily="34" charset="0"/>
                          <a:ea typeface="Segoe UI" charset="0"/>
                          <a:cs typeface="Segoe UI" pitchFamily="34" charset="-120"/>
                        </a:rPr>
                        <a:t>ZKTeco</a:t>
                      </a:r>
                      <a:r>
                        <a:rPr kumimoji="1" lang="en-US" sz="1400" kern="1200" dirty="0">
                          <a:solidFill>
                            <a:schemeClr val="tx1"/>
                          </a:solidFill>
                          <a:latin typeface="Segoe UI" pitchFamily="34" charset="0"/>
                          <a:ea typeface="Segoe UI" charset="0"/>
                          <a:cs typeface="Segoe UI" pitchFamily="34" charset="-120"/>
                        </a:rPr>
                        <a:t>, </a:t>
                      </a:r>
                      <a:r>
                        <a:rPr kumimoji="1" lang="en-US" sz="1400" kern="1200" dirty="0" err="1">
                          <a:solidFill>
                            <a:schemeClr val="tx1"/>
                          </a:solidFill>
                          <a:latin typeface="Segoe UI" pitchFamily="34" charset="0"/>
                          <a:ea typeface="Segoe UI" charset="0"/>
                          <a:cs typeface="Segoe UI" pitchFamily="34" charset="-120"/>
                        </a:rPr>
                        <a:t>Danalock</a:t>
                      </a:r>
                      <a:r>
                        <a:rPr kumimoji="1" lang="en-US" sz="1400" kern="1200" dirty="0">
                          <a:solidFill>
                            <a:schemeClr val="tx1"/>
                          </a:solidFill>
                          <a:latin typeface="Segoe UI" pitchFamily="34" charset="0"/>
                          <a:ea typeface="Segoe UI" charset="0"/>
                          <a:cs typeface="Segoe UI" pitchFamily="34" charset="-120"/>
                        </a:rPr>
                        <a:t>, </a:t>
                      </a:r>
                      <a:r>
                        <a:rPr kumimoji="1" lang="en-US" sz="1400" kern="1200" dirty="0" err="1">
                          <a:solidFill>
                            <a:schemeClr val="tx1"/>
                          </a:solidFill>
                          <a:latin typeface="Segoe UI" pitchFamily="34" charset="0"/>
                          <a:ea typeface="Segoe UI" charset="0"/>
                          <a:cs typeface="Segoe UI" pitchFamily="34" charset="-120"/>
                        </a:rPr>
                        <a:t>Keywe</a:t>
                      </a:r>
                      <a:r>
                        <a:rPr kumimoji="1" lang="en-US" sz="1400" kern="1200" dirty="0">
                          <a:solidFill>
                            <a:schemeClr val="tx1"/>
                          </a:solidFill>
                          <a:latin typeface="Segoe UI" pitchFamily="34" charset="0"/>
                          <a:ea typeface="Segoe UI" charset="0"/>
                          <a:cs typeface="Segoe UI" pitchFamily="34" charset="-120"/>
                        </a:rPr>
                        <a:t>, Yale, Came, </a:t>
                      </a:r>
                      <a:r>
                        <a:rPr kumimoji="1" lang="en-US" sz="1400" kern="1200" dirty="0" err="1">
                          <a:solidFill>
                            <a:schemeClr val="tx1"/>
                          </a:solidFill>
                          <a:latin typeface="Segoe UI" pitchFamily="34" charset="0"/>
                          <a:ea typeface="Segoe UI" charset="0"/>
                          <a:cs typeface="Segoe UI" pitchFamily="34" charset="-120"/>
                        </a:rPr>
                        <a:t>Lumbatech</a:t>
                      </a:r>
                      <a:r>
                        <a:rPr kumimoji="1" lang="en-US" sz="1400" kern="1200" dirty="0">
                          <a:solidFill>
                            <a:schemeClr val="tx1"/>
                          </a:solidFill>
                          <a:latin typeface="Segoe UI" pitchFamily="34" charset="0"/>
                          <a:ea typeface="Segoe UI" charset="0"/>
                          <a:cs typeface="Segoe UI" pitchFamily="34" charset="-120"/>
                        </a:rPr>
                        <a:t>, Rosslare, </a:t>
                      </a:r>
                      <a:r>
                        <a:rPr kumimoji="1" lang="en-US" sz="1400" kern="1200" dirty="0" err="1">
                          <a:solidFill>
                            <a:schemeClr val="tx1"/>
                          </a:solidFill>
                          <a:latin typeface="Segoe UI" pitchFamily="34" charset="0"/>
                          <a:ea typeface="Segoe UI" charset="0"/>
                          <a:cs typeface="Segoe UI" pitchFamily="34" charset="-120"/>
                        </a:rPr>
                        <a:t>Simplo</a:t>
                      </a:r>
                      <a:r>
                        <a:rPr kumimoji="1" lang="en-US" sz="1400" kern="1200" dirty="0">
                          <a:solidFill>
                            <a:schemeClr val="tx1"/>
                          </a:solidFill>
                          <a:latin typeface="Segoe UI" pitchFamily="34" charset="0"/>
                          <a:ea typeface="Segoe UI" charset="0"/>
                          <a:cs typeface="Segoe UI" pitchFamily="34" charset="-120"/>
                        </a:rPr>
                        <a:t>, Smiths Detection, </a:t>
                      </a:r>
                      <a:r>
                        <a:rPr kumimoji="1" lang="en-US" sz="1400" kern="1200" dirty="0" err="1">
                          <a:solidFill>
                            <a:schemeClr val="tx1"/>
                          </a:solidFill>
                          <a:latin typeface="Segoe UI" pitchFamily="34" charset="0"/>
                          <a:ea typeface="Segoe UI" charset="0"/>
                          <a:cs typeface="Segoe UI" pitchFamily="34" charset="-120"/>
                        </a:rPr>
                        <a:t>Holowits</a:t>
                      </a:r>
                      <a:r>
                        <a:rPr kumimoji="1" lang="en-US" sz="1400" kern="1200" dirty="0">
                          <a:solidFill>
                            <a:schemeClr val="tx1"/>
                          </a:solidFill>
                          <a:latin typeface="Segoe UI" pitchFamily="34" charset="0"/>
                          <a:ea typeface="Segoe UI" charset="0"/>
                          <a:cs typeface="Segoe UI" pitchFamily="34" charset="-120"/>
                        </a:rPr>
                        <a:t>, </a:t>
                      </a:r>
                      <a:r>
                        <a:rPr kumimoji="1" lang="en-US" sz="1400" kern="1200" dirty="0" err="1">
                          <a:solidFill>
                            <a:schemeClr val="tx1"/>
                          </a:solidFill>
                          <a:latin typeface="Segoe UI" pitchFamily="34" charset="0"/>
                          <a:ea typeface="Segoe UI" charset="0"/>
                          <a:cs typeface="Segoe UI" pitchFamily="34" charset="-120"/>
                        </a:rPr>
                        <a:t>Ebelco</a:t>
                      </a:r>
                      <a:endParaRPr kumimoji="1" lang="en-US" sz="1400" kern="1200" dirty="0">
                        <a:solidFill>
                          <a:schemeClr val="tx1"/>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27" name="Table 1"/>
          <p:cNvGraphicFramePr>
            <a:graphicFrameLocks noGrp="1"/>
          </p:cNvGraphicFramePr>
          <p:nvPr>
            <p:extLst>
              <p:ext uri="{D42A27DB-BD31-4B8C-83A1-F6EECF244321}">
                <p14:modId xmlns:p14="http://schemas.microsoft.com/office/powerpoint/2010/main" val="2315533519"/>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Smart Locks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Digital Door Locks, Smart Digital Door Lock </a:t>
                      </a:r>
                      <a:r>
                        <a:rPr lang="en-MY" sz="1400" err="1">
                          <a:latin typeface="Segoe UI" panose="020B0502040204020203" pitchFamily="34" charset="0"/>
                          <a:cs typeface="Segoe UI" panose="020B0502040204020203" pitchFamily="34" charset="0"/>
                        </a:rPr>
                        <a:t>Bioglass</a:t>
                      </a:r>
                      <a:r>
                        <a:rPr lang="en-MY" sz="1400">
                          <a:latin typeface="Segoe UI" panose="020B0502040204020203" pitchFamily="34" charset="0"/>
                          <a:cs typeface="Segoe UI" panose="020B0502040204020203" pitchFamily="34" charset="0"/>
                        </a:rPr>
                        <a:t>, fingerprint/PIN/card access locks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Control</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standalone and networked entry management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CCTV 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CCTV Systems, indoor/outdoor surveillance cameras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Attendance &amp; Biometrics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Biometric Attendance Machines, fingerprint/facial recognition attendance tracking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Service Call Buttons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Wireless Call Systems, call buttons for restaurants, hospitals, clinics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RFID &amp; Alarms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RFID Card Printing, Alarm Systems, RFID/proximity cards, vehicle/property anti-theft alarms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47472" y="6167892"/>
            <a:ext cx="11430000" cy="493776"/>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pic>
        <p:nvPicPr>
          <p:cNvPr id="11" name="Picture 10">
            <a:extLst>
              <a:ext uri="{FF2B5EF4-FFF2-40B4-BE49-F238E27FC236}">
                <a16:creationId xmlns:a16="http://schemas.microsoft.com/office/drawing/2014/main" id="{F56FFD60-19E8-FFB7-2DC5-E8DFCA3A0AF6}"/>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567087" y="358039"/>
            <a:ext cx="1257682" cy="2977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15. Multi </a:t>
            </a:r>
            <a:r>
              <a:rPr lang="en-US" sz="2400" err="1">
                <a:solidFill>
                  <a:srgbClr val="000000"/>
                </a:solidFill>
                <a:latin typeface="Segoe UI" pitchFamily="34" charset="0"/>
                <a:ea typeface="Segoe UI" pitchFamily="34" charset="-122"/>
                <a:cs typeface="Segoe UI" pitchFamily="34" charset="-120"/>
              </a:rPr>
              <a:t>Sistim</a:t>
            </a:r>
            <a:r>
              <a:rPr lang="en-US" sz="2400">
                <a:solidFill>
                  <a:srgbClr val="000000"/>
                </a:solidFill>
                <a:latin typeface="Segoe UI" pitchFamily="34" charset="0"/>
                <a:ea typeface="Segoe UI" pitchFamily="34" charset="-122"/>
                <a:cs typeface="Segoe UI" pitchFamily="34" charset="-120"/>
              </a:rPr>
              <a:t> </a:t>
            </a:r>
            <a:r>
              <a:rPr lang="en-US" sz="2400" err="1">
                <a:solidFill>
                  <a:srgbClr val="000000"/>
                </a:solidFill>
                <a:latin typeface="Segoe UI" pitchFamily="34" charset="0"/>
                <a:ea typeface="Segoe UI" pitchFamily="34" charset="-122"/>
                <a:cs typeface="Segoe UI" pitchFamily="34" charset="-120"/>
              </a:rPr>
              <a:t>Komunikasi</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Jakarta-based specialist in communication and electronics security systems serving various market segments across Indonesia.</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sp>
        <p:nvSpPr>
          <p:cNvPr id="5"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6"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7"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Principal Partners and Products</a:t>
            </a:r>
            <a:endParaRPr lang="en-US" sz="1400"/>
          </a:p>
        </p:txBody>
      </p:sp>
      <p:sp>
        <p:nvSpPr>
          <p:cNvPr id="8"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16" name="Table 0"/>
          <p:cNvGraphicFramePr>
            <a:graphicFrameLocks noGrp="1"/>
          </p:cNvGraphicFramePr>
          <p:nvPr>
            <p:extLst>
              <p:ext uri="{D42A27DB-BD31-4B8C-83A1-F6EECF244321}">
                <p14:modId xmlns:p14="http://schemas.microsoft.com/office/powerpoint/2010/main" val="2053635258"/>
              </p:ext>
            </p:extLst>
          </p:nvPr>
        </p:nvGraphicFramePr>
        <p:xfrm>
          <a:off x="338328" y="1691640"/>
          <a:ext cx="5577840" cy="4398324"/>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224231">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Name</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u="sng">
                          <a:solidFill>
                            <a:schemeClr val="tx1"/>
                          </a:solidFill>
                          <a:latin typeface="Segoe UI" panose="020B0502040204020203" pitchFamily="34" charset="0"/>
                          <a:ea typeface="Segoe UI" pitchFamily="34" charset="-122"/>
                          <a:cs typeface="Segoe UI" panose="020B0502040204020203" pitchFamily="34" charset="0"/>
                          <a:hlinkClick r:id="rId4" tooltip="Visit company website">
                            <a:extLst>
                              <a:ext uri="{A12FA001-AC4F-418D-AE19-62706E023703}">
                                <ahyp:hlinkClr xmlns:ahyp="http://schemas.microsoft.com/office/drawing/2018/hyperlinkcolor" val="tx"/>
                              </a:ext>
                            </a:extLst>
                          </a:hlinkClick>
                        </a:rPr>
                        <a:t>Multi Sistim Komunikasi</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224231">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Est. Year</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2002</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224231">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HQ</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Jakarta, Indonesia</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876619">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Business</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dirty="0">
                          <a:solidFill>
                            <a:schemeClr val="tx1"/>
                          </a:solidFill>
                          <a:latin typeface="Segoe UI" pitchFamily="34" charset="0"/>
                          <a:ea typeface="Segoe UI" pitchFamily="34" charset="-122"/>
                          <a:cs typeface="Segoe UI" panose="020B0502040204020203" pitchFamily="34" charset="0"/>
                        </a:rPr>
                        <a:t>Distribute communication and security solutions including CCTV systems, public address systems, and fire alarm systems for government, commercial, and industrial applications</a:t>
                      </a:r>
                      <a:endParaRPr kumimoji="1" lang="en-US" sz="1400" b="0" kern="1200" dirty="0">
                        <a:solidFill>
                          <a:schemeClr val="tx1"/>
                        </a:solidFill>
                        <a:latin typeface="Segoe UI"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28490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a:solidFill>
                            <a:srgbClr val="FFFFFF"/>
                          </a:solidFill>
                          <a:latin typeface="Segoe UI" pitchFamily="34" charset="0"/>
                          <a:ea typeface="Segoe UI" pitchFamily="34" charset="-122"/>
                          <a:cs typeface="Segoe UI" pitchFamily="34" charset="-120"/>
                        </a:rPr>
                        <a:t>Customers</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dirty="0">
                          <a:latin typeface="Segoe UI" pitchFamily="34" charset="0"/>
                          <a:cs typeface="Segoe UI" panose="020B0502040204020203" pitchFamily="34" charset="0"/>
                        </a:rPr>
                        <a:t>Oil &amp; Energy: Pertamina Hulu Energi Jambi </a:t>
                      </a:r>
                      <a:r>
                        <a:rPr lang="en-US" sz="1400" b="0" dirty="0" err="1">
                          <a:latin typeface="Segoe UI" pitchFamily="34" charset="0"/>
                          <a:cs typeface="Segoe UI" panose="020B0502040204020203" pitchFamily="34" charset="0"/>
                        </a:rPr>
                        <a:t>Merang</a:t>
                      </a:r>
                      <a:endParaRPr lang="en-US" sz="1400" b="0" dirty="0">
                        <a:latin typeface="Segoe UI" pitchFamily="34" charset="0"/>
                        <a:cs typeface="Segoe UI" panose="020B0502040204020203" pitchFamily="34" charset="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dirty="0">
                          <a:latin typeface="Segoe UI" pitchFamily="34" charset="0"/>
                          <a:cs typeface="Segoe UI" panose="020B0502040204020203" pitchFamily="34" charset="0"/>
                        </a:rPr>
                        <a:t>Tech &amp; Data: </a:t>
                      </a:r>
                      <a:r>
                        <a:rPr lang="en-US" sz="1400" b="0" dirty="0" err="1">
                          <a:latin typeface="Segoe UI" pitchFamily="34" charset="0"/>
                          <a:cs typeface="Segoe UI" panose="020B0502040204020203" pitchFamily="34" charset="0"/>
                        </a:rPr>
                        <a:t>IndoKeppel</a:t>
                      </a:r>
                      <a:r>
                        <a:rPr lang="en-US" sz="1400" b="0" dirty="0">
                          <a:latin typeface="Segoe UI" pitchFamily="34" charset="0"/>
                          <a:cs typeface="Segoe UI" panose="020B0502040204020203" pitchFamily="34" charset="0"/>
                        </a:rPr>
                        <a:t> Data Center – </a:t>
                      </a:r>
                      <a:r>
                        <a:rPr lang="en-US" sz="1400" b="0" dirty="0" err="1">
                          <a:latin typeface="Segoe UI" pitchFamily="34" charset="0"/>
                          <a:cs typeface="Segoe UI" panose="020B0502040204020203" pitchFamily="34" charset="0"/>
                        </a:rPr>
                        <a:t>Citeureup</a:t>
                      </a:r>
                      <a:r>
                        <a:rPr lang="en-US" sz="1400" b="0" dirty="0">
                          <a:latin typeface="Segoe UI" pitchFamily="34" charset="0"/>
                          <a:cs typeface="Segoe UI" panose="020B0502040204020203" pitchFamily="34" charset="0"/>
                        </a:rPr>
                        <a:t>, Amazon Web Services – Karawang</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dirty="0">
                          <a:latin typeface="Segoe UI" pitchFamily="34" charset="0"/>
                          <a:cs typeface="Segoe UI" panose="020B0502040204020203" pitchFamily="34" charset="0"/>
                        </a:rPr>
                        <a:t>Residential / Property: The </a:t>
                      </a:r>
                      <a:r>
                        <a:rPr lang="en-US" sz="1400" b="0" dirty="0" err="1">
                          <a:latin typeface="Segoe UI" pitchFamily="34" charset="0"/>
                          <a:cs typeface="Segoe UI" panose="020B0502040204020203" pitchFamily="34" charset="0"/>
                        </a:rPr>
                        <a:t>Pakubuwono</a:t>
                      </a:r>
                      <a:r>
                        <a:rPr lang="en-US" sz="1400" b="0" dirty="0">
                          <a:latin typeface="Segoe UI" pitchFamily="34" charset="0"/>
                          <a:cs typeface="Segoe UI" panose="020B0502040204020203" pitchFamily="34" charset="0"/>
                        </a:rPr>
                        <a:t> </a:t>
                      </a:r>
                      <a:r>
                        <a:rPr lang="en-US" sz="1400" b="0" dirty="0" err="1">
                          <a:latin typeface="Segoe UI" pitchFamily="34" charset="0"/>
                          <a:cs typeface="Segoe UI" panose="020B0502040204020203" pitchFamily="34" charset="0"/>
                        </a:rPr>
                        <a:t>Menteng</a:t>
                      </a:r>
                      <a:r>
                        <a:rPr lang="en-US" sz="1400" b="0" dirty="0">
                          <a:latin typeface="Segoe UI" pitchFamily="34" charset="0"/>
                          <a:cs typeface="Segoe UI" panose="020B0502040204020203" pitchFamily="34" charset="0"/>
                        </a:rPr>
                        <a:t>, </a:t>
                      </a:r>
                      <a:r>
                        <a:rPr lang="en-US" sz="1400" b="0" dirty="0" err="1">
                          <a:latin typeface="Segoe UI" pitchFamily="34" charset="0"/>
                          <a:cs typeface="Segoe UI" panose="020B0502040204020203" pitchFamily="34" charset="0"/>
                        </a:rPr>
                        <a:t>Arumaya</a:t>
                      </a:r>
                      <a:r>
                        <a:rPr lang="en-US" sz="1400" b="0" dirty="0">
                          <a:latin typeface="Segoe UI" pitchFamily="34" charset="0"/>
                          <a:cs typeface="Segoe UI" panose="020B0502040204020203" pitchFamily="34" charset="0"/>
                        </a:rPr>
                        <a:t> Residence, Apartment Verde Two, </a:t>
                      </a:r>
                      <a:r>
                        <a:rPr lang="en-US" sz="1400" b="0" dirty="0" err="1">
                          <a:latin typeface="Segoe UI" pitchFamily="34" charset="0"/>
                          <a:cs typeface="Segoe UI" panose="020B0502040204020203" pitchFamily="34" charset="0"/>
                        </a:rPr>
                        <a:t>Menteng</a:t>
                      </a:r>
                      <a:r>
                        <a:rPr lang="en-US" sz="1400" b="0" dirty="0">
                          <a:latin typeface="Segoe UI" pitchFamily="34" charset="0"/>
                          <a:cs typeface="Segoe UI" panose="020B0502040204020203" pitchFamily="34" charset="0"/>
                        </a:rPr>
                        <a:t> Park, Borneo Bay Residences, 1Park Avenue, Trivium Terrace, Providence Park Apartment, Cinere Terrace Suites</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dirty="0">
                          <a:latin typeface="Segoe UI" pitchFamily="34" charset="0"/>
                          <a:cs typeface="Segoe UI" panose="020B0502040204020203" pitchFamily="34" charset="0"/>
                        </a:rPr>
                        <a:t>Commercial / Office: 57 Promenade, </a:t>
                      </a:r>
                      <a:r>
                        <a:rPr lang="en-US" sz="1400" b="0" dirty="0" err="1">
                          <a:latin typeface="Segoe UI" pitchFamily="34" charset="0"/>
                          <a:cs typeface="Segoe UI" panose="020B0502040204020203" pitchFamily="34" charset="0"/>
                        </a:rPr>
                        <a:t>Tamansari</a:t>
                      </a:r>
                      <a:r>
                        <a:rPr lang="en-US" sz="1400" b="0" dirty="0">
                          <a:latin typeface="Segoe UI" pitchFamily="34" charset="0"/>
                          <a:cs typeface="Segoe UI" panose="020B0502040204020203" pitchFamily="34" charset="0"/>
                        </a:rPr>
                        <a:t> Parama Office Tower, </a:t>
                      </a:r>
                      <a:r>
                        <a:rPr lang="en-US" sz="1400" b="0" dirty="0" err="1">
                          <a:latin typeface="Segoe UI" pitchFamily="34" charset="0"/>
                          <a:cs typeface="Segoe UI" panose="020B0502040204020203" pitchFamily="34" charset="0"/>
                        </a:rPr>
                        <a:t>Sequis</a:t>
                      </a:r>
                      <a:r>
                        <a:rPr lang="en-US" sz="1400" b="0" dirty="0">
                          <a:latin typeface="Segoe UI" pitchFamily="34" charset="0"/>
                          <a:cs typeface="Segoe UI" panose="020B0502040204020203" pitchFamily="34" charset="0"/>
                        </a:rPr>
                        <a:t> Centre Tower, </a:t>
                      </a:r>
                      <a:r>
                        <a:rPr lang="en-US" sz="1400" b="0" dirty="0" err="1">
                          <a:latin typeface="Segoe UI" pitchFamily="34" charset="0"/>
                          <a:cs typeface="Segoe UI" panose="020B0502040204020203" pitchFamily="34" charset="0"/>
                        </a:rPr>
                        <a:t>Peruri</a:t>
                      </a:r>
                      <a:r>
                        <a:rPr lang="en-US" sz="1400" b="0" dirty="0">
                          <a:latin typeface="Segoe UI" pitchFamily="34" charset="0"/>
                          <a:cs typeface="Segoe UI" panose="020B0502040204020203" pitchFamily="34" charset="0"/>
                        </a:rPr>
                        <a:t> Karawang</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dirty="0">
                          <a:latin typeface="Segoe UI" pitchFamily="34" charset="0"/>
                          <a:cs typeface="Segoe UI" panose="020B0502040204020203" pitchFamily="34" charset="0"/>
                        </a:rPr>
                        <a:t>Corporate / Industrial: Unilever Indonesia</a:t>
                      </a:r>
                      <a:endParaRPr kumimoji="1" lang="en-US" sz="1400" b="0" kern="1200" dirty="0">
                        <a:solidFill>
                          <a:schemeClr val="tx1"/>
                        </a:solidFill>
                        <a:latin typeface="Segoe UI"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621861892"/>
                  </a:ext>
                </a:extLst>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217532992"/>
              </p:ext>
            </p:extLst>
          </p:nvPr>
        </p:nvGraphicFramePr>
        <p:xfrm>
          <a:off x="6272784" y="1746504"/>
          <a:ext cx="5577840" cy="4343460"/>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605805">
                <a:tc>
                  <a:txBody>
                    <a:bodyPr/>
                    <a:lstStyle/>
                    <a:p>
                      <a:pPr marL="0" indent="0" algn="ctr">
                        <a:buNone/>
                      </a:pPr>
                      <a:r>
                        <a:rPr lang="en-US" sz="1400" b="0">
                          <a:solidFill>
                            <a:schemeClr val="bg1"/>
                          </a:solidFill>
                          <a:latin typeface="Segoe UI" panose="020B0502040204020203" pitchFamily="34" charset="0"/>
                          <a:cs typeface="Segoe UI" panose="020B0502040204020203" pitchFamily="34" charset="0"/>
                        </a:rPr>
                        <a:t>SIEMENS</a:t>
                      </a:r>
                      <a:endParaRPr lang="en-US" sz="1400" b="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latin typeface="Segoe UI" panose="020B0502040204020203" pitchFamily="34" charset="0"/>
                          <a:cs typeface="Segoe UI" panose="020B0502040204020203" pitchFamily="34" charset="0"/>
                        </a:rPr>
                        <a:t>Fire detection and alarm systems for building and facility fire protection, including monitoring and early warning solutions</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605805">
                <a:tc>
                  <a:txBody>
                    <a:bodyPr/>
                    <a:lstStyle/>
                    <a:p>
                      <a:pPr marL="0" indent="0" algn="ctr">
                        <a:buNone/>
                      </a:pPr>
                      <a:r>
                        <a:rPr lang="en-US" sz="1400" b="0">
                          <a:solidFill>
                            <a:schemeClr val="bg1"/>
                          </a:solidFill>
                          <a:latin typeface="Segoe UI" panose="020B0502040204020203" pitchFamily="34" charset="0"/>
                          <a:cs typeface="Segoe UI" panose="020B0502040204020203" pitchFamily="34" charset="0"/>
                        </a:rPr>
                        <a:t>PELCO</a:t>
                      </a:r>
                      <a:endParaRPr lang="en-US" sz="1400" b="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latin typeface="Segoe UI" panose="020B0502040204020203" pitchFamily="34" charset="0"/>
                          <a:cs typeface="Segoe UI" panose="020B0502040204020203" pitchFamily="34" charset="0"/>
                        </a:rPr>
                        <a:t>Video surveillance systems for security monitoring across commercial, industrial, and public environments</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605805">
                <a:tc>
                  <a:txBody>
                    <a:bodyPr/>
                    <a:lstStyle/>
                    <a:p>
                      <a:pPr marL="0" indent="0" algn="ctr">
                        <a:buNone/>
                      </a:pPr>
                      <a:r>
                        <a:rPr lang="en-US" sz="1400" b="0">
                          <a:solidFill>
                            <a:schemeClr val="bg1"/>
                          </a:solidFill>
                          <a:latin typeface="Segoe UI" panose="020B0502040204020203" pitchFamily="34" charset="0"/>
                          <a:cs typeface="Segoe UI" panose="020B0502040204020203" pitchFamily="34" charset="0"/>
                        </a:rPr>
                        <a:t>Gallagher</a:t>
                      </a:r>
                      <a:endParaRPr lang="en-US" sz="1400" b="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latin typeface="Segoe UI" panose="020B0502040204020203" pitchFamily="34" charset="0"/>
                          <a:cs typeface="Segoe UI" panose="020B0502040204020203" pitchFamily="34" charset="0"/>
                        </a:rPr>
                        <a:t>Integrated access control and security management systems for controlling and monitoring entry to facilities</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605805">
                <a:tc>
                  <a:txBody>
                    <a:bodyPr/>
                    <a:lstStyle/>
                    <a:p>
                      <a:pPr marL="0" indent="0" algn="ctr">
                        <a:buNone/>
                      </a:pPr>
                      <a:r>
                        <a:rPr lang="en-US" sz="1400" b="0">
                          <a:solidFill>
                            <a:schemeClr val="bg1"/>
                          </a:solidFill>
                          <a:latin typeface="Segoe UI" panose="020B0502040204020203" pitchFamily="34" charset="0"/>
                          <a:cs typeface="Segoe UI" panose="020B0502040204020203" pitchFamily="34" charset="0"/>
                        </a:rPr>
                        <a:t>AJAX </a:t>
                      </a:r>
                      <a:endParaRPr lang="en-US" sz="1400" b="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Segoe UI" panose="020B0502040204020203" pitchFamily="34" charset="0"/>
                          <a:cs typeface="Segoe UI" panose="020B0502040204020203" pitchFamily="34" charset="0"/>
                        </a:rPr>
                        <a:t>Intrusion detection and perimeter security solutions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605805">
                <a:tc>
                  <a:txBody>
                    <a:bodyPr/>
                    <a:lstStyle/>
                    <a:p>
                      <a:pPr marL="0" indent="0" algn="ctr">
                        <a:buNone/>
                      </a:pPr>
                      <a:r>
                        <a:rPr lang="en-US" sz="1400" b="0">
                          <a:solidFill>
                            <a:schemeClr val="bg1"/>
                          </a:solidFill>
                          <a:latin typeface="Segoe UI" panose="020B0502040204020203" pitchFamily="34" charset="0"/>
                          <a:cs typeface="Segoe UI" panose="020B0502040204020203" pitchFamily="34" charset="0"/>
                        </a:rPr>
                        <a:t>Bosch </a:t>
                      </a:r>
                      <a:endParaRPr lang="en-US" sz="1400" b="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Segoe UI" panose="020B0502040204020203" pitchFamily="34" charset="0"/>
                          <a:cs typeface="Segoe UI" panose="020B0502040204020203" pitchFamily="34" charset="0"/>
                        </a:rPr>
                        <a:t>Integrated security, safety, and surveillance systems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605805">
                <a:tc>
                  <a:txBody>
                    <a:bodyPr/>
                    <a:lstStyle/>
                    <a:p>
                      <a:pPr marL="0" indent="0" algn="ctr">
                        <a:buNone/>
                      </a:pPr>
                      <a:r>
                        <a:rPr lang="en-US" sz="1400" b="0">
                          <a:solidFill>
                            <a:schemeClr val="bg1"/>
                          </a:solidFill>
                          <a:latin typeface="Segoe UI" panose="020B0502040204020203" pitchFamily="34" charset="0"/>
                          <a:cs typeface="Segoe UI" panose="020B0502040204020203" pitchFamily="34" charset="0"/>
                        </a:rPr>
                        <a:t>Fermax</a:t>
                      </a:r>
                      <a:endParaRPr lang="en-US" sz="1400" b="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Segoe UI" panose="020B0502040204020203" pitchFamily="34" charset="0"/>
                          <a:cs typeface="Segoe UI" panose="020B0502040204020203" pitchFamily="34" charset="0"/>
                        </a:rPr>
                        <a:t>Audio and video intercom systems for secure access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605805">
                <a:tc>
                  <a:txBody>
                    <a:bodyPr/>
                    <a:lstStyle/>
                    <a:p>
                      <a:pPr marL="0" indent="0" algn="ctr">
                        <a:buNone/>
                      </a:pPr>
                      <a:r>
                        <a:rPr lang="en-US" sz="1400" b="0">
                          <a:solidFill>
                            <a:schemeClr val="bg1"/>
                          </a:solidFill>
                          <a:latin typeface="Segoe UI" panose="020B0502040204020203" pitchFamily="34" charset="0"/>
                          <a:cs typeface="Segoe UI" panose="020B0502040204020203" pitchFamily="34" charset="0"/>
                        </a:rPr>
                        <a:t>Ateis</a:t>
                      </a:r>
                      <a:endParaRPr lang="en-US" sz="1400" b="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Segoe UI" panose="020B0502040204020203" pitchFamily="34" charset="0"/>
                          <a:cs typeface="Segoe UI" panose="020B0502040204020203" pitchFamily="34" charset="0"/>
                        </a:rPr>
                        <a:t>Public address and emergency voice alarm systems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1" name="Text 6"/>
          <p:cNvSpPr/>
          <p:nvPr/>
        </p:nvSpPr>
        <p:spPr>
          <a:xfrm>
            <a:off x="347472" y="6132150"/>
            <a:ext cx="11430000" cy="493776"/>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pic>
        <p:nvPicPr>
          <p:cNvPr id="14" name="Picture 13">
            <a:extLst>
              <a:ext uri="{FF2B5EF4-FFF2-40B4-BE49-F238E27FC236}">
                <a16:creationId xmlns:a16="http://schemas.microsoft.com/office/drawing/2014/main" id="{04A88275-52F6-5A41-8C3E-AA7C38943E95}"/>
              </a:ext>
            </a:extLst>
          </p:cNvPr>
          <p:cNvPicPr>
            <a:picLocks noChangeAspect="1"/>
          </p:cNvPicPr>
          <p:nvPr/>
        </p:nvPicPr>
        <p:blipFill>
          <a:blip r:embed="rId5"/>
          <a:stretch>
            <a:fillRect/>
          </a:stretch>
        </p:blipFill>
        <p:spPr>
          <a:xfrm>
            <a:off x="10811108" y="137743"/>
            <a:ext cx="744006" cy="6496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049B2-E8BF-3850-F9B5-F1153F1962F2}"/>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EBDF6DF-A5C7-5465-DDF6-0AC04ADEDBE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4" name="think-cell data - do not delete" hidden="1">
                        <a:extLst>
                          <a:ext uri="{FF2B5EF4-FFF2-40B4-BE49-F238E27FC236}">
                            <a16:creationId xmlns:a16="http://schemas.microsoft.com/office/drawing/2014/main" id="{CEBDF6DF-A5C7-5465-DDF6-0AC04ADEDB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BCCE033D-50F4-A9EE-C51D-BB6F8D0C5E7B}"/>
              </a:ext>
            </a:extLst>
          </p:cNvPr>
          <p:cNvSpPr>
            <a:spLocks noGrp="1"/>
          </p:cNvSpPr>
          <p:nvPr>
            <p:ph type="title"/>
          </p:nvPr>
        </p:nvSpPr>
        <p:spPr>
          <a:xfrm>
            <a:off x="343672" y="44624"/>
            <a:ext cx="9486127" cy="831850"/>
          </a:xfrm>
        </p:spPr>
        <p:txBody>
          <a:bodyPr vert="horz"/>
          <a:lstStyle/>
          <a:p>
            <a:pPr fontAlgn="ctr"/>
            <a:r>
              <a:rPr lang="en-GB" altLang="ja-JP">
                <a:latin typeface="+mj-ea"/>
                <a:cs typeface="Segoe UI" panose="020B0502040204020203" pitchFamily="34" charset="0"/>
              </a:rPr>
              <a:t>16. </a:t>
            </a:r>
            <a:r>
              <a:rPr lang="en-GB" altLang="ja-JP" err="1">
                <a:latin typeface="+mj-ea"/>
                <a:cs typeface="Segoe UI" panose="020B0502040204020203" pitchFamily="34" charset="0"/>
              </a:rPr>
              <a:t>Securiko</a:t>
            </a:r>
            <a:br>
              <a:rPr lang="en-GB" altLang="ja-JP">
                <a:latin typeface="+mj-ea"/>
                <a:cs typeface="Segoe UI" panose="020B0502040204020203" pitchFamily="34" charset="0"/>
              </a:rPr>
            </a:br>
            <a:r>
              <a:rPr lang="ja-JP" altLang="en-US" sz="1600"/>
              <a:t>スラバヤのシモケルトを拠点に、セキュリティシステムの供給、統合、ソリューション</a:t>
            </a:r>
            <a:r>
              <a:rPr lang="ja-TH" altLang="en-US" sz="1600"/>
              <a:t>サービス</a:t>
            </a:r>
            <a:r>
              <a:rPr lang="ja-JP" altLang="en-US" sz="1600"/>
              <a:t>を提供</a:t>
            </a:r>
            <a:endParaRPr lang="en-GB" altLang="ja-JP">
              <a:latin typeface="+mj-ea"/>
              <a:cs typeface="Segoe UI" panose="020B0502040204020203" pitchFamily="34" charset="0"/>
            </a:endParaRPr>
          </a:p>
        </p:txBody>
      </p:sp>
      <p:grpSp>
        <p:nvGrpSpPr>
          <p:cNvPr id="7" name="グループ化 58">
            <a:extLst>
              <a:ext uri="{FF2B5EF4-FFF2-40B4-BE49-F238E27FC236}">
                <a16:creationId xmlns:a16="http://schemas.microsoft.com/office/drawing/2014/main" id="{B42DA4CA-828E-3E4A-9624-23195195AD91}"/>
              </a:ext>
            </a:extLst>
          </p:cNvPr>
          <p:cNvGrpSpPr/>
          <p:nvPr/>
        </p:nvGrpSpPr>
        <p:grpSpPr>
          <a:xfrm>
            <a:off x="343673" y="1342160"/>
            <a:ext cx="5570376" cy="307777"/>
            <a:chOff x="1998094" y="1119975"/>
            <a:chExt cx="7884946" cy="465201"/>
          </a:xfrm>
          <a:noFill/>
        </p:grpSpPr>
        <p:sp>
          <p:nvSpPr>
            <p:cNvPr id="8" name="ColumnHeader">
              <a:extLst>
                <a:ext uri="{FF2B5EF4-FFF2-40B4-BE49-F238E27FC236}">
                  <a16:creationId xmlns:a16="http://schemas.microsoft.com/office/drawing/2014/main" id="{0AE0EB55-3FCE-7880-437C-616ADE09E7D4}"/>
                </a:ext>
              </a:extLst>
            </p:cNvPr>
            <p:cNvSpPr>
              <a:spLocks noChangeArrowheads="1"/>
            </p:cNvSpPr>
            <p:nvPr/>
          </p:nvSpPr>
          <p:spPr bwMode="gray">
            <a:xfrm>
              <a:off x="2125587" y="1119975"/>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6000" indent="-216000" algn="ctr"/>
              <a:r>
                <a:rPr lang="ja-JP" altLang="en-US" sz="1400">
                  <a:solidFill>
                    <a:srgbClr val="000000"/>
                  </a:solidFill>
                  <a:latin typeface="+mn-ea"/>
                  <a:cs typeface="Segoe UI" panose="020B0502040204020203" pitchFamily="34" charset="0"/>
                </a:rPr>
                <a:t>会社基本情報</a:t>
              </a:r>
            </a:p>
          </p:txBody>
        </p:sp>
        <p:cxnSp>
          <p:nvCxnSpPr>
            <p:cNvPr id="9" name="直線コネクタ 60">
              <a:extLst>
                <a:ext uri="{FF2B5EF4-FFF2-40B4-BE49-F238E27FC236}">
                  <a16:creationId xmlns:a16="http://schemas.microsoft.com/office/drawing/2014/main" id="{67559EA0-7CE6-2335-73E0-740D186DDFF4}"/>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BC27F153-2EB1-945E-D744-C660CB3B2488}"/>
              </a:ext>
            </a:extLst>
          </p:cNvPr>
          <p:cNvSpPr txBox="1"/>
          <p:nvPr/>
        </p:nvSpPr>
        <p:spPr>
          <a:xfrm>
            <a:off x="343673" y="6110651"/>
            <a:ext cx="11521399" cy="246221"/>
          </a:xfrm>
          <a:prstGeom prst="rect">
            <a:avLst/>
          </a:prstGeom>
          <a:noFill/>
        </p:spPr>
        <p:txBody>
          <a:bodyPr wrap="square" lIns="91440" tIns="45720" rIns="91440" bIns="45720" anchor="ctr">
            <a:spAutoFit/>
          </a:bodyPr>
          <a:lstStyle/>
          <a:p>
            <a:r>
              <a:rPr lang="ja-JP" altLang="en-US" sz="1000">
                <a:latin typeface="+mn-ea"/>
                <a:cs typeface="Segoe UI" panose="020B0502040204020203" pitchFamily="34" charset="0"/>
              </a:rPr>
              <a:t>出典</a:t>
            </a:r>
            <a:r>
              <a:rPr kumimoji="1" lang="en-GB" sz="1000" i="0" u="none" strike="noStrike" kern="1200">
                <a:effectLst/>
                <a:latin typeface="+mn-ea"/>
                <a:cs typeface="Segoe UI" panose="020B0502040204020203" pitchFamily="34" charset="0"/>
              </a:rPr>
              <a:t>: </a:t>
            </a:r>
            <a:r>
              <a:rPr lang="ja-JP" altLang="en-US" sz="1000">
                <a:latin typeface="+mn-ea"/>
                <a:cs typeface="Segoe UI" panose="020B0502040204020203" pitchFamily="34" charset="0"/>
              </a:rPr>
              <a:t>会社ウェブサイト</a:t>
            </a:r>
            <a:endParaRPr lang="en-GB" sz="1000">
              <a:latin typeface="+mn-ea"/>
              <a:cs typeface="Segoe UI" panose="020B0502040204020203" pitchFamily="34" charset="0"/>
            </a:endParaRPr>
          </a:p>
        </p:txBody>
      </p:sp>
      <p:grpSp>
        <p:nvGrpSpPr>
          <p:cNvPr id="2" name="グループ化 58">
            <a:extLst>
              <a:ext uri="{FF2B5EF4-FFF2-40B4-BE49-F238E27FC236}">
                <a16:creationId xmlns:a16="http://schemas.microsoft.com/office/drawing/2014/main" id="{1F183887-CAB8-A6DB-765B-4A04D71DE2E1}"/>
              </a:ext>
            </a:extLst>
          </p:cNvPr>
          <p:cNvGrpSpPr/>
          <p:nvPr/>
        </p:nvGrpSpPr>
        <p:grpSpPr>
          <a:xfrm>
            <a:off x="6273800" y="1342160"/>
            <a:ext cx="5570376" cy="307777"/>
            <a:chOff x="1998094" y="1119975"/>
            <a:chExt cx="7884946" cy="465201"/>
          </a:xfrm>
          <a:noFill/>
        </p:grpSpPr>
        <p:sp>
          <p:nvSpPr>
            <p:cNvPr id="10" name="ColumnHeader">
              <a:extLst>
                <a:ext uri="{FF2B5EF4-FFF2-40B4-BE49-F238E27FC236}">
                  <a16:creationId xmlns:a16="http://schemas.microsoft.com/office/drawing/2014/main" id="{E91C205B-A596-F252-D02C-559F18972DC9}"/>
                </a:ext>
              </a:extLst>
            </p:cNvPr>
            <p:cNvSpPr>
              <a:spLocks noChangeArrowheads="1"/>
            </p:cNvSpPr>
            <p:nvPr/>
          </p:nvSpPr>
          <p:spPr bwMode="gray">
            <a:xfrm>
              <a:off x="2125587" y="1119975"/>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6000" indent="-216000" algn="ctr"/>
              <a:r>
                <a:rPr lang="ja-TH" altLang="en-US" sz="1400">
                  <a:solidFill>
                    <a:srgbClr val="000000"/>
                  </a:solidFill>
                  <a:latin typeface="+mn-ea"/>
                  <a:cs typeface="Segoe UI" panose="020B0502040204020203" pitchFamily="34" charset="0"/>
                </a:rPr>
                <a:t>主要顧客</a:t>
              </a:r>
              <a:endParaRPr lang="ja-JP" altLang="en-US" sz="1400">
                <a:solidFill>
                  <a:srgbClr val="000000"/>
                </a:solidFill>
                <a:latin typeface="+mn-ea"/>
                <a:cs typeface="Segoe UI" panose="020B0502040204020203" pitchFamily="34" charset="0"/>
              </a:endParaRPr>
            </a:p>
          </p:txBody>
        </p:sp>
        <p:cxnSp>
          <p:nvCxnSpPr>
            <p:cNvPr id="11" name="直線コネクタ 60">
              <a:extLst>
                <a:ext uri="{FF2B5EF4-FFF2-40B4-BE49-F238E27FC236}">
                  <a16:creationId xmlns:a16="http://schemas.microsoft.com/office/drawing/2014/main" id="{32B34344-8043-015D-4FB0-1651005D87AC}"/>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08747D27-A700-D2CC-1421-006D38EF69F2}"/>
              </a:ext>
            </a:extLst>
          </p:cNvPr>
          <p:cNvGraphicFramePr>
            <a:graphicFrameLocks noGrp="1"/>
          </p:cNvGraphicFramePr>
          <p:nvPr/>
        </p:nvGraphicFramePr>
        <p:xfrm>
          <a:off x="326928" y="1747909"/>
          <a:ext cx="5577840" cy="4344900"/>
        </p:xfrm>
        <a:graphic>
          <a:graphicData uri="http://schemas.openxmlformats.org/drawingml/2006/table">
            <a:tbl>
              <a:tblPr/>
              <a:tblGrid>
                <a:gridCol w="1188720">
                  <a:extLst>
                    <a:ext uri="{9D8B030D-6E8A-4147-A177-3AD203B41FA5}">
                      <a16:colId xmlns:a16="http://schemas.microsoft.com/office/drawing/2014/main" val="1856092752"/>
                    </a:ext>
                  </a:extLst>
                </a:gridCol>
                <a:gridCol w="4389120">
                  <a:extLst>
                    <a:ext uri="{9D8B030D-6E8A-4147-A177-3AD203B41FA5}">
                      <a16:colId xmlns:a16="http://schemas.microsoft.com/office/drawing/2014/main" val="2767211961"/>
                    </a:ext>
                  </a:extLst>
                </a:gridCol>
              </a:tblGrid>
              <a:tr h="217245">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会社名</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algn="l" fontAlgn="ctr">
                        <a:buNone/>
                      </a:pPr>
                      <a:r>
                        <a:rPr lang="en-GB" altLang="ja-JP" sz="1400" b="0" i="0" u="none" strike="noStrike" err="1">
                          <a:solidFill>
                            <a:schemeClr val="tx1"/>
                          </a:solidFill>
                          <a:effectLst/>
                          <a:latin typeface="+mn-ea"/>
                          <a:ea typeface="+mn-ea"/>
                          <a:cs typeface="Segoe UI" panose="020B0502040204020203" pitchFamily="34" charset="0"/>
                          <a:hlinkClick r:id="rId6"/>
                        </a:rPr>
                        <a:t>Securiko</a:t>
                      </a:r>
                      <a:endParaRPr lang="en-GB" altLang="ja-JP" sz="1400" b="0" i="0" u="none" strike="noStrike">
                        <a:solidFill>
                          <a:schemeClr val="tx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39986481"/>
                  </a:ext>
                </a:extLst>
              </a:tr>
              <a:tr h="217245">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設立年</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marR="91440" indent="0" algn="l" defTabSz="914400" rtl="0" eaLnBrk="1" fontAlgn="ctr" latinLnBrk="0" hangingPunct="1">
                        <a:spcBef>
                          <a:spcPts val="0"/>
                        </a:spcBef>
                        <a:spcAft>
                          <a:spcPts val="0"/>
                        </a:spcAft>
                        <a:buFontTx/>
                        <a:buNone/>
                      </a:pPr>
                      <a:r>
                        <a:rPr kumimoji="1" lang="en-GB" sz="1400" b="0" kern="1200">
                          <a:solidFill>
                            <a:schemeClr val="tx1"/>
                          </a:solidFill>
                          <a:effectLst/>
                          <a:latin typeface="+mn-ea"/>
                          <a:ea typeface="+mn-ea"/>
                          <a:cs typeface="Segoe UI" panose="020B0502040204020203" pitchFamily="34" charset="0"/>
                        </a:rPr>
                        <a:t>2006年</a:t>
                      </a:r>
                    </a:p>
                  </a:txBody>
                  <a:tcPr marL="36000" marR="3600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685350836"/>
                  </a:ext>
                </a:extLst>
              </a:tr>
              <a:tr h="217245">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本社所在地</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marR="91440" lvl="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ja-TH" altLang="en-US" sz="1400" b="0" i="0" u="none" strike="noStrike" kern="1200">
                          <a:solidFill>
                            <a:schemeClr val="tx1"/>
                          </a:solidFill>
                          <a:effectLst/>
                          <a:latin typeface="+mn-ea"/>
                          <a:ea typeface="+mn-ea"/>
                          <a:cs typeface="Segoe UI" panose="020B0502040204020203" pitchFamily="34" charset="0"/>
                        </a:rPr>
                        <a:t>インドネシア、スラバヤ、</a:t>
                      </a:r>
                      <a:r>
                        <a:rPr kumimoji="1" lang="ja-JP" altLang="en-US" sz="1400" b="0" i="0" u="none" strike="noStrike" kern="1200">
                          <a:solidFill>
                            <a:schemeClr val="tx1"/>
                          </a:solidFill>
                          <a:effectLst/>
                          <a:latin typeface="+mn-ea"/>
                          <a:ea typeface="+mn-ea"/>
                          <a:cs typeface="Segoe UI" panose="020B0502040204020203" pitchFamily="34" charset="0"/>
                        </a:rPr>
                        <a:t>シモケルト</a:t>
                      </a:r>
                      <a:endParaRPr kumimoji="1" lang="en-GB" altLang="ja-JP" sz="1400" b="0" i="0" u="none" strike="noStrike" kern="1200">
                        <a:solidFill>
                          <a:schemeClr val="tx1"/>
                        </a:solidFill>
                        <a:effectLst/>
                        <a:latin typeface="+mn-ea"/>
                        <a:ea typeface="+mn-ea"/>
                        <a:cs typeface="Segoe UI" panose="020B0502040204020203" pitchFamily="34" charset="0"/>
                      </a:endParaRP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81925738"/>
                  </a:ext>
                </a:extLst>
              </a:tr>
              <a:tr h="434490">
                <a:tc>
                  <a:txBody>
                    <a:bodyPr/>
                    <a:lstStyle/>
                    <a:p>
                      <a:pPr lvl="0" algn="ctr">
                        <a:spcBef>
                          <a:spcPts val="0"/>
                        </a:spcBef>
                        <a:buNone/>
                      </a:pPr>
                      <a:r>
                        <a:rPr lang="ja-JP" altLang="en-US" sz="1400" b="0" i="0">
                          <a:solidFill>
                            <a:schemeClr val="bg1"/>
                          </a:solidFill>
                          <a:effectLst/>
                          <a:latin typeface="+mn-ea"/>
                          <a:ea typeface="+mn-ea"/>
                          <a:cs typeface="Segoe UI" panose="020B0502040204020203" pitchFamily="34" charset="0"/>
                        </a:rPr>
                        <a:t>事業内容</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7">
                      <a:solidFill>
                        <a:srgbClr val="FFFFFF"/>
                      </a:solidFill>
                    </a:lnB>
                    <a:solidFill>
                      <a:schemeClr val="accent3"/>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ja-JP" altLang="en-US" sz="1400" b="0" kern="1200">
                          <a:solidFill>
                            <a:schemeClr val="tx1"/>
                          </a:solidFill>
                          <a:effectLst/>
                          <a:latin typeface="+mn-ea"/>
                          <a:ea typeface="+mn-ea"/>
                          <a:cs typeface="Segoe UI" panose="020B0502040204020203" pitchFamily="34" charset="0"/>
                        </a:rPr>
                        <a:t>セキュリティシステム供給業者、統合業者、ソリューション提供者</a:t>
                      </a:r>
                      <a:endParaRPr kumimoji="1" lang="en-US" sz="1400" b="0" kern="1200">
                        <a:solidFill>
                          <a:schemeClr val="tx1"/>
                        </a:solidFill>
                        <a:effectLst/>
                        <a:latin typeface="+mn-ea"/>
                        <a:ea typeface="+mn-ea"/>
                        <a:cs typeface="Segoe UI" panose="020B0502040204020203" pitchFamily="34" charset="0"/>
                      </a:endParaRP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39953510"/>
                  </a:ext>
                </a:extLst>
              </a:tr>
              <a:tr h="1086225">
                <a:tc>
                  <a:txBody>
                    <a:bodyPr/>
                    <a:lstStyle/>
                    <a:p>
                      <a:pPr algn="ctr" fontAlgn="base">
                        <a:spcBef>
                          <a:spcPts val="0"/>
                        </a:spcBef>
                      </a:pPr>
                      <a:r>
                        <a:rPr lang="ja-TH" altLang="en-US" sz="1400" b="0" i="0">
                          <a:solidFill>
                            <a:schemeClr val="bg1"/>
                          </a:solidFill>
                          <a:effectLst/>
                          <a:latin typeface="+mn-ea"/>
                          <a:ea typeface="+mn-ea"/>
                          <a:cs typeface="Segoe UI" panose="020B0502040204020203" pitchFamily="34" charset="0"/>
                        </a:rPr>
                        <a:t>主要</a:t>
                      </a:r>
                      <a:r>
                        <a:rPr lang="ja-JP" altLang="en-US" sz="1400" b="0" i="0">
                          <a:solidFill>
                            <a:schemeClr val="bg1"/>
                          </a:solidFill>
                          <a:effectLst/>
                          <a:latin typeface="+mn-ea"/>
                          <a:ea typeface="+mn-ea"/>
                          <a:cs typeface="Segoe UI" panose="020B0502040204020203" pitchFamily="34" charset="0"/>
                        </a:rPr>
                        <a:t>製品</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216000" indent="-216000">
                        <a:buFont typeface="Wingdings" pitchFamily="2" charset="2"/>
                        <a:buChar char="n"/>
                      </a:pPr>
                      <a:r>
                        <a:rPr kumimoji="1" lang="ja-JP" altLang="en-US" sz="1400" b="0" i="0" u="none" strike="noStrike" kern="1200">
                          <a:solidFill>
                            <a:schemeClr val="tx1"/>
                          </a:solidFill>
                          <a:effectLst/>
                          <a:latin typeface="+mn-ea"/>
                          <a:ea typeface="+mn-ea"/>
                          <a:cs typeface="Segoe UI" panose="020B0502040204020203" pitchFamily="34" charset="0"/>
                        </a:rPr>
                        <a:t>アクセス制御システム、アクセス制御リーダー、生体認証リーダー、カードリーダー</a:t>
                      </a:r>
                    </a:p>
                    <a:p>
                      <a:pPr marL="216000" indent="-216000">
                        <a:buFont typeface="Wingdings" pitchFamily="2" charset="2"/>
                        <a:buChar char="n"/>
                      </a:pPr>
                      <a:r>
                        <a:rPr kumimoji="1" lang="ja-JP" altLang="en-US" sz="1400" b="0" i="0" u="none" strike="noStrike" kern="1200">
                          <a:solidFill>
                            <a:schemeClr val="tx1"/>
                          </a:solidFill>
                          <a:effectLst/>
                          <a:latin typeface="+mn-ea"/>
                          <a:ea typeface="+mn-ea"/>
                          <a:cs typeface="Segoe UI" panose="020B0502040204020203" pitchFamily="34" charset="0"/>
                        </a:rPr>
                        <a:t>物理的セキュリティバリア</a:t>
                      </a:r>
                    </a:p>
                    <a:p>
                      <a:pPr marL="216000" indent="-216000">
                        <a:buFont typeface="Wingdings" pitchFamily="2" charset="2"/>
                        <a:buChar char="n"/>
                      </a:pPr>
                      <a:r>
                        <a:rPr kumimoji="1" lang="ja-JP" altLang="en-US" sz="1400" b="0" i="0" u="none" strike="noStrike" kern="1200">
                          <a:solidFill>
                            <a:schemeClr val="tx1"/>
                          </a:solidFill>
                          <a:effectLst/>
                          <a:latin typeface="+mn-ea"/>
                          <a:ea typeface="+mn-ea"/>
                          <a:cs typeface="Segoe UI" panose="020B0502040204020203" pitchFamily="34" charset="0"/>
                        </a:rPr>
                        <a:t>キー管理</a:t>
                      </a:r>
                    </a:p>
                    <a:p>
                      <a:pPr marL="216000" indent="-216000">
                        <a:buFont typeface="Wingdings" pitchFamily="2" charset="2"/>
                        <a:buChar char="n"/>
                      </a:pPr>
                      <a:r>
                        <a:rPr kumimoji="1" lang="ja-JP" altLang="en-US" sz="1400" b="0" i="0" u="none" strike="noStrike" kern="1200">
                          <a:solidFill>
                            <a:schemeClr val="tx1"/>
                          </a:solidFill>
                          <a:effectLst/>
                          <a:latin typeface="+mn-ea"/>
                          <a:ea typeface="+mn-ea"/>
                          <a:cs typeface="Segoe UI" panose="020B0502040204020203" pitchFamily="34" charset="0"/>
                        </a:rPr>
                        <a:t>職場占有センサーおよび人流計測</a:t>
                      </a:r>
                      <a:endParaRPr kumimoji="1" lang="en-GB" altLang="ja-JP" sz="1400" b="0" i="0" u="none" strike="noStrike" kern="1200">
                        <a:solidFill>
                          <a:schemeClr val="tx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464145804"/>
                  </a:ext>
                </a:extLst>
              </a:tr>
              <a:tr h="1086225">
                <a:tc>
                  <a:txBody>
                    <a:bodyPr/>
                    <a:lstStyle/>
                    <a:p>
                      <a:pPr algn="ctr" fontAlgn="base">
                        <a:spcBef>
                          <a:spcPts val="0"/>
                        </a:spcBef>
                      </a:pPr>
                      <a:r>
                        <a:rPr lang="ja-TH" altLang="en-US" sz="1400" b="0" i="0">
                          <a:solidFill>
                            <a:schemeClr val="bg1"/>
                          </a:solidFill>
                          <a:effectLst/>
                          <a:latin typeface="+mn-ea"/>
                          <a:ea typeface="+mn-ea"/>
                          <a:cs typeface="Segoe UI"/>
                        </a:rPr>
                        <a:t>主要</a:t>
                      </a:r>
                      <a:r>
                        <a:rPr lang="ja-JP" altLang="en-US" sz="1400" b="0" i="0">
                          <a:solidFill>
                            <a:schemeClr val="bg1"/>
                          </a:solidFill>
                          <a:effectLst/>
                          <a:latin typeface="+mn-ea"/>
                          <a:ea typeface="+mn-ea"/>
                          <a:cs typeface="Segoe UI"/>
                        </a:rPr>
                        <a:t>パートナー</a:t>
                      </a:r>
                      <a:r>
                        <a:rPr lang="en-US" altLang="ja-JP" sz="1400" b="0" i="0">
                          <a:solidFill>
                            <a:schemeClr val="bg1"/>
                          </a:solidFill>
                          <a:effectLst/>
                          <a:latin typeface="+mn-ea"/>
                          <a:ea typeface="+mn-ea"/>
                          <a:cs typeface="Segoe UI"/>
                        </a:rPr>
                        <a:t> </a:t>
                      </a:r>
                      <a:r>
                        <a:rPr lang="en-US" sz="1400" b="0" i="0">
                          <a:solidFill>
                            <a:schemeClr val="bg1"/>
                          </a:solidFill>
                          <a:effectLst/>
                          <a:latin typeface="+mn-ea"/>
                          <a:ea typeface="+mn-ea"/>
                          <a:cs typeface="Segoe UI"/>
                        </a:rPr>
                        <a:t>(</a:t>
                      </a:r>
                      <a:r>
                        <a:rPr lang="ja-JP" altLang="en-US" sz="1400" b="0" i="0">
                          <a:solidFill>
                            <a:schemeClr val="bg1"/>
                          </a:solidFill>
                          <a:effectLst/>
                          <a:latin typeface="+mn-ea"/>
                          <a:ea typeface="+mn-ea"/>
                          <a:cs typeface="Segoe UI"/>
                        </a:rPr>
                        <a:t>本社</a:t>
                      </a:r>
                      <a:r>
                        <a:rPr lang="en-US" sz="1400" b="0" i="0">
                          <a:solidFill>
                            <a:schemeClr val="bg1"/>
                          </a:solidFill>
                          <a:effectLst/>
                          <a:latin typeface="+mn-ea"/>
                          <a:ea typeface="+mn-ea"/>
                          <a:cs typeface="Segoe UI"/>
                        </a:rPr>
                        <a:t>)</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216000" marR="0" lvl="0" indent="-216000" algn="l" defTabSz="914400" rtl="0" eaLnBrk="1" fontAlgn="auto" latinLnBrk="0" hangingPunct="1">
                        <a:lnSpc>
                          <a:spcPct val="100000"/>
                        </a:lnSpc>
                        <a:spcBef>
                          <a:spcPts val="0"/>
                        </a:spcBef>
                        <a:spcAft>
                          <a:spcPts val="0"/>
                        </a:spcAft>
                        <a:buClrTx/>
                        <a:buSzTx/>
                        <a:buFont typeface="Wingdings" pitchFamily="2" charset="2"/>
                        <a:buChar char="n"/>
                        <a:tabLst/>
                        <a:defRPr/>
                      </a:pPr>
                      <a:r>
                        <a:rPr kumimoji="1" lang="ja-JP" altLang="en-US" sz="1400" b="0" i="0" u="none" strike="noStrike" kern="1200">
                          <a:solidFill>
                            <a:schemeClr val="tx1"/>
                          </a:solidFill>
                          <a:effectLst/>
                          <a:latin typeface="+mn-ea"/>
                          <a:ea typeface="+mn-ea"/>
                          <a:cs typeface="Segoe UI" panose="020B0502040204020203" pitchFamily="34" charset="0"/>
                        </a:rPr>
                        <a:t>キー管理：</a:t>
                      </a:r>
                      <a:r>
                        <a:rPr kumimoji="1" lang="en-GB" altLang="ja-JP" sz="1400" b="0" i="0" u="none" strike="noStrike" kern="1200">
                          <a:solidFill>
                            <a:schemeClr val="tx1"/>
                          </a:solidFill>
                          <a:effectLst/>
                          <a:latin typeface="+mn-ea"/>
                          <a:ea typeface="+mn-ea"/>
                          <a:cs typeface="Segoe UI" panose="020B0502040204020203" pitchFamily="34" charset="0"/>
                        </a:rPr>
                        <a:t>HID/</a:t>
                      </a:r>
                      <a:r>
                        <a:rPr kumimoji="1" lang="en-GB" altLang="ja-JP" sz="1400" b="0" i="0" u="none" strike="noStrike" kern="1200" err="1">
                          <a:solidFill>
                            <a:schemeClr val="tx1"/>
                          </a:solidFill>
                          <a:effectLst/>
                          <a:latin typeface="+mn-ea"/>
                          <a:ea typeface="+mn-ea"/>
                          <a:cs typeface="Segoe UI" panose="020B0502040204020203" pitchFamily="34" charset="0"/>
                        </a:rPr>
                        <a:t>Omnikey</a:t>
                      </a:r>
                      <a:r>
                        <a:rPr kumimoji="1" lang="ja-JP" altLang="en-GB" sz="1400" b="0" i="0" u="none" strike="noStrike" kern="1200">
                          <a:solidFill>
                            <a:schemeClr val="tx1"/>
                          </a:solidFill>
                          <a:effectLst/>
                          <a:latin typeface="+mn-ea"/>
                          <a:ea typeface="+mn-ea"/>
                          <a:cs typeface="Segoe UI" panose="020B0502040204020203" pitchFamily="34" charset="0"/>
                        </a:rPr>
                        <a:t>（</a:t>
                      </a:r>
                      <a:r>
                        <a:rPr kumimoji="1" lang="ja-JP" altLang="en-US" sz="1400" b="0" i="0" u="none" strike="noStrike" kern="1200">
                          <a:solidFill>
                            <a:schemeClr val="tx1"/>
                          </a:solidFill>
                          <a:effectLst/>
                          <a:latin typeface="+mn-ea"/>
                          <a:ea typeface="+mn-ea"/>
                          <a:cs typeface="Segoe UI" panose="020B0502040204020203" pitchFamily="34" charset="0"/>
                        </a:rPr>
                        <a:t>アメリカ）、</a:t>
                      </a:r>
                      <a:r>
                        <a:rPr kumimoji="1" lang="en-GB" altLang="ja-JP" sz="1400" b="0" i="0" u="none" strike="noStrike" kern="1200">
                          <a:solidFill>
                            <a:schemeClr val="tx1"/>
                          </a:solidFill>
                          <a:effectLst/>
                          <a:latin typeface="+mn-ea"/>
                          <a:ea typeface="+mn-ea"/>
                          <a:cs typeface="Segoe UI" panose="020B0502040204020203" pitchFamily="34" charset="0"/>
                        </a:rPr>
                        <a:t>Assa Abloy </a:t>
                      </a:r>
                      <a:r>
                        <a:rPr kumimoji="1" lang="en-GB" altLang="ja-JP" sz="1400" b="0" i="0" u="none" strike="noStrike" kern="1200" err="1">
                          <a:solidFill>
                            <a:schemeClr val="tx1"/>
                          </a:solidFill>
                          <a:effectLst/>
                          <a:latin typeface="+mn-ea"/>
                          <a:ea typeface="+mn-ea"/>
                          <a:cs typeface="Segoe UI" panose="020B0502040204020203" pitchFamily="34" charset="0"/>
                        </a:rPr>
                        <a:t>eCLIQ</a:t>
                      </a:r>
                      <a:r>
                        <a:rPr kumimoji="1" lang="ja-JP" altLang="en-GB" sz="1400" b="0" i="0" u="none" strike="noStrike" kern="1200">
                          <a:solidFill>
                            <a:schemeClr val="tx1"/>
                          </a:solidFill>
                          <a:effectLst/>
                          <a:latin typeface="+mn-ea"/>
                          <a:ea typeface="+mn-ea"/>
                          <a:cs typeface="Segoe UI" panose="020B0502040204020203" pitchFamily="34" charset="0"/>
                        </a:rPr>
                        <a:t>（</a:t>
                      </a:r>
                      <a:r>
                        <a:rPr kumimoji="1" lang="ja-JP" altLang="en-US" sz="1400" b="0" i="0" u="none" strike="noStrike" kern="1200">
                          <a:solidFill>
                            <a:schemeClr val="tx1"/>
                          </a:solidFill>
                          <a:effectLst/>
                          <a:latin typeface="+mn-ea"/>
                          <a:ea typeface="+mn-ea"/>
                          <a:cs typeface="Segoe UI" panose="020B0502040204020203" pitchFamily="34" charset="0"/>
                        </a:rPr>
                        <a:t>スウェーデン）、</a:t>
                      </a:r>
                      <a:r>
                        <a:rPr kumimoji="1" lang="en-GB" altLang="ja-JP" sz="1400" b="0" i="0" u="none" strike="noStrike" kern="1200" err="1">
                          <a:solidFill>
                            <a:schemeClr val="tx1"/>
                          </a:solidFill>
                          <a:effectLst/>
                          <a:latin typeface="+mn-ea"/>
                          <a:ea typeface="+mn-ea"/>
                          <a:cs typeface="Segoe UI" panose="020B0502040204020203" pitchFamily="34" charset="0"/>
                        </a:rPr>
                        <a:t>KeyWatcher</a:t>
                      </a:r>
                      <a:r>
                        <a:rPr kumimoji="1" lang="ja-JP" altLang="en-GB" sz="1400" b="0" i="0" u="none" strike="noStrike" kern="1200">
                          <a:solidFill>
                            <a:schemeClr val="tx1"/>
                          </a:solidFill>
                          <a:effectLst/>
                          <a:latin typeface="+mn-ea"/>
                          <a:ea typeface="+mn-ea"/>
                          <a:cs typeface="Segoe UI" panose="020B0502040204020203" pitchFamily="34" charset="0"/>
                        </a:rPr>
                        <a:t>（</a:t>
                      </a:r>
                      <a:r>
                        <a:rPr kumimoji="1" lang="ja-JP" altLang="en-US" sz="1400" b="0" i="0" u="none" strike="noStrike" kern="1200">
                          <a:solidFill>
                            <a:schemeClr val="tx1"/>
                          </a:solidFill>
                          <a:effectLst/>
                          <a:latin typeface="+mn-ea"/>
                          <a:ea typeface="+mn-ea"/>
                          <a:cs typeface="Segoe UI" panose="020B0502040204020203" pitchFamily="34" charset="0"/>
                        </a:rPr>
                        <a:t>イギリス）</a:t>
                      </a:r>
                    </a:p>
                    <a:p>
                      <a:pPr marL="216000" marR="0" lvl="0" indent="-216000" algn="l" defTabSz="914400" rtl="0" eaLnBrk="1" fontAlgn="auto" latinLnBrk="0" hangingPunct="1">
                        <a:lnSpc>
                          <a:spcPct val="100000"/>
                        </a:lnSpc>
                        <a:spcBef>
                          <a:spcPts val="0"/>
                        </a:spcBef>
                        <a:spcAft>
                          <a:spcPts val="0"/>
                        </a:spcAft>
                        <a:buClrTx/>
                        <a:buSzTx/>
                        <a:buFont typeface="Wingdings" pitchFamily="2" charset="2"/>
                        <a:buChar char="n"/>
                        <a:tabLst/>
                        <a:defRPr/>
                      </a:pPr>
                      <a:r>
                        <a:rPr kumimoji="1" lang="ja-JP" altLang="en-US" sz="1400" b="0" i="0" u="none" strike="noStrike" kern="1200">
                          <a:solidFill>
                            <a:schemeClr val="tx1"/>
                          </a:solidFill>
                          <a:effectLst/>
                          <a:latin typeface="+mn-ea"/>
                          <a:ea typeface="+mn-ea"/>
                          <a:cs typeface="Segoe UI" panose="020B0502040204020203" pitchFamily="34" charset="0"/>
                        </a:rPr>
                        <a:t>アクセス制御：</a:t>
                      </a:r>
                      <a:r>
                        <a:rPr kumimoji="1" lang="en-GB" altLang="ja-JP" sz="1400" b="0" i="0" u="none" strike="noStrike" kern="1200">
                          <a:solidFill>
                            <a:schemeClr val="tx1"/>
                          </a:solidFill>
                          <a:effectLst/>
                          <a:latin typeface="+mn-ea"/>
                          <a:ea typeface="+mn-ea"/>
                          <a:cs typeface="Segoe UI" panose="020B0502040204020203" pitchFamily="34" charset="0"/>
                        </a:rPr>
                        <a:t>Suprema</a:t>
                      </a:r>
                      <a:r>
                        <a:rPr kumimoji="1" lang="ja-JP" altLang="en-GB" sz="1400" b="0" i="0" u="none" strike="noStrike" kern="1200">
                          <a:solidFill>
                            <a:schemeClr val="tx1"/>
                          </a:solidFill>
                          <a:effectLst/>
                          <a:latin typeface="+mn-ea"/>
                          <a:ea typeface="+mn-ea"/>
                          <a:cs typeface="Segoe UI" panose="020B0502040204020203" pitchFamily="34" charset="0"/>
                        </a:rPr>
                        <a:t>（</a:t>
                      </a:r>
                      <a:r>
                        <a:rPr kumimoji="1" lang="ja-JP" altLang="en-US" sz="1400" b="0" i="0" u="none" strike="noStrike" kern="1200">
                          <a:solidFill>
                            <a:schemeClr val="tx1"/>
                          </a:solidFill>
                          <a:effectLst/>
                          <a:latin typeface="+mn-ea"/>
                          <a:ea typeface="+mn-ea"/>
                          <a:cs typeface="Segoe UI" panose="020B0502040204020203" pitchFamily="34" charset="0"/>
                        </a:rPr>
                        <a:t>韓国）、</a:t>
                      </a:r>
                      <a:r>
                        <a:rPr kumimoji="1" lang="en-GB" altLang="ja-JP" sz="1400" b="0" i="0" u="none" strike="noStrike" kern="1200">
                          <a:solidFill>
                            <a:schemeClr val="tx1"/>
                          </a:solidFill>
                          <a:effectLst/>
                          <a:latin typeface="+mn-ea"/>
                          <a:ea typeface="+mn-ea"/>
                          <a:cs typeface="Segoe UI" panose="020B0502040204020203" pitchFamily="34" charset="0"/>
                        </a:rPr>
                        <a:t>ONVIF</a:t>
                      </a:r>
                      <a:r>
                        <a:rPr kumimoji="1" lang="ja-JP" altLang="en-GB" sz="1400" b="0" i="0" u="none" strike="noStrike" kern="1200">
                          <a:solidFill>
                            <a:schemeClr val="tx1"/>
                          </a:solidFill>
                          <a:effectLst/>
                          <a:latin typeface="+mn-ea"/>
                          <a:ea typeface="+mn-ea"/>
                          <a:cs typeface="Segoe UI" panose="020B0502040204020203" pitchFamily="34" charset="0"/>
                        </a:rPr>
                        <a:t>（</a:t>
                      </a:r>
                      <a:r>
                        <a:rPr kumimoji="1" lang="ja-JP" altLang="en-US" sz="1400" b="0" i="0" u="none" strike="noStrike" kern="1200">
                          <a:solidFill>
                            <a:schemeClr val="tx1"/>
                          </a:solidFill>
                          <a:effectLst/>
                          <a:latin typeface="+mn-ea"/>
                          <a:ea typeface="+mn-ea"/>
                          <a:cs typeface="Segoe UI" panose="020B0502040204020203" pitchFamily="34" charset="0"/>
                        </a:rPr>
                        <a:t>アメリカ）</a:t>
                      </a:r>
                      <a:endParaRPr kumimoji="1" lang="ja-JP" altLang="en-GB" sz="1400" b="0" i="0" u="none" strike="noStrike" kern="1200">
                        <a:solidFill>
                          <a:schemeClr val="tx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12373075"/>
                  </a:ext>
                </a:extLst>
              </a:tr>
              <a:tr h="1086225">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主要分野</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216000" indent="-216000">
                        <a:buFont typeface="Wingdings" pitchFamily="2" charset="2"/>
                        <a:buChar char="n"/>
                      </a:pPr>
                      <a:r>
                        <a:rPr kumimoji="1" lang="ja-JP" altLang="en-US" sz="1400" b="0" i="0" u="none" strike="noStrike" kern="1200">
                          <a:solidFill>
                            <a:schemeClr val="tx1"/>
                          </a:solidFill>
                          <a:effectLst/>
                          <a:latin typeface="+mn-ea"/>
                          <a:ea typeface="+mn-ea"/>
                          <a:cs typeface="Segoe UI" panose="020B0502040204020203" pitchFamily="34" charset="0"/>
                        </a:rPr>
                        <a:t>商業ビル</a:t>
                      </a:r>
                      <a:r>
                        <a:rPr kumimoji="1" lang="en-US" altLang="ja-JP" sz="1400" b="0" i="0" u="none" strike="noStrike" kern="1200">
                          <a:solidFill>
                            <a:schemeClr val="tx1"/>
                          </a:solidFill>
                          <a:effectLst/>
                          <a:latin typeface="+mn-ea"/>
                          <a:ea typeface="+mn-ea"/>
                          <a:cs typeface="Segoe UI" panose="020B0502040204020203" pitchFamily="34" charset="0"/>
                        </a:rPr>
                        <a:t>/</a:t>
                      </a:r>
                      <a:r>
                        <a:rPr kumimoji="1" lang="ja-JP" altLang="en-US" sz="1400" b="0" i="0" u="none" strike="noStrike" kern="1200">
                          <a:solidFill>
                            <a:schemeClr val="tx1"/>
                          </a:solidFill>
                          <a:effectLst/>
                          <a:latin typeface="+mn-ea"/>
                          <a:ea typeface="+mn-ea"/>
                          <a:cs typeface="Segoe UI" panose="020B0502040204020203" pitchFamily="34" charset="0"/>
                        </a:rPr>
                        <a:t>オフィス複合施設 </a:t>
                      </a:r>
                    </a:p>
                    <a:p>
                      <a:pPr marL="216000" indent="-216000">
                        <a:buFont typeface="Wingdings" pitchFamily="2" charset="2"/>
                        <a:buChar char="n"/>
                      </a:pPr>
                      <a:r>
                        <a:rPr kumimoji="1" lang="ja-JP" altLang="en-US" sz="1400" b="0" i="0" u="none" strike="noStrike" kern="1200">
                          <a:solidFill>
                            <a:schemeClr val="tx1"/>
                          </a:solidFill>
                          <a:effectLst/>
                          <a:latin typeface="+mn-ea"/>
                          <a:ea typeface="+mn-ea"/>
                          <a:cs typeface="Segoe UI" panose="020B0502040204020203" pitchFamily="34" charset="0"/>
                        </a:rPr>
                        <a:t>工業施設</a:t>
                      </a:r>
                      <a:r>
                        <a:rPr kumimoji="1" lang="en-US" altLang="ja-JP" sz="1400" b="0" i="0" u="none" strike="noStrike" kern="1200">
                          <a:solidFill>
                            <a:schemeClr val="tx1"/>
                          </a:solidFill>
                          <a:effectLst/>
                          <a:latin typeface="+mn-ea"/>
                          <a:ea typeface="+mn-ea"/>
                          <a:cs typeface="Segoe UI" panose="020B0502040204020203" pitchFamily="34" charset="0"/>
                        </a:rPr>
                        <a:t>/</a:t>
                      </a:r>
                      <a:r>
                        <a:rPr kumimoji="1" lang="ja-JP" altLang="en-US" sz="1400" b="0" i="0" u="none" strike="noStrike" kern="1200">
                          <a:solidFill>
                            <a:schemeClr val="tx1"/>
                          </a:solidFill>
                          <a:effectLst/>
                          <a:latin typeface="+mn-ea"/>
                          <a:ea typeface="+mn-ea"/>
                          <a:cs typeface="Segoe UI" panose="020B0502040204020203" pitchFamily="34" charset="0"/>
                        </a:rPr>
                        <a:t>工場</a:t>
                      </a:r>
                    </a:p>
                    <a:p>
                      <a:pPr marL="216000" indent="-216000">
                        <a:buFont typeface="Wingdings" pitchFamily="2" charset="2"/>
                        <a:buChar char="n"/>
                      </a:pPr>
                      <a:r>
                        <a:rPr kumimoji="1" lang="ja-JP" altLang="en-US" sz="1400" b="0" i="0" u="none" strike="noStrike" kern="1200">
                          <a:solidFill>
                            <a:schemeClr val="tx1"/>
                          </a:solidFill>
                          <a:effectLst/>
                          <a:latin typeface="+mn-ea"/>
                          <a:ea typeface="+mn-ea"/>
                          <a:cs typeface="Segoe UI" panose="020B0502040204020203" pitchFamily="34" charset="0"/>
                        </a:rPr>
                        <a:t>アパート</a:t>
                      </a:r>
                      <a:r>
                        <a:rPr kumimoji="1" lang="en-US" altLang="ja-JP" sz="1400" b="0" i="0" u="none" strike="noStrike" kern="1200">
                          <a:solidFill>
                            <a:schemeClr val="tx1"/>
                          </a:solidFill>
                          <a:effectLst/>
                          <a:latin typeface="+mn-ea"/>
                          <a:ea typeface="+mn-ea"/>
                          <a:cs typeface="Segoe UI" panose="020B0502040204020203" pitchFamily="34" charset="0"/>
                        </a:rPr>
                        <a:t>/</a:t>
                      </a:r>
                      <a:r>
                        <a:rPr kumimoji="1" lang="ja-JP" altLang="en-US" sz="1400" b="0" i="0" u="none" strike="noStrike" kern="1200">
                          <a:solidFill>
                            <a:schemeClr val="tx1"/>
                          </a:solidFill>
                          <a:effectLst/>
                          <a:latin typeface="+mn-ea"/>
                          <a:ea typeface="+mn-ea"/>
                          <a:cs typeface="Segoe UI" panose="020B0502040204020203" pitchFamily="34" charset="0"/>
                        </a:rPr>
                        <a:t>住宅開発 </a:t>
                      </a:r>
                    </a:p>
                    <a:p>
                      <a:pPr marL="216000" indent="-216000">
                        <a:buFont typeface="Wingdings" pitchFamily="2" charset="2"/>
                        <a:buChar char="n"/>
                      </a:pPr>
                      <a:r>
                        <a:rPr kumimoji="1" lang="ja-JP" altLang="en-US" sz="1400" b="0" i="0" u="none" strike="noStrike" kern="1200">
                          <a:solidFill>
                            <a:schemeClr val="tx1"/>
                          </a:solidFill>
                          <a:effectLst/>
                          <a:latin typeface="+mn-ea"/>
                          <a:ea typeface="+mn-ea"/>
                          <a:cs typeface="Segoe UI" panose="020B0502040204020203" pitchFamily="34" charset="0"/>
                        </a:rPr>
                        <a:t>政府</a:t>
                      </a:r>
                      <a:r>
                        <a:rPr kumimoji="1" lang="en-US" altLang="ja-JP" sz="1400" b="0" i="0" u="none" strike="noStrike" kern="1200">
                          <a:solidFill>
                            <a:schemeClr val="tx1"/>
                          </a:solidFill>
                          <a:effectLst/>
                          <a:latin typeface="+mn-ea"/>
                          <a:ea typeface="+mn-ea"/>
                          <a:cs typeface="Segoe UI" panose="020B0502040204020203" pitchFamily="34" charset="0"/>
                        </a:rPr>
                        <a:t>/</a:t>
                      </a:r>
                      <a:r>
                        <a:rPr kumimoji="1" lang="ja-JP" altLang="en-US" sz="1400" b="0" i="0" u="none" strike="noStrike" kern="1200">
                          <a:solidFill>
                            <a:schemeClr val="tx1"/>
                          </a:solidFill>
                          <a:effectLst/>
                          <a:latin typeface="+mn-ea"/>
                          <a:ea typeface="+mn-ea"/>
                          <a:cs typeface="Segoe UI" panose="020B0502040204020203" pitchFamily="34" charset="0"/>
                        </a:rPr>
                        <a:t>公共インフラ</a:t>
                      </a:r>
                    </a:p>
                    <a:p>
                      <a:pPr marL="216000" indent="-216000">
                        <a:buFont typeface="Wingdings" pitchFamily="2" charset="2"/>
                        <a:buChar char="n"/>
                      </a:pPr>
                      <a:r>
                        <a:rPr kumimoji="1" lang="ja-JP" altLang="en-US" sz="1400" b="0" i="0" u="none" strike="noStrike" kern="1200">
                          <a:solidFill>
                            <a:schemeClr val="tx1"/>
                          </a:solidFill>
                          <a:effectLst/>
                          <a:latin typeface="+mn-ea"/>
                          <a:ea typeface="+mn-ea"/>
                          <a:cs typeface="Segoe UI" panose="020B0502040204020203" pitchFamily="34" charset="0"/>
                        </a:rPr>
                        <a:t>データセンター</a:t>
                      </a:r>
                      <a:r>
                        <a:rPr kumimoji="1" lang="en-US" altLang="ja-JP" sz="1400" b="0" i="0" u="none" strike="noStrike" kern="1200">
                          <a:solidFill>
                            <a:schemeClr val="tx1"/>
                          </a:solidFill>
                          <a:effectLst/>
                          <a:latin typeface="+mn-ea"/>
                          <a:ea typeface="+mn-ea"/>
                          <a:cs typeface="Segoe UI" panose="020B0502040204020203" pitchFamily="34" charset="0"/>
                        </a:rPr>
                        <a:t>/</a:t>
                      </a:r>
                      <a:r>
                        <a:rPr kumimoji="1" lang="ja-JP" altLang="en-US" sz="1400" b="0" i="0" u="none" strike="noStrike" kern="1200">
                          <a:solidFill>
                            <a:schemeClr val="tx1"/>
                          </a:solidFill>
                          <a:effectLst/>
                          <a:latin typeface="+mn-ea"/>
                          <a:ea typeface="+mn-ea"/>
                          <a:cs typeface="Segoe UI" panose="020B0502040204020203" pitchFamily="34" charset="0"/>
                        </a:rPr>
                        <a:t>高セキュリティ環境</a:t>
                      </a:r>
                      <a:endParaRPr kumimoji="1" lang="ja-JP" altLang="en-GB" sz="1400" b="0" i="0" u="none" strike="noStrike" kern="1200">
                        <a:solidFill>
                          <a:schemeClr val="tx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2470152692"/>
                  </a:ext>
                </a:extLst>
              </a:tr>
            </a:tbl>
          </a:graphicData>
        </a:graphic>
      </p:graphicFrame>
      <p:pic>
        <p:nvPicPr>
          <p:cNvPr id="6" name="Picture 5">
            <a:extLst>
              <a:ext uri="{FF2B5EF4-FFF2-40B4-BE49-F238E27FC236}">
                <a16:creationId xmlns:a16="http://schemas.microsoft.com/office/drawing/2014/main" id="{E530148E-4FFB-9AA5-CC56-B0B9EFB034A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829799" y="166436"/>
            <a:ext cx="759020" cy="506014"/>
          </a:xfrm>
          <a:prstGeom prst="rect">
            <a:avLst/>
          </a:prstGeom>
          <a:ln w="19050" cap="flat" cmpd="sng" algn="ctr">
            <a:solidFill>
              <a:schemeClr val="tx1">
                <a:alpha val="20000"/>
              </a:schemeClr>
            </a:solidFill>
            <a:prstDash val="solid"/>
            <a:round/>
            <a:headEnd type="none" w="med" len="med"/>
            <a:tailEnd type="none" w="med" len="med"/>
          </a:ln>
        </p:spPr>
      </p:pic>
      <p:pic>
        <p:nvPicPr>
          <p:cNvPr id="17" name="Picture 16" descr="A blue and black logo&#10;&#10;AI-generated content may be incorrect.">
            <a:extLst>
              <a:ext uri="{FF2B5EF4-FFF2-40B4-BE49-F238E27FC236}">
                <a16:creationId xmlns:a16="http://schemas.microsoft.com/office/drawing/2014/main" id="{01497139-BF69-2B25-65FA-68D5CE9743F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10689523" y="247905"/>
            <a:ext cx="1154653" cy="343076"/>
          </a:xfrm>
          <a:prstGeom prst="rect">
            <a:avLst/>
          </a:prstGeom>
        </p:spPr>
      </p:pic>
      <p:graphicFrame>
        <p:nvGraphicFramePr>
          <p:cNvPr id="18" name="Table 17">
            <a:extLst>
              <a:ext uri="{FF2B5EF4-FFF2-40B4-BE49-F238E27FC236}">
                <a16:creationId xmlns:a16="http://schemas.microsoft.com/office/drawing/2014/main" id="{47B50D83-A0BC-F4EF-20D3-3F4A688BA6BF}"/>
              </a:ext>
            </a:extLst>
          </p:cNvPr>
          <p:cNvGraphicFramePr>
            <a:graphicFrameLocks noGrp="1"/>
          </p:cNvGraphicFramePr>
          <p:nvPr/>
        </p:nvGraphicFramePr>
        <p:xfrm>
          <a:off x="6277038" y="1747903"/>
          <a:ext cx="5577840" cy="4344910"/>
        </p:xfrm>
        <a:graphic>
          <a:graphicData uri="http://schemas.openxmlformats.org/drawingml/2006/table">
            <a:tbl>
              <a:tblPr/>
              <a:tblGrid>
                <a:gridCol w="1280160">
                  <a:extLst>
                    <a:ext uri="{9D8B030D-6E8A-4147-A177-3AD203B41FA5}">
                      <a16:colId xmlns:a16="http://schemas.microsoft.com/office/drawing/2014/main" val="1856092752"/>
                    </a:ext>
                  </a:extLst>
                </a:gridCol>
                <a:gridCol w="4297680">
                  <a:extLst>
                    <a:ext uri="{9D8B030D-6E8A-4147-A177-3AD203B41FA5}">
                      <a16:colId xmlns:a16="http://schemas.microsoft.com/office/drawing/2014/main" val="2767211961"/>
                    </a:ext>
                  </a:extLst>
                </a:gridCol>
              </a:tblGrid>
              <a:tr h="543114">
                <a:tc>
                  <a:txBody>
                    <a:bodyPr/>
                    <a:lstStyle/>
                    <a:p>
                      <a:pPr algn="ctr">
                        <a:buNone/>
                      </a:pPr>
                      <a:r>
                        <a:rPr lang="ja-JP" altLang="en-US" sz="1400">
                          <a:solidFill>
                            <a:schemeClr val="bg1"/>
                          </a:solidFill>
                          <a:latin typeface="+mn-ea"/>
                          <a:ea typeface="+mn-ea"/>
                          <a:cs typeface="Segoe UI" panose="020B0502040204020203" pitchFamily="34" charset="0"/>
                        </a:rPr>
                        <a:t>政府</a:t>
                      </a:r>
                      <a:r>
                        <a:rPr lang="ja-TH" altLang="en-US" sz="1400">
                          <a:solidFill>
                            <a:schemeClr val="bg1"/>
                          </a:solidFill>
                          <a:latin typeface="+mn-ea"/>
                          <a:ea typeface="+mn-ea"/>
                          <a:cs typeface="Segoe UI" panose="020B0502040204020203" pitchFamily="34" charset="0"/>
                        </a:rPr>
                        <a:t>機関</a:t>
                      </a:r>
                      <a:r>
                        <a:rPr lang="en-US" altLang="ja-TH" sz="1400">
                          <a:solidFill>
                            <a:schemeClr val="bg1"/>
                          </a:solidFill>
                          <a:latin typeface="+mn-ea"/>
                          <a:ea typeface="+mn-ea"/>
                          <a:cs typeface="Segoe UI" panose="020B0502040204020203" pitchFamily="34" charset="0"/>
                        </a:rPr>
                        <a:t>/</a:t>
                      </a:r>
                    </a:p>
                    <a:p>
                      <a:pPr algn="ctr">
                        <a:buNone/>
                      </a:pPr>
                      <a:r>
                        <a:rPr lang="ja-TH" altLang="en-US" sz="1400">
                          <a:solidFill>
                            <a:schemeClr val="bg1"/>
                          </a:solidFill>
                          <a:latin typeface="+mn-ea"/>
                          <a:ea typeface="+mn-ea"/>
                          <a:cs typeface="Segoe UI" panose="020B0502040204020203" pitchFamily="34" charset="0"/>
                        </a:rPr>
                        <a:t>グローバル</a:t>
                      </a:r>
                      <a:endParaRPr lang="en-MY" sz="1400">
                        <a:solidFill>
                          <a:schemeClr val="bg1"/>
                        </a:solidFill>
                        <a:latin typeface="+mn-ea"/>
                        <a:ea typeface="+mn-ea"/>
                        <a:cs typeface="Segoe UI" panose="020B0502040204020203" pitchFamily="34" charset="0"/>
                      </a:endParaRPr>
                    </a:p>
                  </a:txBody>
                  <a:tcPr marL="36576" marR="36576"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a:buNone/>
                      </a:pPr>
                      <a:r>
                        <a:rPr lang="en-US" sz="1400">
                          <a:latin typeface="+mn-ea"/>
                          <a:ea typeface="+mn-ea"/>
                          <a:cs typeface="Segoe UI" panose="020B0502040204020203" pitchFamily="34" charset="0"/>
                        </a:rPr>
                        <a:t>APEC, UN World Food </a:t>
                      </a:r>
                      <a:r>
                        <a:rPr lang="en-US" sz="1400" err="1">
                          <a:latin typeface="+mn-ea"/>
                          <a:ea typeface="+mn-ea"/>
                          <a:cs typeface="Segoe UI" panose="020B0502040204020203" pitchFamily="34" charset="0"/>
                        </a:rPr>
                        <a:t>Programme</a:t>
                      </a:r>
                      <a:endParaRPr lang="en-US" sz="1400">
                        <a:latin typeface="+mn-ea"/>
                        <a:ea typeface="+mn-ea"/>
                        <a:cs typeface="Segoe UI" panose="020B0502040204020203" pitchFamily="34" charset="0"/>
                      </a:endParaRP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2322792233"/>
                  </a:ext>
                </a:extLst>
              </a:tr>
              <a:tr h="271557">
                <a:tc>
                  <a:txBody>
                    <a:bodyPr/>
                    <a:lstStyle/>
                    <a:p>
                      <a:pPr algn="ctr">
                        <a:buNone/>
                      </a:pPr>
                      <a:r>
                        <a:rPr lang="en-MY" sz="1400" err="1">
                          <a:solidFill>
                            <a:schemeClr val="bg1"/>
                          </a:solidFill>
                          <a:latin typeface="+mn-ea"/>
                          <a:ea typeface="+mn-ea"/>
                          <a:cs typeface="Segoe UI" panose="020B0502040204020203" pitchFamily="34" charset="0"/>
                        </a:rPr>
                        <a:t>金融機関</a:t>
                      </a:r>
                      <a:endParaRPr lang="en-MY" sz="1400">
                        <a:solidFill>
                          <a:schemeClr val="bg1"/>
                        </a:solidFill>
                        <a:latin typeface="+mn-ea"/>
                        <a:ea typeface="+mn-ea"/>
                        <a:cs typeface="Segoe UI" panose="020B0502040204020203" pitchFamily="34" charset="0"/>
                      </a:endParaRPr>
                    </a:p>
                  </a:txBody>
                  <a:tcPr marL="36576" marR="36576"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a:buNone/>
                      </a:pPr>
                      <a:r>
                        <a:rPr lang="en-MY" sz="1400">
                          <a:latin typeface="+mn-ea"/>
                          <a:ea typeface="+mn-ea"/>
                          <a:cs typeface="Segoe UI" panose="020B0502040204020203" pitchFamily="34" charset="0"/>
                        </a:rPr>
                        <a:t>Indonesia Central Bank</a:t>
                      </a: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591945830"/>
                  </a:ext>
                </a:extLst>
              </a:tr>
              <a:tr h="543114">
                <a:tc>
                  <a:txBody>
                    <a:bodyPr/>
                    <a:lstStyle/>
                    <a:p>
                      <a:pPr algn="ctr">
                        <a:buNone/>
                      </a:pPr>
                      <a:r>
                        <a:rPr lang="en-MY" sz="1400" err="1">
                          <a:solidFill>
                            <a:schemeClr val="bg1"/>
                          </a:solidFill>
                          <a:latin typeface="+mn-ea"/>
                          <a:ea typeface="+mn-ea"/>
                          <a:cs typeface="Segoe UI" panose="020B0502040204020203" pitchFamily="34" charset="0"/>
                        </a:rPr>
                        <a:t>教育機関</a:t>
                      </a:r>
                      <a:endParaRPr lang="en-MY" sz="1400">
                        <a:solidFill>
                          <a:schemeClr val="bg1"/>
                        </a:solidFill>
                        <a:latin typeface="+mn-ea"/>
                        <a:ea typeface="+mn-ea"/>
                        <a:cs typeface="Segoe UI" panose="020B0502040204020203" pitchFamily="34" charset="0"/>
                      </a:endParaRPr>
                    </a:p>
                  </a:txBody>
                  <a:tcPr marL="36576" marR="36576"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a:buNone/>
                      </a:pPr>
                      <a:r>
                        <a:rPr lang="en-US" sz="1400">
                          <a:latin typeface="+mn-ea"/>
                          <a:ea typeface="+mn-ea"/>
                          <a:cs typeface="Segoe UI" panose="020B0502040204020203" pitchFamily="34" charset="0"/>
                        </a:rPr>
                        <a:t>Bina Dharma University, University of Surabaya, School Buildings</a:t>
                      </a: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685350836"/>
                  </a:ext>
                </a:extLst>
              </a:tr>
              <a:tr h="543114">
                <a:tc>
                  <a:txBody>
                    <a:bodyPr/>
                    <a:lstStyle/>
                    <a:p>
                      <a:pPr algn="ctr">
                        <a:buNone/>
                      </a:pPr>
                      <a:r>
                        <a:rPr lang="ja-JP" altLang="en-US" sz="1400">
                          <a:solidFill>
                            <a:schemeClr val="bg1"/>
                          </a:solidFill>
                          <a:latin typeface="+mn-ea"/>
                          <a:ea typeface="+mn-ea"/>
                          <a:cs typeface="Segoe UI" panose="020B0502040204020203" pitchFamily="34" charset="0"/>
                        </a:rPr>
                        <a:t>商業ビル</a:t>
                      </a:r>
                      <a:r>
                        <a:rPr lang="en-US" altLang="ja-JP" sz="1400">
                          <a:solidFill>
                            <a:schemeClr val="bg1"/>
                          </a:solidFill>
                          <a:latin typeface="+mn-ea"/>
                          <a:ea typeface="+mn-ea"/>
                          <a:cs typeface="Segoe UI" panose="020B0502040204020203" pitchFamily="34" charset="0"/>
                        </a:rPr>
                        <a:t>/</a:t>
                      </a:r>
                      <a:r>
                        <a:rPr lang="ja-JP" altLang="en-US" sz="1400">
                          <a:solidFill>
                            <a:schemeClr val="bg1"/>
                          </a:solidFill>
                          <a:latin typeface="+mn-ea"/>
                          <a:ea typeface="+mn-ea"/>
                          <a:cs typeface="Segoe UI" panose="020B0502040204020203" pitchFamily="34" charset="0"/>
                        </a:rPr>
                        <a:t>住宅</a:t>
                      </a:r>
                      <a:endParaRPr lang="en-MY" sz="1400">
                        <a:solidFill>
                          <a:schemeClr val="bg1"/>
                        </a:solidFill>
                        <a:latin typeface="+mn-ea"/>
                        <a:ea typeface="+mn-ea"/>
                        <a:cs typeface="Segoe UI" panose="020B0502040204020203" pitchFamily="34" charset="0"/>
                      </a:endParaRPr>
                    </a:p>
                  </a:txBody>
                  <a:tcPr marL="36576" marR="36576"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a:buNone/>
                      </a:pPr>
                      <a:r>
                        <a:rPr lang="en-MY" sz="1400">
                          <a:latin typeface="+mn-ea"/>
                          <a:ea typeface="+mn-ea"/>
                          <a:cs typeface="Segoe UI" panose="020B0502040204020203" pitchFamily="34" charset="0"/>
                        </a:rPr>
                        <a:t>Esa Sampoerna </a:t>
                      </a:r>
                      <a:r>
                        <a:rPr lang="en-MY" sz="1400" err="1">
                          <a:latin typeface="+mn-ea"/>
                          <a:ea typeface="+mn-ea"/>
                          <a:cs typeface="Segoe UI" panose="020B0502040204020203" pitchFamily="34" charset="0"/>
                        </a:rPr>
                        <a:t>Center</a:t>
                      </a:r>
                      <a:r>
                        <a:rPr lang="en-MY" sz="1400">
                          <a:latin typeface="+mn-ea"/>
                          <a:ea typeface="+mn-ea"/>
                          <a:cs typeface="Segoe UI" panose="020B0502040204020203" pitchFamily="34" charset="0"/>
                        </a:rPr>
                        <a:t>, Sona Topas Tower, One Icon Residence, Grand Peninsula Park</a:t>
                      </a:r>
                    </a:p>
                  </a:txBody>
                  <a:tcPr marL="36576" marR="36576"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81925738"/>
                  </a:ext>
                </a:extLst>
              </a:tr>
              <a:tr h="1629341">
                <a:tc>
                  <a:txBody>
                    <a:bodyPr/>
                    <a:lstStyle/>
                    <a:p>
                      <a:pPr algn="ctr">
                        <a:buNone/>
                      </a:pPr>
                      <a:r>
                        <a:rPr lang="ja-JP" altLang="en-US" sz="1400">
                          <a:solidFill>
                            <a:schemeClr val="bg1"/>
                          </a:solidFill>
                          <a:latin typeface="+mn-ea"/>
                          <a:ea typeface="+mn-ea"/>
                          <a:cs typeface="Segoe UI" panose="020B0502040204020203" pitchFamily="34" charset="0"/>
                        </a:rPr>
                        <a:t>産業</a:t>
                      </a:r>
                      <a:r>
                        <a:rPr lang="en-US" altLang="ja-JP" sz="1400">
                          <a:solidFill>
                            <a:schemeClr val="bg1"/>
                          </a:solidFill>
                          <a:latin typeface="+mn-ea"/>
                          <a:ea typeface="+mn-ea"/>
                          <a:cs typeface="Segoe UI" panose="020B0502040204020203" pitchFamily="34" charset="0"/>
                        </a:rPr>
                        <a:t>/</a:t>
                      </a:r>
                      <a:r>
                        <a:rPr lang="ja-JP" altLang="en-US" sz="1400">
                          <a:solidFill>
                            <a:schemeClr val="bg1"/>
                          </a:solidFill>
                          <a:latin typeface="+mn-ea"/>
                          <a:ea typeface="+mn-ea"/>
                          <a:cs typeface="Segoe UI" panose="020B0502040204020203" pitchFamily="34" charset="0"/>
                        </a:rPr>
                        <a:t>製造</a:t>
                      </a:r>
                      <a:endParaRPr lang="en-MY" sz="1400">
                        <a:solidFill>
                          <a:schemeClr val="bg1"/>
                        </a:solidFill>
                        <a:latin typeface="+mn-ea"/>
                        <a:ea typeface="+mn-ea"/>
                        <a:cs typeface="Segoe UI" panose="020B0502040204020203" pitchFamily="34" charset="0"/>
                      </a:endParaRPr>
                    </a:p>
                  </a:txBody>
                  <a:tcPr marL="36576" marR="36576"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a:buNone/>
                      </a:pPr>
                      <a:r>
                        <a:rPr lang="en-MY" sz="1400">
                          <a:latin typeface="+mn-ea"/>
                          <a:ea typeface="+mn-ea"/>
                          <a:cs typeface="Segoe UI" panose="020B0502040204020203" pitchFamily="34" charset="0"/>
                        </a:rPr>
                        <a:t>Cargill, Amcor, </a:t>
                      </a:r>
                      <a:r>
                        <a:rPr lang="en-MY" sz="1400" err="1">
                          <a:latin typeface="+mn-ea"/>
                          <a:ea typeface="+mn-ea"/>
                          <a:cs typeface="Segoe UI" panose="020B0502040204020203" pitchFamily="34" charset="0"/>
                        </a:rPr>
                        <a:t>Epcos</a:t>
                      </a:r>
                      <a:r>
                        <a:rPr lang="en-MY" sz="1400">
                          <a:latin typeface="+mn-ea"/>
                          <a:ea typeface="+mn-ea"/>
                          <a:cs typeface="Segoe UI" panose="020B0502040204020203" pitchFamily="34" charset="0"/>
                        </a:rPr>
                        <a:t>, </a:t>
                      </a:r>
                      <a:r>
                        <a:rPr lang="en-MY" sz="1400" err="1">
                          <a:latin typeface="+mn-ea"/>
                          <a:ea typeface="+mn-ea"/>
                          <a:cs typeface="Segoe UI" panose="020B0502040204020203" pitchFamily="34" charset="0"/>
                        </a:rPr>
                        <a:t>Djarum</a:t>
                      </a:r>
                      <a:r>
                        <a:rPr lang="en-MY" sz="1400">
                          <a:latin typeface="+mn-ea"/>
                          <a:ea typeface="+mn-ea"/>
                          <a:cs typeface="Segoe UI" panose="020B0502040204020203" pitchFamily="34" charset="0"/>
                        </a:rPr>
                        <a:t>, </a:t>
                      </a:r>
                      <a:r>
                        <a:rPr lang="en-MY" sz="1400" err="1">
                          <a:latin typeface="+mn-ea"/>
                          <a:ea typeface="+mn-ea"/>
                          <a:cs typeface="Segoe UI" panose="020B0502040204020203" pitchFamily="34" charset="0"/>
                        </a:rPr>
                        <a:t>Indolakto</a:t>
                      </a:r>
                      <a:r>
                        <a:rPr lang="en-MY" sz="1400">
                          <a:latin typeface="+mn-ea"/>
                          <a:ea typeface="+mn-ea"/>
                          <a:cs typeface="Segoe UI" panose="020B0502040204020203" pitchFamily="34" charset="0"/>
                        </a:rPr>
                        <a:t> Jakarta, </a:t>
                      </a:r>
                      <a:r>
                        <a:rPr lang="en-MY" sz="1400" err="1">
                          <a:latin typeface="+mn-ea"/>
                          <a:ea typeface="+mn-ea"/>
                          <a:cs typeface="Segoe UI" panose="020B0502040204020203" pitchFamily="34" charset="0"/>
                        </a:rPr>
                        <a:t>Indolakto</a:t>
                      </a:r>
                      <a:r>
                        <a:rPr lang="en-MY" sz="1400">
                          <a:latin typeface="+mn-ea"/>
                          <a:ea typeface="+mn-ea"/>
                          <a:cs typeface="Segoe UI" panose="020B0502040204020203" pitchFamily="34" charset="0"/>
                        </a:rPr>
                        <a:t> </a:t>
                      </a:r>
                      <a:r>
                        <a:rPr lang="en-MY" sz="1400" err="1">
                          <a:latin typeface="+mn-ea"/>
                          <a:ea typeface="+mn-ea"/>
                          <a:cs typeface="Segoe UI" panose="020B0502040204020203" pitchFamily="34" charset="0"/>
                        </a:rPr>
                        <a:t>Sukabumi</a:t>
                      </a:r>
                      <a:r>
                        <a:rPr lang="en-MY" sz="1400">
                          <a:latin typeface="+mn-ea"/>
                          <a:ea typeface="+mn-ea"/>
                          <a:cs typeface="Segoe UI" panose="020B0502040204020203" pitchFamily="34" charset="0"/>
                        </a:rPr>
                        <a:t>, </a:t>
                      </a:r>
                      <a:r>
                        <a:rPr lang="en-MY" sz="1400" err="1">
                          <a:latin typeface="+mn-ea"/>
                          <a:ea typeface="+mn-ea"/>
                          <a:cs typeface="Segoe UI" panose="020B0502040204020203" pitchFamily="34" charset="0"/>
                        </a:rPr>
                        <a:t>Indolakto</a:t>
                      </a:r>
                      <a:r>
                        <a:rPr lang="en-MY" sz="1400">
                          <a:latin typeface="+mn-ea"/>
                          <a:ea typeface="+mn-ea"/>
                          <a:cs typeface="Segoe UI" panose="020B0502040204020203" pitchFamily="34" charset="0"/>
                        </a:rPr>
                        <a:t> </a:t>
                      </a:r>
                      <a:r>
                        <a:rPr lang="en-MY" sz="1400" err="1">
                          <a:latin typeface="+mn-ea"/>
                          <a:ea typeface="+mn-ea"/>
                          <a:cs typeface="Segoe UI" panose="020B0502040204020203" pitchFamily="34" charset="0"/>
                        </a:rPr>
                        <a:t>Pasuruan</a:t>
                      </a:r>
                      <a:r>
                        <a:rPr lang="en-MY" sz="1400">
                          <a:latin typeface="+mn-ea"/>
                          <a:ea typeface="+mn-ea"/>
                          <a:cs typeface="Segoe UI" panose="020B0502040204020203" pitchFamily="34" charset="0"/>
                        </a:rPr>
                        <a:t>, Kebun Tebu Mas, </a:t>
                      </a:r>
                      <a:r>
                        <a:rPr lang="en-MY" sz="1400" err="1">
                          <a:latin typeface="+mn-ea"/>
                          <a:ea typeface="+mn-ea"/>
                          <a:cs typeface="Segoe UI" panose="020B0502040204020203" pitchFamily="34" charset="0"/>
                        </a:rPr>
                        <a:t>Karunia</a:t>
                      </a:r>
                      <a:r>
                        <a:rPr lang="en-MY" sz="1400">
                          <a:latin typeface="+mn-ea"/>
                          <a:ea typeface="+mn-ea"/>
                          <a:cs typeface="Segoe UI" panose="020B0502040204020203" pitchFamily="34" charset="0"/>
                        </a:rPr>
                        <a:t> Alam Segar, Harapan Abadi </a:t>
                      </a:r>
                      <a:r>
                        <a:rPr lang="en-MY" sz="1400" err="1">
                          <a:latin typeface="+mn-ea"/>
                          <a:ea typeface="+mn-ea"/>
                          <a:cs typeface="Segoe UI" panose="020B0502040204020203" pitchFamily="34" charset="0"/>
                        </a:rPr>
                        <a:t>Tekstil</a:t>
                      </a:r>
                      <a:r>
                        <a:rPr lang="en-MY" sz="1400">
                          <a:latin typeface="+mn-ea"/>
                          <a:ea typeface="+mn-ea"/>
                          <a:cs typeface="Segoe UI" panose="020B0502040204020203" pitchFamily="34" charset="0"/>
                        </a:rPr>
                        <a:t> Indonesia, </a:t>
                      </a:r>
                      <a:r>
                        <a:rPr lang="en-MY" sz="1400" err="1">
                          <a:latin typeface="+mn-ea"/>
                          <a:ea typeface="+mn-ea"/>
                          <a:cs typeface="Segoe UI" panose="020B0502040204020203" pitchFamily="34" charset="0"/>
                        </a:rPr>
                        <a:t>Evoluzione</a:t>
                      </a:r>
                      <a:r>
                        <a:rPr lang="en-MY" sz="1400">
                          <a:latin typeface="+mn-ea"/>
                          <a:ea typeface="+mn-ea"/>
                          <a:cs typeface="Segoe UI" panose="020B0502040204020203" pitchFamily="34" charset="0"/>
                        </a:rPr>
                        <a:t> Tyres, </a:t>
                      </a:r>
                      <a:r>
                        <a:rPr lang="en-MY" sz="1400" err="1">
                          <a:latin typeface="+mn-ea"/>
                          <a:ea typeface="+mn-ea"/>
                          <a:cs typeface="Segoe UI" panose="020B0502040204020203" pitchFamily="34" charset="0"/>
                        </a:rPr>
                        <a:t>Infion</a:t>
                      </a:r>
                      <a:r>
                        <a:rPr lang="en-MY" sz="1400">
                          <a:latin typeface="+mn-ea"/>
                          <a:ea typeface="+mn-ea"/>
                          <a:cs typeface="Segoe UI" panose="020B0502040204020203" pitchFamily="34" charset="0"/>
                        </a:rPr>
                        <a:t>, </a:t>
                      </a:r>
                      <a:r>
                        <a:rPr lang="en-MY" sz="1400" err="1">
                          <a:latin typeface="+mn-ea"/>
                          <a:ea typeface="+mn-ea"/>
                          <a:cs typeface="Segoe UI" panose="020B0502040204020203" pitchFamily="34" charset="0"/>
                        </a:rPr>
                        <a:t>Pulauintan</a:t>
                      </a:r>
                      <a:r>
                        <a:rPr lang="en-MY" sz="1400">
                          <a:latin typeface="+mn-ea"/>
                          <a:ea typeface="+mn-ea"/>
                          <a:cs typeface="Segoe UI" panose="020B0502040204020203" pitchFamily="34" charset="0"/>
                        </a:rPr>
                        <a:t> </a:t>
                      </a:r>
                      <a:r>
                        <a:rPr lang="en-MY" sz="1400" err="1">
                          <a:latin typeface="+mn-ea"/>
                          <a:ea typeface="+mn-ea"/>
                          <a:cs typeface="Segoe UI" panose="020B0502040204020203" pitchFamily="34" charset="0"/>
                        </a:rPr>
                        <a:t>Bajaperkasa</a:t>
                      </a:r>
                      <a:r>
                        <a:rPr lang="en-MY" sz="1400">
                          <a:latin typeface="+mn-ea"/>
                          <a:ea typeface="+mn-ea"/>
                          <a:cs typeface="Segoe UI" panose="020B0502040204020203" pitchFamily="34" charset="0"/>
                        </a:rPr>
                        <a:t> </a:t>
                      </a:r>
                      <a:r>
                        <a:rPr lang="en-MY" sz="1400" err="1">
                          <a:latin typeface="+mn-ea"/>
                          <a:ea typeface="+mn-ea"/>
                          <a:cs typeface="Segoe UI" panose="020B0502040204020203" pitchFamily="34" charset="0"/>
                        </a:rPr>
                        <a:t>Konstruksi</a:t>
                      </a:r>
                      <a:r>
                        <a:rPr lang="en-MY" sz="1400">
                          <a:latin typeface="+mn-ea"/>
                          <a:ea typeface="+mn-ea"/>
                          <a:cs typeface="Segoe UI" panose="020B0502040204020203" pitchFamily="34" charset="0"/>
                        </a:rPr>
                        <a:t>, Indo Muro </a:t>
                      </a:r>
                      <a:r>
                        <a:rPr lang="en-MY" sz="1400" err="1">
                          <a:latin typeface="+mn-ea"/>
                          <a:ea typeface="+mn-ea"/>
                          <a:cs typeface="Segoe UI" panose="020B0502040204020203" pitchFamily="34" charset="0"/>
                        </a:rPr>
                        <a:t>Kencana</a:t>
                      </a:r>
                      <a:endParaRPr lang="en-MY" sz="1400">
                        <a:latin typeface="+mn-ea"/>
                        <a:ea typeface="+mn-ea"/>
                        <a:cs typeface="Segoe UI" panose="020B0502040204020203" pitchFamily="34" charset="0"/>
                      </a:endParaRP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464145804"/>
                  </a:ext>
                </a:extLst>
              </a:tr>
              <a:tr h="814670">
                <a:tc>
                  <a:txBody>
                    <a:bodyPr/>
                    <a:lstStyle/>
                    <a:p>
                      <a:pPr algn="ctr">
                        <a:buNone/>
                      </a:pPr>
                      <a:r>
                        <a:rPr lang="ja-JP" altLang="en-US" sz="1400">
                          <a:solidFill>
                            <a:schemeClr val="bg1"/>
                          </a:solidFill>
                          <a:latin typeface="+mn-ea"/>
                          <a:ea typeface="+mn-ea"/>
                          <a:cs typeface="Segoe UI" panose="020B0502040204020203" pitchFamily="34" charset="0"/>
                        </a:rPr>
                        <a:t>小売</a:t>
                      </a:r>
                      <a:r>
                        <a:rPr lang="en-US" altLang="ja-JP" sz="1400">
                          <a:solidFill>
                            <a:schemeClr val="bg1"/>
                          </a:solidFill>
                          <a:latin typeface="+mn-ea"/>
                          <a:ea typeface="+mn-ea"/>
                          <a:cs typeface="Segoe UI" panose="020B0502040204020203" pitchFamily="34" charset="0"/>
                        </a:rPr>
                        <a:t>/</a:t>
                      </a:r>
                      <a:r>
                        <a:rPr lang="ja-JP" altLang="en-US" sz="1400">
                          <a:solidFill>
                            <a:schemeClr val="bg1"/>
                          </a:solidFill>
                          <a:latin typeface="+mn-ea"/>
                          <a:ea typeface="+mn-ea"/>
                          <a:cs typeface="Segoe UI" panose="020B0502040204020203" pitchFamily="34" charset="0"/>
                        </a:rPr>
                        <a:t>レジャー</a:t>
                      </a:r>
                      <a:endParaRPr lang="en-MY" sz="1400">
                        <a:solidFill>
                          <a:schemeClr val="bg1"/>
                        </a:solidFill>
                        <a:latin typeface="+mn-ea"/>
                        <a:ea typeface="+mn-ea"/>
                        <a:cs typeface="Segoe UI" panose="020B0502040204020203" pitchFamily="34" charset="0"/>
                      </a:endParaRPr>
                    </a:p>
                  </a:txBody>
                  <a:tcPr marL="36576" marR="36576"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a:buNone/>
                      </a:pPr>
                      <a:r>
                        <a:rPr lang="en-MY" sz="1400">
                          <a:latin typeface="+mn-ea"/>
                          <a:ea typeface="+mn-ea"/>
                          <a:cs typeface="Segoe UI" panose="020B0502040204020203" pitchFamily="34" charset="0"/>
                        </a:rPr>
                        <a:t>Dior, Taman Mini Indonesia Indah, </a:t>
                      </a:r>
                      <a:r>
                        <a:rPr lang="en-MY" sz="1400" err="1">
                          <a:latin typeface="+mn-ea"/>
                          <a:ea typeface="+mn-ea"/>
                          <a:cs typeface="Segoe UI" panose="020B0502040204020203" pitchFamily="34" charset="0"/>
                        </a:rPr>
                        <a:t>Aquaboom</a:t>
                      </a:r>
                      <a:r>
                        <a:rPr lang="en-MY" sz="1400">
                          <a:latin typeface="+mn-ea"/>
                          <a:ea typeface="+mn-ea"/>
                          <a:cs typeface="Segoe UI" panose="020B0502040204020203" pitchFamily="34" charset="0"/>
                        </a:rPr>
                        <a:t> Waterpark, CNC Fitness </a:t>
                      </a:r>
                      <a:r>
                        <a:rPr lang="en-MY" sz="1400" err="1">
                          <a:latin typeface="+mn-ea"/>
                          <a:ea typeface="+mn-ea"/>
                          <a:cs typeface="Segoe UI" panose="020B0502040204020203" pitchFamily="34" charset="0"/>
                        </a:rPr>
                        <a:t>Pentacity</a:t>
                      </a:r>
                      <a:r>
                        <a:rPr lang="en-MY" sz="1400">
                          <a:latin typeface="+mn-ea"/>
                          <a:ea typeface="+mn-ea"/>
                          <a:cs typeface="Segoe UI" panose="020B0502040204020203" pitchFamily="34" charset="0"/>
                        </a:rPr>
                        <a:t>, The Honey Lady</a:t>
                      </a: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12373075"/>
                  </a:ext>
                </a:extLst>
              </a:tr>
            </a:tbl>
          </a:graphicData>
        </a:graphic>
      </p:graphicFrame>
    </p:spTree>
    <p:extLst>
      <p:ext uri="{BB962C8B-B14F-4D97-AF65-F5344CB8AC3E}">
        <p14:creationId xmlns:p14="http://schemas.microsoft.com/office/powerpoint/2010/main" val="423174136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17. Pola Inti Integrasi</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Jakarta-based company specializing in security system integration and general trading</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064240" y="109728"/>
            <a:ext cx="640080" cy="64008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0" name="Table 0"/>
          <p:cNvGraphicFramePr>
            <a:graphicFrameLocks noGrp="1"/>
          </p:cNvGraphicFramePr>
          <p:nvPr>
            <p:extLst>
              <p:ext uri="{D42A27DB-BD31-4B8C-83A1-F6EECF244321}">
                <p14:modId xmlns:p14="http://schemas.microsoft.com/office/powerpoint/2010/main" val="4250520045"/>
              </p:ext>
            </p:extLst>
          </p:nvPr>
        </p:nvGraphicFramePr>
        <p:xfrm>
          <a:off x="338328" y="1691640"/>
          <a:ext cx="5577840" cy="4401185"/>
        </p:xfrm>
        <a:graphic>
          <a:graphicData uri="http://schemas.openxmlformats.org/drawingml/2006/table">
            <a:tbl>
              <a:tblPr/>
              <a:tblGrid>
                <a:gridCol w="128016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3831243909"/>
                    </a:ext>
                  </a:extLst>
                </a:gridCol>
              </a:tblGrid>
              <a:tr h="356853">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gridSpan="2">
                  <a:txBody>
                    <a:bodyPr/>
                    <a:lstStyle/>
                    <a:p>
                      <a:pPr marL="0" indent="0" algn="l">
                        <a:buNone/>
                      </a:pPr>
                      <a:r>
                        <a:rPr lang="en-US" sz="1400" u="sng">
                          <a:solidFill>
                            <a:schemeClr val="tx1"/>
                          </a:solidFill>
                          <a:latin typeface="Segoe UI" pitchFamily="34" charset="0"/>
                          <a:ea typeface="Segoe UI" pitchFamily="34" charset="-122"/>
                          <a:cs typeface="Segoe UI" pitchFamily="34" charset="-120"/>
                          <a:hlinkClick r:id="rId5" tooltip="Visit company website">
                            <a:extLst>
                              <a:ext uri="{A12FA001-AC4F-418D-AE19-62706E023703}">
                                <ahyp:hlinkClr xmlns:ahyp="http://schemas.microsoft.com/office/drawing/2018/hyperlinkcolor" val="tx"/>
                              </a:ext>
                            </a:extLst>
                          </a:hlinkClick>
                        </a:rPr>
                        <a:t>Pola Inti Integrasi</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hMerge="1">
                  <a:txBody>
                    <a:bodyPr/>
                    <a:lstStyle/>
                    <a:p>
                      <a:endParaRPr lang="en-MY"/>
                    </a:p>
                  </a:txBody>
                  <a:tcPr/>
                </a:tc>
                <a:extLst>
                  <a:ext uri="{0D108BD9-81ED-4DB2-BD59-A6C34878D82A}">
                    <a16:rowId xmlns:a16="http://schemas.microsoft.com/office/drawing/2014/main" val="10000"/>
                  </a:ext>
                </a:extLst>
              </a:tr>
              <a:tr h="356853">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gridSpan="2">
                  <a:txBody>
                    <a:bodyPr/>
                    <a:lstStyle/>
                    <a:p>
                      <a:pPr marL="0" indent="0" algn="l">
                        <a:buNone/>
                      </a:pPr>
                      <a:r>
                        <a:rPr lang="en-US" sz="1400">
                          <a:solidFill>
                            <a:schemeClr val="tx1"/>
                          </a:solidFill>
                          <a:latin typeface="Segoe UI" pitchFamily="34" charset="0"/>
                          <a:ea typeface="Segoe UI" pitchFamily="34" charset="-122"/>
                          <a:cs typeface="Segoe UI" pitchFamily="34" charset="-120"/>
                        </a:rPr>
                        <a:t>2020</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hMerge="1">
                  <a:txBody>
                    <a:bodyPr/>
                    <a:lstStyle/>
                    <a:p>
                      <a:endParaRPr lang="en-MY"/>
                    </a:p>
                  </a:txBody>
                  <a:tcPr/>
                </a:tc>
                <a:extLst>
                  <a:ext uri="{0D108BD9-81ED-4DB2-BD59-A6C34878D82A}">
                    <a16:rowId xmlns:a16="http://schemas.microsoft.com/office/drawing/2014/main" val="10001"/>
                  </a:ext>
                </a:extLst>
              </a:tr>
              <a:tr h="356853">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gridSpan="2">
                  <a:txBody>
                    <a:bodyPr/>
                    <a:lstStyle/>
                    <a:p>
                      <a:pPr marL="0" indent="0" algn="l">
                        <a:buNone/>
                      </a:pPr>
                      <a:r>
                        <a:rPr lang="en-US" sz="1400">
                          <a:solidFill>
                            <a:schemeClr val="tx1"/>
                          </a:solidFill>
                          <a:latin typeface="Segoe UI" pitchFamily="34" charset="0"/>
                          <a:ea typeface="Segoe UI" pitchFamily="34" charset="-122"/>
                          <a:cs typeface="Segoe UI" pitchFamily="34" charset="-120"/>
                        </a:rPr>
                        <a:t>Jakarta Selatan, Indonesia</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hMerge="1">
                  <a:txBody>
                    <a:bodyPr/>
                    <a:lstStyle/>
                    <a:p>
                      <a:endParaRPr lang="en-MY"/>
                    </a:p>
                  </a:txBody>
                  <a:tcPr/>
                </a:tc>
                <a:extLst>
                  <a:ext uri="{0D108BD9-81ED-4DB2-BD59-A6C34878D82A}">
                    <a16:rowId xmlns:a16="http://schemas.microsoft.com/office/drawing/2014/main" val="10002"/>
                  </a:ext>
                </a:extLst>
              </a:tr>
              <a:tr h="208164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gridSpan="2">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Provide security system integration including CCTV, access control, and visitor management systems</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Distribute parking systems for various applications such as banking and retail</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Offer general contracting services for diverse industries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hMerge="1">
                  <a:txBody>
                    <a:bodyPr/>
                    <a:lstStyle/>
                    <a:p>
                      <a:endParaRPr lang="en-MY"/>
                    </a:p>
                  </a:txBody>
                  <a:tcPr/>
                </a:tc>
                <a:extLst>
                  <a:ext uri="{0D108BD9-81ED-4DB2-BD59-A6C34878D82A}">
                    <a16:rowId xmlns:a16="http://schemas.microsoft.com/office/drawing/2014/main" val="10004"/>
                  </a:ext>
                </a:extLst>
              </a:tr>
              <a:tr h="1248985">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Industries Served</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Banking</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Hospitals</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Sales &amp; Distribution</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Factories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Apartments</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Supermarkets</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Retail</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mn-ea"/>
                          <a:cs typeface="Segoe UI" panose="020B0502040204020203" pitchFamily="34" charset="0"/>
                        </a:rPr>
                        <a:t>Government</a:t>
                      </a:r>
                    </a:p>
                  </a:txBody>
                  <a:tcPr marL="36576" marR="36576" marT="0" marB="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Text 6"/>
          <p:cNvSpPr/>
          <p:nvPr/>
        </p:nvSpPr>
        <p:spPr>
          <a:xfrm>
            <a:off x="347472" y="6159021"/>
            <a:ext cx="11430000" cy="337255"/>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Note: UVSS (Under Vehicle Scan System), SYSTEM (UVSS)</a:t>
            </a:r>
            <a:endParaRPr lang="en-US" sz="1000"/>
          </a:p>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graphicFrame>
        <p:nvGraphicFramePr>
          <p:cNvPr id="14" name="Table 1">
            <a:extLst>
              <a:ext uri="{FF2B5EF4-FFF2-40B4-BE49-F238E27FC236}">
                <a16:creationId xmlns:a16="http://schemas.microsoft.com/office/drawing/2014/main" id="{7CF47897-B9FA-38E6-CFC2-AAAAD0CF2D3B}"/>
              </a:ext>
            </a:extLst>
          </p:cNvPr>
          <p:cNvGraphicFramePr>
            <a:graphicFrameLocks noGrp="1"/>
          </p:cNvGraphicFramePr>
          <p:nvPr>
            <p:extLst>
              <p:ext uri="{D42A27DB-BD31-4B8C-83A1-F6EECF244321}">
                <p14:modId xmlns:p14="http://schemas.microsoft.com/office/powerpoint/2010/main" val="1290589161"/>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Security Integration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dirty="0">
                          <a:latin typeface="Segoe UI" panose="020B0502040204020203" pitchFamily="34" charset="0"/>
                          <a:cs typeface="Segoe UI" panose="020B0502040204020203" pitchFamily="34" charset="0"/>
                        </a:rPr>
                        <a:t>Security System Integration, CCTV, access control, visitor management, guard patrol</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986686636"/>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Parking Automation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Parking Systems, automated parking for banking, retail, commercial sites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Vehicle Screening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Under Vehicle Scan System (UVSS), vehicle scanning at entry points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Person Screening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Walkthrough Metal Detector, secure entry detection for high-security areas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Baggage/Cargo Screening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X-ray Scanner System, baggage and cargo inspection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&amp; Workforce Control</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dirty="0">
                          <a:latin typeface="Segoe UI" panose="020B0502040204020203" pitchFamily="34" charset="0"/>
                          <a:cs typeface="Segoe UI" panose="020B0502040204020203" pitchFamily="34" charset="0"/>
                        </a:rPr>
                        <a:t>Entrance Gate Solutions, Elevator Controller Systems, Attendance Machines + Software, automated gates, elevator access control, time/attendance tracking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D43AB-AAE5-B9A9-E013-2A3B9349C99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D33C49A-06DA-FC10-25A1-BD8CA305CEB3}"/>
              </a:ext>
            </a:extLst>
          </p:cNvPr>
          <p:cNvSpPr/>
          <p:nvPr/>
        </p:nvSpPr>
        <p:spPr>
          <a:xfrm>
            <a:off x="0" y="932688"/>
            <a:ext cx="12191695" cy="0"/>
          </a:xfrm>
          <a:prstGeom prst="line">
            <a:avLst/>
          </a:prstGeom>
          <a:noFill/>
          <a:ln w="57150">
            <a:solidFill>
              <a:srgbClr val="293F55"/>
            </a:solidFill>
            <a:prstDash val="solid"/>
          </a:ln>
        </p:spPr>
        <p:txBody>
          <a:bodyPr/>
          <a:lstStyle/>
          <a:p>
            <a:endParaRPr lang="en-TH"/>
          </a:p>
        </p:txBody>
      </p:sp>
      <p:sp>
        <p:nvSpPr>
          <p:cNvPr id="3" name="Shape 1">
            <a:extLst>
              <a:ext uri="{FF2B5EF4-FFF2-40B4-BE49-F238E27FC236}">
                <a16:creationId xmlns:a16="http://schemas.microsoft.com/office/drawing/2014/main" id="{76B8EE8C-0AD8-14F6-DBBC-0E0BAC1D933C}"/>
              </a:ext>
            </a:extLst>
          </p:cNvPr>
          <p:cNvSpPr/>
          <p:nvPr/>
        </p:nvSpPr>
        <p:spPr>
          <a:xfrm>
            <a:off x="0" y="1005840"/>
            <a:ext cx="12191695" cy="0"/>
          </a:xfrm>
          <a:prstGeom prst="line">
            <a:avLst/>
          </a:prstGeom>
          <a:noFill/>
          <a:ln w="28575">
            <a:solidFill>
              <a:srgbClr val="293F55"/>
            </a:solidFill>
            <a:prstDash val="solid"/>
          </a:ln>
        </p:spPr>
        <p:txBody>
          <a:bodyPr/>
          <a:lstStyle/>
          <a:p>
            <a:endParaRPr lang="en-TH"/>
          </a:p>
        </p:txBody>
      </p:sp>
      <p:sp>
        <p:nvSpPr>
          <p:cNvPr id="4" name="Shape 2">
            <a:extLst>
              <a:ext uri="{FF2B5EF4-FFF2-40B4-BE49-F238E27FC236}">
                <a16:creationId xmlns:a16="http://schemas.microsoft.com/office/drawing/2014/main" id="{3B2F2166-035F-8DAD-F4C2-34683BD8E603}"/>
              </a:ext>
            </a:extLst>
          </p:cNvPr>
          <p:cNvSpPr/>
          <p:nvPr/>
        </p:nvSpPr>
        <p:spPr>
          <a:xfrm>
            <a:off x="0" y="6620256"/>
            <a:ext cx="12191695" cy="0"/>
          </a:xfrm>
          <a:prstGeom prst="line">
            <a:avLst/>
          </a:prstGeom>
          <a:noFill/>
          <a:ln w="28575">
            <a:solidFill>
              <a:srgbClr val="293F55"/>
            </a:solidFill>
            <a:prstDash val="solid"/>
          </a:ln>
        </p:spPr>
        <p:txBody>
          <a:bodyPr/>
          <a:lstStyle/>
          <a:p>
            <a:endParaRPr lang="en-TH"/>
          </a:p>
        </p:txBody>
      </p:sp>
      <p:sp>
        <p:nvSpPr>
          <p:cNvPr id="5" name="Text 3">
            <a:extLst>
              <a:ext uri="{FF2B5EF4-FFF2-40B4-BE49-F238E27FC236}">
                <a16:creationId xmlns:a16="http://schemas.microsoft.com/office/drawing/2014/main" id="{4D477535-D70D-ACB3-EBD8-DC6B356E8444}"/>
              </a:ext>
            </a:extLst>
          </p:cNvPr>
          <p:cNvSpPr/>
          <p:nvPr/>
        </p:nvSpPr>
        <p:spPr>
          <a:xfrm>
            <a:off x="347472" y="64008"/>
            <a:ext cx="9174480" cy="822960"/>
          </a:xfrm>
          <a:prstGeom prst="rect">
            <a:avLst/>
          </a:prstGeom>
          <a:noFill/>
          <a:ln/>
        </p:spPr>
        <p:txBody>
          <a:bodyPr wrap="square" lIns="0" tIns="0" rIns="0" bIns="0" rtlCol="0" anchor="b"/>
          <a:lstStyle/>
          <a:p>
            <a:pPr fontAlgn="b"/>
            <a:r>
              <a:rPr lang="en-US" sz="2000">
                <a:solidFill>
                  <a:srgbClr val="000000"/>
                </a:solidFill>
                <a:latin typeface="+mj-ea"/>
                <a:ea typeface="+mj-ea"/>
                <a:cs typeface="Segoe UI" panose="020B0502040204020203" pitchFamily="34" charset="0"/>
              </a:rPr>
              <a:t>18. P Enterprise Solution (Penso)​</a:t>
            </a:r>
          </a:p>
          <a:p>
            <a:r>
              <a:rPr lang="en-GB" altLang="ja-JP" sz="1600">
                <a:latin typeface="Yu Gothic" panose="020B0400000000000000" pitchFamily="34" charset="-128"/>
                <a:ea typeface="Yu Gothic" panose="020B0400000000000000" pitchFamily="34" charset="-128"/>
              </a:rPr>
              <a:t>CCTV</a:t>
            </a:r>
            <a:r>
              <a:rPr lang="ja-JP" altLang="en-GB" sz="1600">
                <a:latin typeface="Yu Gothic" panose="020B0400000000000000" pitchFamily="34" charset="-128"/>
                <a:ea typeface="Yu Gothic" panose="020B0400000000000000" pitchFamily="34" charset="-128"/>
              </a:rPr>
              <a:t>、</a:t>
            </a:r>
            <a:r>
              <a:rPr lang="ja-JP" altLang="en-US" sz="1600">
                <a:latin typeface="Yu Gothic" panose="020B0400000000000000" pitchFamily="34" charset="-128"/>
                <a:ea typeface="Yu Gothic" panose="020B0400000000000000" pitchFamily="34" charset="-128"/>
              </a:rPr>
              <a:t>ネットワークインフラ、入退室管理ソリューションを中心としたセキュリティシステムのインテグレーションサービスを提供する企業</a:t>
            </a:r>
          </a:p>
        </p:txBody>
      </p:sp>
      <p:pic>
        <p:nvPicPr>
          <p:cNvPr id="6" name="Image 0" descr="preencoded.png">
            <a:extLst>
              <a:ext uri="{FF2B5EF4-FFF2-40B4-BE49-F238E27FC236}">
                <a16:creationId xmlns:a16="http://schemas.microsoft.com/office/drawing/2014/main" id="{BCA7D106-2FC3-D1BF-0FE1-9FE22C5EE08D}"/>
              </a:ext>
            </a:extLst>
          </p:cNvPr>
          <p:cNvPicPr>
            <a:picLocks noChangeAspect="1"/>
          </p:cNvPicPr>
          <p:nvPr/>
        </p:nvPicPr>
        <p:blipFill>
          <a:blip r:embed="rId3"/>
          <a:stretch>
            <a:fillRect/>
          </a:stretch>
        </p:blipFill>
        <p:spPr>
          <a:xfrm>
            <a:off x="9729216" y="201168"/>
            <a:ext cx="758952" cy="502920"/>
          </a:xfrm>
          <a:prstGeom prst="rect">
            <a:avLst/>
          </a:prstGeom>
        </p:spPr>
      </p:pic>
      <p:sp>
        <p:nvSpPr>
          <p:cNvPr id="7" name="Shape 4">
            <a:extLst>
              <a:ext uri="{FF2B5EF4-FFF2-40B4-BE49-F238E27FC236}">
                <a16:creationId xmlns:a16="http://schemas.microsoft.com/office/drawing/2014/main" id="{BE86D5D5-1A30-19F6-4528-1648DE6EF5B4}"/>
              </a:ext>
            </a:extLst>
          </p:cNvPr>
          <p:cNvSpPr/>
          <p:nvPr/>
        </p:nvSpPr>
        <p:spPr>
          <a:xfrm>
            <a:off x="9729216" y="201168"/>
            <a:ext cx="758952" cy="502920"/>
          </a:xfrm>
          <a:prstGeom prst="rect">
            <a:avLst/>
          </a:prstGeom>
          <a:ln w="12700">
            <a:solidFill>
              <a:srgbClr val="000000"/>
            </a:solidFill>
            <a:prstDash val="solid"/>
          </a:ln>
        </p:spPr>
        <p:txBody>
          <a:bodyPr/>
          <a:lstStyle/>
          <a:p>
            <a:endParaRPr lang="en-TH"/>
          </a:p>
        </p:txBody>
      </p:sp>
      <p:sp>
        <p:nvSpPr>
          <p:cNvPr id="9" name="Text 5">
            <a:extLst>
              <a:ext uri="{FF2B5EF4-FFF2-40B4-BE49-F238E27FC236}">
                <a16:creationId xmlns:a16="http://schemas.microsoft.com/office/drawing/2014/main" id="{FE6F23AD-3681-E574-A161-BF5484838C34}"/>
              </a:ext>
            </a:extLst>
          </p:cNvPr>
          <p:cNvSpPr/>
          <p:nvPr/>
        </p:nvSpPr>
        <p:spPr>
          <a:xfrm>
            <a:off x="338328" y="1252728"/>
            <a:ext cx="5577840" cy="320040"/>
          </a:xfrm>
          <a:prstGeom prst="rect">
            <a:avLst/>
          </a:prstGeom>
          <a:noFill/>
          <a:ln/>
        </p:spPr>
        <p:txBody>
          <a:bodyPr wrap="square" rtlCol="0" anchor="ctr"/>
          <a:lstStyle/>
          <a:p>
            <a:pPr algn="ctr"/>
            <a:r>
              <a:rPr lang="ja-JP" altLang="en-US" sz="1400">
                <a:solidFill>
                  <a:srgbClr val="000000"/>
                </a:solidFill>
                <a:latin typeface="Segoe UI" pitchFamily="34" charset="0"/>
                <a:cs typeface="Segoe UI" pitchFamily="34" charset="-120"/>
              </a:rPr>
              <a:t>会社基本情報</a:t>
            </a:r>
            <a:endParaRPr lang="en-US" altLang="ja-JP" sz="1400"/>
          </a:p>
        </p:txBody>
      </p:sp>
      <p:sp>
        <p:nvSpPr>
          <p:cNvPr id="10" name="Shape 6">
            <a:extLst>
              <a:ext uri="{FF2B5EF4-FFF2-40B4-BE49-F238E27FC236}">
                <a16:creationId xmlns:a16="http://schemas.microsoft.com/office/drawing/2014/main" id="{8E5CCA98-46A0-9BF5-3486-5B2D87A18040}"/>
              </a:ext>
            </a:extLst>
          </p:cNvPr>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11" name="Text 7">
            <a:extLst>
              <a:ext uri="{FF2B5EF4-FFF2-40B4-BE49-F238E27FC236}">
                <a16:creationId xmlns:a16="http://schemas.microsoft.com/office/drawing/2014/main" id="{05FA2B62-39BB-4889-ADF1-0F0AC6458101}"/>
              </a:ext>
            </a:extLst>
          </p:cNvPr>
          <p:cNvSpPr/>
          <p:nvPr/>
        </p:nvSpPr>
        <p:spPr>
          <a:xfrm>
            <a:off x="6272784" y="1252728"/>
            <a:ext cx="5577840" cy="320040"/>
          </a:xfrm>
          <a:prstGeom prst="rect">
            <a:avLst/>
          </a:prstGeom>
          <a:noFill/>
          <a:ln/>
        </p:spPr>
        <p:txBody>
          <a:bodyPr wrap="square" rtlCol="0" anchor="ctr"/>
          <a:lstStyle/>
          <a:p>
            <a:pPr marL="0" indent="0" algn="ctr">
              <a:buNone/>
            </a:pPr>
            <a:r>
              <a:rPr lang="ja-JP" altLang="en-US" sz="1400">
                <a:solidFill>
                  <a:srgbClr val="000000"/>
                </a:solidFill>
                <a:latin typeface="Segoe UI" pitchFamily="34" charset="0"/>
                <a:cs typeface="Segoe UI" pitchFamily="34" charset="-120"/>
              </a:rPr>
              <a:t>主要顧客</a:t>
            </a:r>
            <a:endParaRPr lang="en-US" sz="1400"/>
          </a:p>
        </p:txBody>
      </p:sp>
      <p:sp>
        <p:nvSpPr>
          <p:cNvPr id="12" name="Shape 8">
            <a:extLst>
              <a:ext uri="{FF2B5EF4-FFF2-40B4-BE49-F238E27FC236}">
                <a16:creationId xmlns:a16="http://schemas.microsoft.com/office/drawing/2014/main" id="{AB2D8158-7FAC-224C-C865-ECF69EB2D8A9}"/>
              </a:ext>
            </a:extLst>
          </p:cNvPr>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3" name="Table 0">
            <a:extLst>
              <a:ext uri="{FF2B5EF4-FFF2-40B4-BE49-F238E27FC236}">
                <a16:creationId xmlns:a16="http://schemas.microsoft.com/office/drawing/2014/main" id="{AB562678-242D-0046-5AFD-5959539ACFDE}"/>
              </a:ext>
            </a:extLst>
          </p:cNvPr>
          <p:cNvGraphicFramePr>
            <a:graphicFrameLocks noGrp="1"/>
          </p:cNvGraphicFramePr>
          <p:nvPr/>
        </p:nvGraphicFramePr>
        <p:xfrm>
          <a:off x="338328" y="1691640"/>
          <a:ext cx="5577840" cy="4401182"/>
        </p:xfrm>
        <a:graphic>
          <a:graphicData uri="http://schemas.openxmlformats.org/drawingml/2006/table">
            <a:tbl>
              <a:tblPr/>
              <a:tblGrid>
                <a:gridCol w="128016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3570220524"/>
                    </a:ext>
                  </a:extLst>
                </a:gridCol>
              </a:tblGrid>
              <a:tr h="314370">
                <a:tc>
                  <a:txBody>
                    <a:bodyPr/>
                    <a:lstStyle/>
                    <a:p>
                      <a:pPr marL="0" indent="0" algn="ctr">
                        <a:buNone/>
                      </a:pPr>
                      <a:r>
                        <a:rPr lang="ja-JP" altLang="en-US" sz="1400">
                          <a:solidFill>
                            <a:srgbClr val="FFFFFF"/>
                          </a:solidFill>
                          <a:latin typeface="+mn-ea"/>
                          <a:ea typeface="+mn-ea"/>
                          <a:cs typeface="Segoe UI" pitchFamily="34" charset="-120"/>
                        </a:rPr>
                        <a:t>会社名</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gridSpan="2">
                  <a:txBody>
                    <a:bodyPr/>
                    <a:lstStyle/>
                    <a:p>
                      <a:pPr fontAlgn="b"/>
                      <a:r>
                        <a:rPr kumimoji="1" lang="en-US" sz="1400" b="0" i="0" u="none" strike="noStrike" kern="1200">
                          <a:solidFill>
                            <a:schemeClr val="tx1"/>
                          </a:solidFill>
                          <a:effectLst/>
                          <a:latin typeface="+mn-ea"/>
                          <a:ea typeface="+mn-ea"/>
                          <a:cs typeface="Segoe UI" panose="020B0502040204020203" pitchFamily="34" charset="0"/>
                          <a:hlinkClick r:id="rId4">
                            <a:extLst>
                              <a:ext uri="{A12FA001-AC4F-418D-AE19-62706E023703}">
                                <ahyp:hlinkClr xmlns:ahyp="http://schemas.microsoft.com/office/drawing/2018/hyperlinkcolor" val="tx"/>
                              </a:ext>
                            </a:extLst>
                          </a:hlinkClick>
                        </a:rPr>
                        <a:t>P Enterprise Solution​</a:t>
                      </a:r>
                      <a:endParaRPr kumimoji="1" lang="en-US" sz="1400" b="0" i="0" u="none" strike="noStrike" kern="1200">
                        <a:solidFill>
                          <a:schemeClr val="tx1"/>
                        </a:solidFill>
                        <a:effectLst/>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hMerge="1">
                  <a:txBody>
                    <a:bodyPr/>
                    <a:lstStyle/>
                    <a:p>
                      <a:endParaRPr lang="ja-TH" altLang="en-US"/>
                    </a:p>
                  </a:txBody>
                  <a:tcPr/>
                </a:tc>
                <a:extLst>
                  <a:ext uri="{0D108BD9-81ED-4DB2-BD59-A6C34878D82A}">
                    <a16:rowId xmlns:a16="http://schemas.microsoft.com/office/drawing/2014/main" val="10000"/>
                  </a:ext>
                </a:extLst>
              </a:tr>
              <a:tr h="314370">
                <a:tc>
                  <a:txBody>
                    <a:bodyPr/>
                    <a:lstStyle/>
                    <a:p>
                      <a:pPr marL="0" indent="0" algn="ctr">
                        <a:buNone/>
                      </a:pPr>
                      <a:r>
                        <a:rPr lang="ja-JP" altLang="en-US" sz="1400">
                          <a:solidFill>
                            <a:srgbClr val="FFFFFF"/>
                          </a:solidFill>
                          <a:latin typeface="+mn-ea"/>
                          <a:ea typeface="+mn-ea"/>
                          <a:cs typeface="Segoe UI" pitchFamily="34" charset="-120"/>
                        </a:rPr>
                        <a:t>設立年</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gridSpan="2">
                  <a:txBody>
                    <a:bodyPr/>
                    <a:lstStyle/>
                    <a:p>
                      <a:pPr marL="0" indent="0" algn="l">
                        <a:buNone/>
                      </a:pPr>
                      <a:r>
                        <a:rPr lang="en-US" sz="1400" b="0">
                          <a:latin typeface="+mn-ea"/>
                          <a:ea typeface="+mn-ea"/>
                          <a:cs typeface="Segoe UI" panose="020B0502040204020203" pitchFamily="34" charset="0"/>
                        </a:rPr>
                        <a:t>2023年</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hMerge="1">
                  <a:txBody>
                    <a:bodyPr/>
                    <a:lstStyle/>
                    <a:p>
                      <a:endParaRPr lang="ja-TH" altLang="en-US"/>
                    </a:p>
                  </a:txBody>
                  <a:tcPr/>
                </a:tc>
                <a:extLst>
                  <a:ext uri="{0D108BD9-81ED-4DB2-BD59-A6C34878D82A}">
                    <a16:rowId xmlns:a16="http://schemas.microsoft.com/office/drawing/2014/main" val="10001"/>
                  </a:ext>
                </a:extLst>
              </a:tr>
              <a:tr h="314370">
                <a:tc>
                  <a:txBody>
                    <a:bodyPr/>
                    <a:lstStyle/>
                    <a:p>
                      <a:pPr marL="0" indent="0" algn="ctr">
                        <a:buNone/>
                      </a:pPr>
                      <a:r>
                        <a:rPr lang="ja-JP" altLang="en-US" sz="1400">
                          <a:solidFill>
                            <a:srgbClr val="FFFFFF"/>
                          </a:solidFill>
                          <a:latin typeface="+mn-ea"/>
                          <a:ea typeface="+mn-ea"/>
                          <a:cs typeface="Segoe UI" pitchFamily="34" charset="-120"/>
                        </a:rPr>
                        <a:t>本社</a:t>
                      </a:r>
                      <a:r>
                        <a:rPr lang="ja-TH" altLang="en-US" sz="1400">
                          <a:solidFill>
                            <a:srgbClr val="FFFFFF"/>
                          </a:solidFill>
                          <a:latin typeface="+mn-ea"/>
                          <a:ea typeface="+mn-ea"/>
                          <a:cs typeface="Segoe UI" pitchFamily="34" charset="-120"/>
                        </a:rPr>
                        <a:t>所在地</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gridSpan="2">
                  <a:txBody>
                    <a:bodyPr/>
                    <a:lstStyle/>
                    <a:p>
                      <a:pPr marL="0" indent="0" algn="l">
                        <a:buNone/>
                      </a:pPr>
                      <a:r>
                        <a:rPr lang="en-US" sz="1400" b="0" err="1">
                          <a:latin typeface="+mn-ea"/>
                          <a:ea typeface="+mn-ea"/>
                          <a:cs typeface="Segoe UI" panose="020B0502040204020203" pitchFamily="34" charset="0"/>
                        </a:rPr>
                        <a:t>タイ、バンコク</a:t>
                      </a:r>
                      <a:endParaRPr lang="en-US" sz="1400" b="0">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hMerge="1">
                  <a:txBody>
                    <a:bodyPr/>
                    <a:lstStyle/>
                    <a:p>
                      <a:endParaRPr lang="ja-TH" altLang="en-US"/>
                    </a:p>
                  </a:txBody>
                  <a:tcPr/>
                </a:tc>
                <a:extLst>
                  <a:ext uri="{0D108BD9-81ED-4DB2-BD59-A6C34878D82A}">
                    <a16:rowId xmlns:a16="http://schemas.microsoft.com/office/drawing/2014/main" val="10002"/>
                  </a:ext>
                </a:extLst>
              </a:tr>
              <a:tr h="943111">
                <a:tc>
                  <a:txBody>
                    <a:bodyPr/>
                    <a:lstStyle/>
                    <a:p>
                      <a:pPr marL="0" indent="0" algn="ctr">
                        <a:buNone/>
                      </a:pPr>
                      <a:r>
                        <a:rPr lang="ja-JP" altLang="en-US" sz="1400">
                          <a:solidFill>
                            <a:srgbClr val="FFFFFF"/>
                          </a:solidFill>
                          <a:latin typeface="+mn-ea"/>
                          <a:ea typeface="+mn-ea"/>
                          <a:cs typeface="Segoe UI" pitchFamily="34" charset="-120"/>
                        </a:rPr>
                        <a:t>事業概要</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gridSpan="2">
                  <a:txBody>
                    <a:bodyPr/>
                    <a:lstStyle/>
                    <a:p>
                      <a:pPr marL="0" indent="0" algn="l">
                        <a:buNone/>
                      </a:pP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企業向けに、システムインテグレーション、ネットワークインフラ、サイバーセキュリティを中心としたエンタープライズ</a:t>
                      </a:r>
                      <a:r>
                        <a:rPr kumimoji="1" lang="en-GB" altLang="ja-JP" sz="1400" b="0" i="0" u="none" strike="noStrike" kern="1200">
                          <a:solidFill>
                            <a:schemeClr val="tx1"/>
                          </a:solidFill>
                          <a:effectLst/>
                          <a:latin typeface="Yu Gothic" panose="020B0400000000000000" pitchFamily="34" charset="-128"/>
                          <a:ea typeface="Yu Gothic" panose="020B0400000000000000" pitchFamily="34" charset="-128"/>
                          <a:cs typeface="+mn-cs"/>
                        </a:rPr>
                        <a:t>IT</a:t>
                      </a: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ソリューションを提供</a:t>
                      </a:r>
                      <a:endParaRPr lang="en-US" sz="1400" b="0">
                        <a:latin typeface="Yu Gothic" panose="020B0400000000000000" pitchFamily="34" charset="-128"/>
                        <a:ea typeface="Yu Gothic" panose="020B0400000000000000" pitchFamily="34" charset="-128"/>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hMerge="1">
                  <a:txBody>
                    <a:bodyPr/>
                    <a:lstStyle/>
                    <a:p>
                      <a:endParaRPr lang="ja-TH" altLang="en-US"/>
                    </a:p>
                  </a:txBody>
                  <a:tcPr/>
                </a:tc>
                <a:extLst>
                  <a:ext uri="{0D108BD9-81ED-4DB2-BD59-A6C34878D82A}">
                    <a16:rowId xmlns:a16="http://schemas.microsoft.com/office/drawing/2014/main" val="10003"/>
                  </a:ext>
                </a:extLst>
              </a:tr>
              <a:tr h="1886221">
                <a:tc>
                  <a:txBody>
                    <a:bodyPr/>
                    <a:lstStyle/>
                    <a:p>
                      <a:pPr marL="0" indent="0" algn="ctr">
                        <a:buNone/>
                      </a:pPr>
                      <a:r>
                        <a:rPr lang="ja-JP" altLang="en-US" sz="1400">
                          <a:solidFill>
                            <a:srgbClr val="FFFFFF"/>
                          </a:solidFill>
                          <a:latin typeface="+mn-ea"/>
                          <a:ea typeface="+mn-ea"/>
                          <a:cs typeface="Segoe UI" pitchFamily="34" charset="-120"/>
                        </a:rPr>
                        <a:t>サービス</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gridSpan="2">
                  <a:txBody>
                    <a:bodyPr/>
                    <a:lstStyle/>
                    <a:p>
                      <a:pPr marL="215900" marR="0" lvl="0" indent="-215900" algn="l" defTabSz="914400" rtl="0" eaLnBrk="1" fontAlgn="auto" latinLnBrk="0" hangingPunct="1">
                        <a:lnSpc>
                          <a:spcPct val="100000"/>
                        </a:lnSpc>
                        <a:spcBef>
                          <a:spcPts val="0"/>
                        </a:spcBef>
                        <a:spcAft>
                          <a:spcPts val="0"/>
                        </a:spcAft>
                        <a:buClrTx/>
                        <a:buSzTx/>
                        <a:buFont typeface="Wingdings" pitchFamily="2" charset="2"/>
                        <a:buChar char="n"/>
                        <a:tabLst/>
                        <a:defRPr/>
                      </a:pPr>
                      <a:r>
                        <a:rPr lang="en-US" sz="1400" b="0">
                          <a:latin typeface="+mn-ea"/>
                          <a:ea typeface="+mn-ea"/>
                          <a:cs typeface="Segoe UI" panose="020B0502040204020203" pitchFamily="34" charset="0"/>
                        </a:rPr>
                        <a:t>CCTV・</a:t>
                      </a:r>
                      <a:r>
                        <a:rPr lang="ja-JP" altLang="en-US" sz="1400" b="0">
                          <a:latin typeface="+mn-ea"/>
                          <a:ea typeface="+mn-ea"/>
                          <a:cs typeface="Segoe UI" panose="020B0502040204020203" pitchFamily="34" charset="0"/>
                        </a:rPr>
                        <a:t>映像監視システム統合</a:t>
                      </a:r>
                    </a:p>
                    <a:p>
                      <a:pPr marL="215900" marR="0" lvl="0" indent="-215900" algn="l" defTabSz="914400" rtl="0" eaLnBrk="1" fontAlgn="auto" latinLnBrk="0" hangingPunct="1">
                        <a:lnSpc>
                          <a:spcPct val="100000"/>
                        </a:lnSpc>
                        <a:spcBef>
                          <a:spcPts val="0"/>
                        </a:spcBef>
                        <a:spcAft>
                          <a:spcPts val="0"/>
                        </a:spcAft>
                        <a:buClrTx/>
                        <a:buSzTx/>
                        <a:buFont typeface="Wingdings" pitchFamily="2" charset="2"/>
                        <a:buChar char="n"/>
                        <a:tabLst/>
                        <a:defRPr/>
                      </a:pPr>
                      <a:r>
                        <a:rPr lang="ja-JP" altLang="en-US" sz="1400" b="0">
                          <a:latin typeface="+mn-ea"/>
                          <a:ea typeface="+mn-ea"/>
                          <a:cs typeface="Segoe UI" panose="020B0502040204020203" pitchFamily="34" charset="0"/>
                        </a:rPr>
                        <a:t>ネットワークインフラ（</a:t>
                      </a:r>
                      <a:r>
                        <a:rPr lang="en-US" sz="1400" b="0">
                          <a:latin typeface="+mn-ea"/>
                          <a:ea typeface="+mn-ea"/>
                          <a:cs typeface="Segoe UI" panose="020B0502040204020203" pitchFamily="34" charset="0"/>
                        </a:rPr>
                        <a:t>LAN、WAN、Wi-Fi）</a:t>
                      </a:r>
                    </a:p>
                    <a:p>
                      <a:pPr marL="215900" marR="0" lvl="0" indent="-215900" algn="l" defTabSz="914400" rtl="0" eaLnBrk="1" fontAlgn="auto" latinLnBrk="0" hangingPunct="1">
                        <a:lnSpc>
                          <a:spcPct val="100000"/>
                        </a:lnSpc>
                        <a:spcBef>
                          <a:spcPts val="0"/>
                        </a:spcBef>
                        <a:spcAft>
                          <a:spcPts val="0"/>
                        </a:spcAft>
                        <a:buClrTx/>
                        <a:buSzTx/>
                        <a:buFont typeface="Wingdings" pitchFamily="2" charset="2"/>
                        <a:buChar char="n"/>
                        <a:tabLst/>
                        <a:defRPr/>
                      </a:pPr>
                      <a:r>
                        <a:rPr lang="ja-JP" altLang="en-US" sz="1400" b="0">
                          <a:latin typeface="+mn-ea"/>
                          <a:ea typeface="+mn-ea"/>
                          <a:cs typeface="Segoe UI" panose="020B0502040204020203" pitchFamily="34" charset="0"/>
                        </a:rPr>
                        <a:t>サイバーセキュリティ・入退室管理ソリューション</a:t>
                      </a:r>
                    </a:p>
                    <a:p>
                      <a:pPr marL="215900" marR="0" lvl="0" indent="-215900" algn="l" defTabSz="914400" rtl="0" eaLnBrk="1" fontAlgn="auto" latinLnBrk="0" hangingPunct="1">
                        <a:lnSpc>
                          <a:spcPct val="100000"/>
                        </a:lnSpc>
                        <a:spcBef>
                          <a:spcPts val="0"/>
                        </a:spcBef>
                        <a:spcAft>
                          <a:spcPts val="0"/>
                        </a:spcAft>
                        <a:buClrTx/>
                        <a:buSzTx/>
                        <a:buFont typeface="Wingdings" pitchFamily="2" charset="2"/>
                        <a:buChar char="n"/>
                        <a:tabLst/>
                        <a:defRPr/>
                      </a:pPr>
                      <a:r>
                        <a:rPr lang="ja-JP" altLang="en-US" sz="1400" b="0">
                          <a:latin typeface="+mn-ea"/>
                          <a:ea typeface="+mn-ea"/>
                          <a:cs typeface="Segoe UI" panose="020B0502040204020203" pitchFamily="34" charset="0"/>
                        </a:rPr>
                        <a:t>エンタープライズシステム統合</a:t>
                      </a:r>
                    </a:p>
                    <a:p>
                      <a:pPr marL="215900" marR="0" lvl="0" indent="-215900" algn="l" defTabSz="914400" rtl="0" eaLnBrk="1" fontAlgn="auto" latinLnBrk="0" hangingPunct="1">
                        <a:lnSpc>
                          <a:spcPct val="100000"/>
                        </a:lnSpc>
                        <a:spcBef>
                          <a:spcPts val="0"/>
                        </a:spcBef>
                        <a:spcAft>
                          <a:spcPts val="0"/>
                        </a:spcAft>
                        <a:buClrTx/>
                        <a:buSzTx/>
                        <a:buFont typeface="Wingdings" pitchFamily="2" charset="2"/>
                        <a:buChar char="n"/>
                        <a:tabLst/>
                        <a:defRPr/>
                      </a:pPr>
                      <a:r>
                        <a:rPr lang="ja-JP" altLang="en-US" sz="1400" b="0">
                          <a:latin typeface="+mn-ea"/>
                          <a:ea typeface="+mn-ea"/>
                          <a:cs typeface="Segoe UI" panose="020B0502040204020203" pitchFamily="34" charset="0"/>
                        </a:rPr>
                        <a:t>保守・アフターサービスサポート</a:t>
                      </a:r>
                      <a:endParaRPr lang="en-US" sz="1400" b="0">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hMerge="1">
                  <a:txBody>
                    <a:bodyPr/>
                    <a:lstStyle/>
                    <a:p>
                      <a:endParaRPr lang="ja-TH" altLang="en-US"/>
                    </a:p>
                  </a:txBody>
                  <a:tcPr/>
                </a:tc>
                <a:extLst>
                  <a:ext uri="{0D108BD9-81ED-4DB2-BD59-A6C34878D82A}">
                    <a16:rowId xmlns:a16="http://schemas.microsoft.com/office/drawing/2014/main" val="10004"/>
                  </a:ext>
                </a:extLst>
              </a:tr>
              <a:tr h="628740">
                <a:tc>
                  <a:txBody>
                    <a:bodyPr/>
                    <a:lstStyle/>
                    <a:p>
                      <a:pPr marL="0" indent="0" algn="ctr">
                        <a:buNone/>
                      </a:pPr>
                      <a:r>
                        <a:rPr lang="ja-JP" altLang="en-US" sz="1400">
                          <a:solidFill>
                            <a:srgbClr val="FFFFFF"/>
                          </a:solidFill>
                          <a:latin typeface="+mn-ea"/>
                          <a:ea typeface="+mn-ea"/>
                          <a:cs typeface="Segoe UI" pitchFamily="34" charset="-120"/>
                        </a:rPr>
                        <a:t>主要産業</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5900" marR="0" lvl="0" indent="-215900" algn="l" defTabSz="914400" rtl="0" eaLnBrk="1" fontAlgn="auto" latinLnBrk="0" hangingPunct="1">
                        <a:lnSpc>
                          <a:spcPct val="100000"/>
                        </a:lnSpc>
                        <a:spcBef>
                          <a:spcPts val="0"/>
                        </a:spcBef>
                        <a:spcAft>
                          <a:spcPts val="0"/>
                        </a:spcAft>
                        <a:buClrTx/>
                        <a:buSzTx/>
                        <a:buFont typeface="Wingdings" pitchFamily="2" charset="2"/>
                        <a:buChar char="n"/>
                        <a:tabLst/>
                        <a:defRPr/>
                      </a:pPr>
                      <a:r>
                        <a:rPr lang="ja-JP" altLang="en-US" sz="1400" b="0">
                          <a:latin typeface="+mn-ea"/>
                          <a:ea typeface="+mn-ea"/>
                          <a:cs typeface="Segoe UI" panose="020B0502040204020203" pitchFamily="34" charset="0"/>
                        </a:rPr>
                        <a:t>商業ビル</a:t>
                      </a:r>
                      <a:r>
                        <a:rPr lang="en-US" altLang="ja-JP" sz="1400" b="0">
                          <a:latin typeface="+mn-ea"/>
                          <a:ea typeface="+mn-ea"/>
                          <a:cs typeface="Segoe UI" panose="020B0502040204020203" pitchFamily="34" charset="0"/>
                        </a:rPr>
                        <a:t>/</a:t>
                      </a:r>
                      <a:r>
                        <a:rPr lang="ja-JP" altLang="en-US" sz="1400" b="0">
                          <a:latin typeface="+mn-ea"/>
                          <a:ea typeface="+mn-ea"/>
                          <a:cs typeface="Segoe UI" panose="020B0502040204020203" pitchFamily="34" charset="0"/>
                        </a:rPr>
                        <a:t>オフィス</a:t>
                      </a:r>
                    </a:p>
                    <a:p>
                      <a:pPr marL="215900" marR="0" lvl="0" indent="-215900" algn="l" defTabSz="914400" rtl="0" eaLnBrk="1" fontAlgn="auto" latinLnBrk="0" hangingPunct="1">
                        <a:lnSpc>
                          <a:spcPct val="100000"/>
                        </a:lnSpc>
                        <a:spcBef>
                          <a:spcPts val="0"/>
                        </a:spcBef>
                        <a:spcAft>
                          <a:spcPts val="0"/>
                        </a:spcAft>
                        <a:buClrTx/>
                        <a:buSzTx/>
                        <a:buFont typeface="Wingdings" pitchFamily="2" charset="2"/>
                        <a:buChar char="n"/>
                        <a:tabLst/>
                        <a:defRPr/>
                      </a:pPr>
                      <a:r>
                        <a:rPr lang="ja-JP" altLang="en-US" sz="1400" b="0">
                          <a:latin typeface="+mn-ea"/>
                          <a:ea typeface="+mn-ea"/>
                          <a:cs typeface="Segoe UI" panose="020B0502040204020203" pitchFamily="34" charset="0"/>
                        </a:rPr>
                        <a:t>製造</a:t>
                      </a:r>
                      <a:r>
                        <a:rPr lang="en-US" altLang="ja-JP" sz="1400" b="0">
                          <a:latin typeface="+mn-ea"/>
                          <a:ea typeface="+mn-ea"/>
                          <a:cs typeface="Segoe UI" panose="020B0502040204020203" pitchFamily="34" charset="0"/>
                        </a:rPr>
                        <a:t>/</a:t>
                      </a:r>
                      <a:r>
                        <a:rPr lang="ja-JP" altLang="en-US" sz="1400" b="0">
                          <a:latin typeface="+mn-ea"/>
                          <a:ea typeface="+mn-ea"/>
                          <a:cs typeface="Segoe UI" panose="020B0502040204020203" pitchFamily="34" charset="0"/>
                        </a:rPr>
                        <a:t>産業施設</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215900" marR="0" lvl="0" indent="-215900" algn="l" defTabSz="914400" rtl="0" eaLnBrk="1" fontAlgn="auto" latinLnBrk="0" hangingPunct="1">
                        <a:lnSpc>
                          <a:spcPct val="100000"/>
                        </a:lnSpc>
                        <a:spcBef>
                          <a:spcPts val="0"/>
                        </a:spcBef>
                        <a:spcAft>
                          <a:spcPts val="0"/>
                        </a:spcAft>
                        <a:buClrTx/>
                        <a:buSzTx/>
                        <a:buFont typeface="Wingdings" pitchFamily="2" charset="2"/>
                        <a:buChar char="n"/>
                        <a:tabLst/>
                        <a:defRPr/>
                      </a:pPr>
                      <a:r>
                        <a:rPr lang="ja-JP" altLang="en-US" sz="1400" b="0">
                          <a:latin typeface="+mn-ea"/>
                          <a:ea typeface="+mn-ea"/>
                          <a:cs typeface="Segoe UI" panose="020B0502040204020203" pitchFamily="34" charset="0"/>
                        </a:rPr>
                        <a:t>小売</a:t>
                      </a:r>
                      <a:r>
                        <a:rPr lang="en-US" altLang="ja-JP" sz="1400" b="0">
                          <a:latin typeface="+mn-ea"/>
                          <a:ea typeface="+mn-ea"/>
                          <a:cs typeface="Segoe UI" panose="020B0502040204020203" pitchFamily="34" charset="0"/>
                        </a:rPr>
                        <a:t>/</a:t>
                      </a:r>
                      <a:r>
                        <a:rPr lang="ja-JP" altLang="en-US" sz="1400" b="0">
                          <a:latin typeface="+mn-ea"/>
                          <a:ea typeface="+mn-ea"/>
                          <a:cs typeface="Segoe UI" panose="020B0502040204020203" pitchFamily="34" charset="0"/>
                        </a:rPr>
                        <a:t>物流</a:t>
                      </a:r>
                      <a:endParaRPr lang="en-US" altLang="ja-JP" sz="1400" b="0">
                        <a:latin typeface="+mn-ea"/>
                        <a:ea typeface="+mn-ea"/>
                        <a:cs typeface="Segoe UI" panose="020B0502040204020203" pitchFamily="34" charset="0"/>
                      </a:endParaRPr>
                    </a:p>
                    <a:p>
                      <a:pPr marL="215900" marR="0" lvl="0" indent="-215900" algn="l" defTabSz="914400" rtl="0" eaLnBrk="1" fontAlgn="auto" latinLnBrk="0" hangingPunct="1">
                        <a:lnSpc>
                          <a:spcPct val="100000"/>
                        </a:lnSpc>
                        <a:spcBef>
                          <a:spcPts val="0"/>
                        </a:spcBef>
                        <a:spcAft>
                          <a:spcPts val="0"/>
                        </a:spcAft>
                        <a:buClrTx/>
                        <a:buSzTx/>
                        <a:buFont typeface="Wingdings" pitchFamily="2" charset="2"/>
                        <a:buChar char="n"/>
                        <a:tabLst/>
                        <a:defRPr/>
                      </a:pPr>
                      <a:r>
                        <a:rPr lang="ja-JP" altLang="en-US" sz="1400" b="0">
                          <a:latin typeface="+mn-ea"/>
                          <a:ea typeface="+mn-ea"/>
                          <a:cs typeface="Segoe UI" panose="020B0502040204020203" pitchFamily="34" charset="0"/>
                        </a:rPr>
                        <a:t>教育</a:t>
                      </a:r>
                      <a:r>
                        <a:rPr lang="en-US" altLang="ja-JP" sz="1400" b="0">
                          <a:latin typeface="+mn-ea"/>
                          <a:ea typeface="+mn-ea"/>
                          <a:cs typeface="Segoe UI" panose="020B0502040204020203" pitchFamily="34" charset="0"/>
                        </a:rPr>
                        <a:t>/</a:t>
                      </a:r>
                      <a:r>
                        <a:rPr lang="ja-JP" altLang="en-US" sz="1400" b="0">
                          <a:latin typeface="+mn-ea"/>
                          <a:ea typeface="+mn-ea"/>
                          <a:cs typeface="Segoe UI" panose="020B0502040204020203" pitchFamily="34" charset="0"/>
                        </a:rPr>
                        <a:t>医療</a:t>
                      </a:r>
                    </a:p>
                  </a:txBody>
                  <a:tcPr marL="36576" marR="36576" marT="0" marB="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14" name="Table 1">
            <a:extLst>
              <a:ext uri="{FF2B5EF4-FFF2-40B4-BE49-F238E27FC236}">
                <a16:creationId xmlns:a16="http://schemas.microsoft.com/office/drawing/2014/main" id="{93BA9B98-8367-7A23-CBEC-190172B1476B}"/>
              </a:ext>
            </a:extLst>
          </p:cNvPr>
          <p:cNvGraphicFramePr>
            <a:graphicFrameLocks noGrp="1"/>
          </p:cNvGraphicFramePr>
          <p:nvPr/>
        </p:nvGraphicFramePr>
        <p:xfrm>
          <a:off x="6272784" y="1691640"/>
          <a:ext cx="5577840" cy="1920240"/>
        </p:xfrm>
        <a:graphic>
          <a:graphicData uri="http://schemas.openxmlformats.org/drawingml/2006/table">
            <a:tbl>
              <a:tblPr/>
              <a:tblGrid>
                <a:gridCol w="1505966">
                  <a:extLst>
                    <a:ext uri="{9D8B030D-6E8A-4147-A177-3AD203B41FA5}">
                      <a16:colId xmlns:a16="http://schemas.microsoft.com/office/drawing/2014/main" val="20000"/>
                    </a:ext>
                  </a:extLst>
                </a:gridCol>
                <a:gridCol w="4071874">
                  <a:extLst>
                    <a:ext uri="{9D8B030D-6E8A-4147-A177-3AD203B41FA5}">
                      <a16:colId xmlns:a16="http://schemas.microsoft.com/office/drawing/2014/main" val="20001"/>
                    </a:ext>
                  </a:extLst>
                </a:gridCol>
              </a:tblGrid>
              <a:tr h="170309">
                <a:tc>
                  <a:txBody>
                    <a:bodyPr/>
                    <a:lstStyle/>
                    <a:p>
                      <a:pPr marL="0" indent="0" algn="ctr">
                        <a:buNone/>
                      </a:pPr>
                      <a:r>
                        <a:rPr lang="en-US" sz="1400" b="0">
                          <a:solidFill>
                            <a:schemeClr val="bg1"/>
                          </a:solidFill>
                          <a:latin typeface="+mn-ea"/>
                          <a:ea typeface="+mn-ea"/>
                          <a:cs typeface="Segoe UI" panose="020B0502040204020203" pitchFamily="34" charset="0"/>
                        </a:rPr>
                        <a:t>政府機関</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ea"/>
                          <a:ea typeface="+mn-ea"/>
                          <a:cs typeface="Segoe UI" panose="020B0502040204020203" pitchFamily="34" charset="0"/>
                        </a:rPr>
                        <a:t>Provincial Electricity Authority, Metropolitan Waterworks Authority</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170309">
                <a:tc>
                  <a:txBody>
                    <a:bodyPr/>
                    <a:lstStyle/>
                    <a:p>
                      <a:pPr marL="0" indent="0" algn="ctr">
                        <a:buNone/>
                      </a:pPr>
                      <a:r>
                        <a:rPr lang="en-US" sz="1400" b="0">
                          <a:solidFill>
                            <a:schemeClr val="bg1"/>
                          </a:solidFill>
                          <a:latin typeface="+mn-ea"/>
                          <a:ea typeface="+mn-ea"/>
                          <a:cs typeface="Segoe UI" panose="020B0502040204020203" pitchFamily="34" charset="0"/>
                        </a:rPr>
                        <a:t>教育機関</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latin typeface="+mn-ea"/>
                          <a:ea typeface="+mn-ea"/>
                          <a:cs typeface="Segoe UI" panose="020B0502040204020203" pitchFamily="34" charset="0"/>
                        </a:rPr>
                        <a:t>Chulalongkorn University (タイ), Mahidol University (タイ)</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120940">
                <a:tc>
                  <a:txBody>
                    <a:bodyPr/>
                    <a:lstStyle/>
                    <a:p>
                      <a:pPr marL="0" indent="0" algn="ctr">
                        <a:buNone/>
                      </a:pPr>
                      <a:r>
                        <a:rPr lang="en-US" sz="1400" b="0" err="1">
                          <a:solidFill>
                            <a:schemeClr val="bg1"/>
                          </a:solidFill>
                          <a:latin typeface="+mn-ea"/>
                          <a:ea typeface="+mn-ea"/>
                          <a:cs typeface="Segoe UI" panose="020B0502040204020203" pitchFamily="34" charset="0"/>
                        </a:rPr>
                        <a:t>建設</a:t>
                      </a:r>
                      <a:endParaRPr lang="en-US" sz="1400" b="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latin typeface="+mn-ea"/>
                          <a:ea typeface="+mn-ea"/>
                          <a:cs typeface="Segoe UI" panose="020B0502040204020203" pitchFamily="34" charset="0"/>
                        </a:rPr>
                        <a:t>Sino-Thai Engineering (タイ), Prinsiri (タイ)</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170309">
                <a:tc>
                  <a:txBody>
                    <a:bodyPr/>
                    <a:lstStyle/>
                    <a:p>
                      <a:pPr marL="0" indent="0" algn="ctr">
                        <a:buNone/>
                      </a:pPr>
                      <a:r>
                        <a:rPr lang="en-US" sz="1400" b="0" err="1">
                          <a:solidFill>
                            <a:schemeClr val="bg1"/>
                          </a:solidFill>
                          <a:latin typeface="+mn-ea"/>
                          <a:ea typeface="+mn-ea"/>
                          <a:cs typeface="Segoe UI" panose="020B0502040204020203" pitchFamily="34" charset="0"/>
                        </a:rPr>
                        <a:t>自動車</a:t>
                      </a:r>
                      <a:endParaRPr lang="en-US" sz="1400" b="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altLang="ja-TH" sz="1400" b="0">
                          <a:latin typeface="+mn-ea"/>
                          <a:ea typeface="+mn-ea"/>
                          <a:cs typeface="Segoe UI" panose="020B0502040204020203" pitchFamily="34" charset="0"/>
                        </a:rPr>
                        <a:t>ヤマハ発動機 (日本)、いすゞ自動車 (日本)、ホンダ自動車 (日本)、メルセデスベンツ (ドイツ)</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1703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err="1">
                          <a:solidFill>
                            <a:schemeClr val="bg1"/>
                          </a:solidFill>
                          <a:latin typeface="+mn-ea"/>
                          <a:ea typeface="+mn-ea"/>
                          <a:cs typeface="Segoe UI" panose="020B0502040204020203" pitchFamily="34" charset="0"/>
                        </a:rPr>
                        <a:t>小売</a:t>
                      </a:r>
                      <a:r>
                        <a:rPr lang="en-US" sz="1400" b="0">
                          <a:solidFill>
                            <a:schemeClr val="bg1"/>
                          </a:solidFill>
                          <a:latin typeface="+mn-ea"/>
                          <a:ea typeface="+mn-ea"/>
                          <a:cs typeface="Segoe UI" panose="020B0502040204020203" pitchFamily="34" charset="0"/>
                        </a:rPr>
                        <a:t>/</a:t>
                      </a:r>
                      <a:r>
                        <a:rPr lang="en-US" sz="1400" b="0" err="1">
                          <a:solidFill>
                            <a:schemeClr val="bg1"/>
                          </a:solidFill>
                          <a:latin typeface="+mn-ea"/>
                          <a:ea typeface="+mn-ea"/>
                          <a:cs typeface="Segoe UI" panose="020B0502040204020203" pitchFamily="34" charset="0"/>
                        </a:rPr>
                        <a:t>サービス</a:t>
                      </a:r>
                      <a:endParaRPr lang="en-US" sz="1400" b="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latin typeface="+mn-ea"/>
                          <a:ea typeface="+mn-ea"/>
                          <a:cs typeface="Segoe UI" panose="020B0502040204020203" pitchFamily="34" charset="0"/>
                        </a:rPr>
                        <a:t>King Power International Group (タイ), Foodpanda (ドイツ), Jay Mart (タイ)</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pSp>
        <p:nvGrpSpPr>
          <p:cNvPr id="17" name="グループ化 58">
            <a:extLst>
              <a:ext uri="{FF2B5EF4-FFF2-40B4-BE49-F238E27FC236}">
                <a16:creationId xmlns:a16="http://schemas.microsoft.com/office/drawing/2014/main" id="{F4D28DF4-6DAF-4F6C-324B-3A34F7B675E3}"/>
              </a:ext>
            </a:extLst>
          </p:cNvPr>
          <p:cNvGrpSpPr/>
          <p:nvPr/>
        </p:nvGrpSpPr>
        <p:grpSpPr>
          <a:xfrm>
            <a:off x="6275872" y="3637767"/>
            <a:ext cx="5587119" cy="318126"/>
            <a:chOff x="1998094" y="1100134"/>
            <a:chExt cx="7884946" cy="480843"/>
          </a:xfrm>
          <a:noFill/>
        </p:grpSpPr>
        <p:sp>
          <p:nvSpPr>
            <p:cNvPr id="18" name="ColumnHeader">
              <a:extLst>
                <a:ext uri="{FF2B5EF4-FFF2-40B4-BE49-F238E27FC236}">
                  <a16:creationId xmlns:a16="http://schemas.microsoft.com/office/drawing/2014/main" id="{D41B1320-E689-99F0-0F15-822E5F608429}"/>
                </a:ext>
              </a:extLst>
            </p:cNvPr>
            <p:cNvSpPr>
              <a:spLocks noChangeArrowheads="1"/>
            </p:cNvSpPr>
            <p:nvPr/>
          </p:nvSpPr>
          <p:spPr bwMode="gray">
            <a:xfrm>
              <a:off x="2125586" y="1100134"/>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5900" indent="-215900" algn="ctr"/>
              <a:r>
                <a:rPr lang="ja-JP" altLang="en-US" sz="1400">
                  <a:solidFill>
                    <a:srgbClr val="000000"/>
                  </a:solidFill>
                  <a:latin typeface="Segoe UI" panose="020B0502040204020203" pitchFamily="34" charset="0"/>
                  <a:cs typeface="Segoe UI" panose="020B0502040204020203" pitchFamily="34" charset="0"/>
                </a:rPr>
                <a:t>財務実績</a:t>
              </a:r>
            </a:p>
          </p:txBody>
        </p:sp>
        <p:cxnSp>
          <p:nvCxnSpPr>
            <p:cNvPr id="19" name="直線コネクタ 60">
              <a:extLst>
                <a:ext uri="{FF2B5EF4-FFF2-40B4-BE49-F238E27FC236}">
                  <a16:creationId xmlns:a16="http://schemas.microsoft.com/office/drawing/2014/main" id="{15140B07-E251-7289-58C6-699448FC58B6}"/>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graphicFrame>
        <p:nvGraphicFramePr>
          <p:cNvPr id="20" name="Chart 19">
            <a:extLst>
              <a:ext uri="{FF2B5EF4-FFF2-40B4-BE49-F238E27FC236}">
                <a16:creationId xmlns:a16="http://schemas.microsoft.com/office/drawing/2014/main" id="{47FD1665-5522-9FA3-4453-AEC264FC7962}"/>
              </a:ext>
            </a:extLst>
          </p:cNvPr>
          <p:cNvGraphicFramePr/>
          <p:nvPr>
            <p:extLst>
              <p:ext uri="{D42A27DB-BD31-4B8C-83A1-F6EECF244321}">
                <p14:modId xmlns:p14="http://schemas.microsoft.com/office/powerpoint/2010/main" val="276054923"/>
              </p:ext>
            </p:extLst>
          </p:nvPr>
        </p:nvGraphicFramePr>
        <p:xfrm>
          <a:off x="6254433" y="4015217"/>
          <a:ext cx="5587120" cy="2092778"/>
        </p:xfrm>
        <a:graphic>
          <a:graphicData uri="http://schemas.openxmlformats.org/drawingml/2006/chart">
            <c:chart xmlns:c="http://schemas.openxmlformats.org/drawingml/2006/chart" xmlns:r="http://schemas.openxmlformats.org/officeDocument/2006/relationships" r:id="rId5"/>
          </a:graphicData>
        </a:graphic>
      </p:graphicFrame>
      <p:sp>
        <p:nvSpPr>
          <p:cNvPr id="21" name="TextBox 20">
            <a:extLst>
              <a:ext uri="{FF2B5EF4-FFF2-40B4-BE49-F238E27FC236}">
                <a16:creationId xmlns:a16="http://schemas.microsoft.com/office/drawing/2014/main" id="{99E61B78-D593-4547-9698-886544A774BC}"/>
              </a:ext>
            </a:extLst>
          </p:cNvPr>
          <p:cNvSpPr txBox="1"/>
          <p:nvPr/>
        </p:nvSpPr>
        <p:spPr>
          <a:xfrm>
            <a:off x="6197983" y="3920886"/>
            <a:ext cx="906017" cy="307777"/>
          </a:xfrm>
          <a:prstGeom prst="rect">
            <a:avLst/>
          </a:prstGeom>
          <a:noFill/>
        </p:spPr>
        <p:txBody>
          <a:bodyPr wrap="none" rtlCol="0">
            <a:spAutoFit/>
          </a:bodyPr>
          <a:lstStyle/>
          <a:p>
            <a:r>
              <a:rPr lang="en-US" sz="1400">
                <a:latin typeface="+mn-ea"/>
                <a:cs typeface="Segoe UI" panose="020B0502040204020203" pitchFamily="34" charset="0"/>
              </a:rPr>
              <a:t>(THB M)</a:t>
            </a:r>
          </a:p>
        </p:txBody>
      </p:sp>
      <p:pic>
        <p:nvPicPr>
          <p:cNvPr id="23" name="Picture 22" descr="A logo for a company&#10;&#10;AI-generated content may be incorrect.">
            <a:extLst>
              <a:ext uri="{FF2B5EF4-FFF2-40B4-BE49-F238E27FC236}">
                <a16:creationId xmlns:a16="http://schemas.microsoft.com/office/drawing/2014/main" id="{489FDC5D-F2A9-3D47-C0D5-27D204AB1498}"/>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10695432" y="32875"/>
            <a:ext cx="975360" cy="861568"/>
          </a:xfrm>
          <a:prstGeom prst="rect">
            <a:avLst/>
          </a:prstGeom>
        </p:spPr>
      </p:pic>
      <p:sp>
        <p:nvSpPr>
          <p:cNvPr id="8" name="Text 9">
            <a:extLst>
              <a:ext uri="{FF2B5EF4-FFF2-40B4-BE49-F238E27FC236}">
                <a16:creationId xmlns:a16="http://schemas.microsoft.com/office/drawing/2014/main" id="{96DF81EA-9EED-0E26-7AFC-853F668D942D}"/>
              </a:ext>
            </a:extLst>
          </p:cNvPr>
          <p:cNvSpPr/>
          <p:nvPr/>
        </p:nvSpPr>
        <p:spPr>
          <a:xfrm>
            <a:off x="347472" y="6123993"/>
            <a:ext cx="11430000" cy="252417"/>
          </a:xfrm>
          <a:prstGeom prst="rect">
            <a:avLst/>
          </a:prstGeom>
          <a:noFill/>
          <a:ln/>
        </p:spPr>
        <p:txBody>
          <a:bodyPr wrap="square" lIns="36000" tIns="0" rIns="36000" bIns="0" rtlCol="0" anchor="ctr"/>
          <a:lstStyle/>
          <a:p>
            <a:pPr marL="0" indent="0">
              <a:buNone/>
            </a:pPr>
            <a:r>
              <a:rPr lang="ja-JP" altLang="en-US" sz="1000">
                <a:solidFill>
                  <a:srgbClr val="000000"/>
                </a:solidFill>
                <a:latin typeface="+mn-ea"/>
                <a:cs typeface="Segoe UI" pitchFamily="34" charset="-120"/>
              </a:rPr>
              <a:t>為替レート</a:t>
            </a:r>
            <a:r>
              <a:rPr lang="en-US" sz="1000">
                <a:solidFill>
                  <a:srgbClr val="000000"/>
                </a:solidFill>
                <a:latin typeface="+mn-ea"/>
                <a:cs typeface="Segoe UI" pitchFamily="34" charset="-120"/>
              </a:rPr>
              <a:t>: THB 100M = 5億円</a:t>
            </a:r>
            <a:endParaRPr lang="en-US" sz="1000">
              <a:latin typeface="+mn-ea"/>
            </a:endParaRPr>
          </a:p>
          <a:p>
            <a:r>
              <a:rPr lang="ja-JP" altLang="en-US" sz="1000">
                <a:solidFill>
                  <a:srgbClr val="000000"/>
                </a:solidFill>
                <a:latin typeface="+mn-ea"/>
                <a:cs typeface="Segoe UI" pitchFamily="34" charset="-120"/>
              </a:rPr>
              <a:t>出典</a:t>
            </a:r>
            <a:r>
              <a:rPr lang="en-US" sz="1000">
                <a:solidFill>
                  <a:srgbClr val="000000"/>
                </a:solidFill>
                <a:latin typeface="+mn-ea"/>
                <a:cs typeface="Segoe UI" pitchFamily="34" charset="-120"/>
              </a:rPr>
              <a:t>: </a:t>
            </a:r>
            <a:r>
              <a:rPr lang="ja-JP" altLang="en-US" sz="1000">
                <a:solidFill>
                  <a:srgbClr val="000000"/>
                </a:solidFill>
                <a:latin typeface="+mn-ea"/>
                <a:cs typeface="Segoe UI" pitchFamily="34" charset="-120"/>
              </a:rPr>
              <a:t>会社ウェブサイト</a:t>
            </a:r>
            <a:r>
              <a:rPr lang="en-US" sz="1000">
                <a:solidFill>
                  <a:srgbClr val="000000"/>
                </a:solidFill>
                <a:latin typeface="+mn-ea"/>
                <a:cs typeface="Segoe UI" pitchFamily="34" charset="-120"/>
              </a:rPr>
              <a:t>, DBD</a:t>
            </a:r>
            <a:endParaRPr lang="en-US" sz="1000">
              <a:latin typeface="+mn-ea"/>
            </a:endParaRPr>
          </a:p>
        </p:txBody>
      </p:sp>
    </p:spTree>
    <p:extLst>
      <p:ext uri="{BB962C8B-B14F-4D97-AF65-F5344CB8AC3E}">
        <p14:creationId xmlns:p14="http://schemas.microsoft.com/office/powerpoint/2010/main" val="290245396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932688"/>
            <a:ext cx="12191695" cy="0"/>
          </a:xfrm>
          <a:prstGeom prst="line">
            <a:avLst/>
          </a:prstGeom>
          <a:noFill/>
          <a:ln w="57150">
            <a:solidFill>
              <a:srgbClr val="293F55"/>
            </a:solidFill>
            <a:prstDash val="solid"/>
          </a:ln>
        </p:spPr>
        <p:txBody>
          <a:bodyPr/>
          <a:lstStyle/>
          <a:p>
            <a:endParaRPr lang="en-TH"/>
          </a:p>
        </p:txBody>
      </p:sp>
      <p:sp>
        <p:nvSpPr>
          <p:cNvPr id="3" name="Shape 1"/>
          <p:cNvSpPr/>
          <p:nvPr/>
        </p:nvSpPr>
        <p:spPr>
          <a:xfrm>
            <a:off x="0" y="1005840"/>
            <a:ext cx="12191695" cy="0"/>
          </a:xfrm>
          <a:prstGeom prst="line">
            <a:avLst/>
          </a:prstGeom>
          <a:noFill/>
          <a:ln w="28575">
            <a:solidFill>
              <a:srgbClr val="293F55"/>
            </a:solidFill>
            <a:prstDash val="solid"/>
          </a:ln>
        </p:spPr>
        <p:txBody>
          <a:bodyPr/>
          <a:lstStyle/>
          <a:p>
            <a:endParaRPr lang="en-TH"/>
          </a:p>
        </p:txBody>
      </p:sp>
      <p:sp>
        <p:nvSpPr>
          <p:cNvPr id="4" name="Shape 2"/>
          <p:cNvSpPr/>
          <p:nvPr/>
        </p:nvSpPr>
        <p:spPr>
          <a:xfrm>
            <a:off x="0" y="6620256"/>
            <a:ext cx="12191695" cy="0"/>
          </a:xfrm>
          <a:prstGeom prst="line">
            <a:avLst/>
          </a:prstGeom>
          <a:noFill/>
          <a:ln w="28575">
            <a:solidFill>
              <a:srgbClr val="293F55"/>
            </a:solidFill>
            <a:prstDash val="solid"/>
          </a:ln>
        </p:spPr>
        <p:txBody>
          <a:bodyPr/>
          <a:lstStyle/>
          <a:p>
            <a:endParaRPr lang="en-TH"/>
          </a:p>
        </p:txBody>
      </p:sp>
      <p:sp>
        <p:nvSpPr>
          <p:cNvPr id="5" name="Text 3"/>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mj-ea"/>
                <a:ea typeface="+mj-ea"/>
                <a:cs typeface="Segoe UI" pitchFamily="34" charset="-120"/>
              </a:rPr>
              <a:t>19. Pointer Asia</a:t>
            </a:r>
            <a:endParaRPr lang="en-US" sz="2400">
              <a:latin typeface="+mj-ea"/>
              <a:ea typeface="+mj-ea"/>
            </a:endParaRPr>
          </a:p>
          <a:p>
            <a:r>
              <a:rPr lang="en-US" altLang="ja-TH" sz="1600">
                <a:latin typeface="+mj-ea"/>
                <a:ea typeface="+mj-ea"/>
              </a:rPr>
              <a:t>AI</a:t>
            </a:r>
            <a:r>
              <a:rPr lang="ja-JP" altLang="en-US" sz="1600">
                <a:latin typeface="+mj-ea"/>
                <a:ea typeface="+mj-ea"/>
              </a:rPr>
              <a:t>駆動技術を統合した高度なセキュリティソリューションを提供するバンコク拠点の事業者</a:t>
            </a:r>
            <a:endParaRPr lang="en-US" sz="2400">
              <a:latin typeface="+mj-ea"/>
              <a:ea typeface="+mj-ea"/>
            </a:endParaRPr>
          </a:p>
        </p:txBody>
      </p:sp>
      <p:pic>
        <p:nvPicPr>
          <p:cNvPr id="6"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7" name="Shape 4"/>
          <p:cNvSpPr/>
          <p:nvPr/>
        </p:nvSpPr>
        <p:spPr>
          <a:xfrm>
            <a:off x="9729216" y="201168"/>
            <a:ext cx="758952" cy="502920"/>
          </a:xfrm>
          <a:prstGeom prst="rect">
            <a:avLst/>
          </a:prstGeom>
          <a:ln w="12700">
            <a:solidFill>
              <a:srgbClr val="000000"/>
            </a:solidFill>
            <a:prstDash val="solid"/>
          </a:ln>
        </p:spPr>
        <p:txBody>
          <a:bodyPr/>
          <a:lstStyle/>
          <a:p>
            <a:endParaRPr lang="en-TH"/>
          </a:p>
        </p:txBody>
      </p:sp>
      <p:pic>
        <p:nvPicPr>
          <p:cNvPr id="8"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064240" y="109728"/>
            <a:ext cx="640080" cy="640080"/>
          </a:xfrm>
          <a:prstGeom prst="rect">
            <a:avLst/>
          </a:prstGeom>
        </p:spPr>
      </p:pic>
      <p:sp>
        <p:nvSpPr>
          <p:cNvPr id="9" name="Text 5"/>
          <p:cNvSpPr/>
          <p:nvPr/>
        </p:nvSpPr>
        <p:spPr>
          <a:xfrm>
            <a:off x="338328" y="1252728"/>
            <a:ext cx="5577840" cy="320040"/>
          </a:xfrm>
          <a:prstGeom prst="rect">
            <a:avLst/>
          </a:prstGeom>
          <a:noFill/>
          <a:ln/>
        </p:spPr>
        <p:txBody>
          <a:bodyPr wrap="square" rtlCol="0" anchor="ctr"/>
          <a:lstStyle/>
          <a:p>
            <a:pPr algn="ctr"/>
            <a:r>
              <a:rPr lang="ja-JP" altLang="en-US" sz="1400">
                <a:solidFill>
                  <a:srgbClr val="000000"/>
                </a:solidFill>
                <a:latin typeface="+mn-ea"/>
                <a:cs typeface="Segoe UI" pitchFamily="34" charset="-120"/>
              </a:rPr>
              <a:t>会社概要資料</a:t>
            </a:r>
            <a:endParaRPr lang="en-US" altLang="ja-JP" sz="1400">
              <a:latin typeface="+mn-ea"/>
            </a:endParaRPr>
          </a:p>
        </p:txBody>
      </p:sp>
      <p:sp>
        <p:nvSpPr>
          <p:cNvPr id="10" name="Shape 6"/>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11" name="Text 7"/>
          <p:cNvSpPr/>
          <p:nvPr/>
        </p:nvSpPr>
        <p:spPr>
          <a:xfrm>
            <a:off x="6272784" y="1252728"/>
            <a:ext cx="5577840" cy="320040"/>
          </a:xfrm>
          <a:prstGeom prst="rect">
            <a:avLst/>
          </a:prstGeom>
          <a:noFill/>
          <a:ln/>
        </p:spPr>
        <p:txBody>
          <a:bodyPr wrap="square" rtlCol="0" anchor="ctr"/>
          <a:lstStyle/>
          <a:p>
            <a:pPr algn="ctr"/>
            <a:r>
              <a:rPr lang="ja-JP" altLang="en-US" sz="1400">
                <a:solidFill>
                  <a:srgbClr val="000000"/>
                </a:solidFill>
                <a:latin typeface="+mn-ea"/>
                <a:cs typeface="Segoe UI" pitchFamily="34" charset="-120"/>
              </a:rPr>
              <a:t>製品</a:t>
            </a:r>
            <a:r>
              <a:rPr lang="en-US" altLang="ja-JP" sz="1400">
                <a:solidFill>
                  <a:srgbClr val="000000"/>
                </a:solidFill>
                <a:latin typeface="+mn-ea"/>
                <a:cs typeface="Segoe UI" pitchFamily="34" charset="-120"/>
              </a:rPr>
              <a:t>/</a:t>
            </a:r>
            <a:r>
              <a:rPr lang="ja-JP" altLang="en-US" sz="1400">
                <a:solidFill>
                  <a:srgbClr val="000000"/>
                </a:solidFill>
                <a:latin typeface="+mn-ea"/>
                <a:cs typeface="Segoe UI" pitchFamily="34" charset="-120"/>
              </a:rPr>
              <a:t>ソリューション</a:t>
            </a:r>
            <a:endParaRPr lang="en-US" altLang="ja-JP" sz="1400">
              <a:latin typeface="+mn-ea"/>
            </a:endParaRPr>
          </a:p>
        </p:txBody>
      </p:sp>
      <p:sp>
        <p:nvSpPr>
          <p:cNvPr id="12" name="Shape 8"/>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3" name="Table 0"/>
          <p:cNvGraphicFramePr>
            <a:graphicFrameLocks noGrp="1"/>
          </p:cNvGraphicFramePr>
          <p:nvPr/>
        </p:nvGraphicFramePr>
        <p:xfrm>
          <a:off x="338328" y="1691639"/>
          <a:ext cx="5577840" cy="440118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231641">
                <a:tc>
                  <a:txBody>
                    <a:bodyPr/>
                    <a:lstStyle/>
                    <a:p>
                      <a:pPr marL="0" indent="0" algn="ctr">
                        <a:buNone/>
                      </a:pPr>
                      <a:r>
                        <a:rPr lang="ja-JP" altLang="en-US" sz="1400">
                          <a:solidFill>
                            <a:srgbClr val="FFFFFF"/>
                          </a:solidFill>
                          <a:latin typeface="+mn-ea"/>
                          <a:ea typeface="+mn-ea"/>
                          <a:cs typeface="Segoe UI" pitchFamily="34" charset="-120"/>
                        </a:rPr>
                        <a:t>会社名</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kumimoji="1" lang="en-US" sz="1400" b="0" i="0" u="none" strike="noStrike" kern="1200">
                          <a:solidFill>
                            <a:schemeClr val="tx1"/>
                          </a:solidFill>
                          <a:effectLst/>
                          <a:latin typeface="+mn-ea"/>
                          <a:ea typeface="+mn-ea"/>
                          <a:cs typeface="Segoe UI" panose="020B0502040204020203" pitchFamily="34" charset="0"/>
                          <a:hlinkClick r:id="rId5" tooltip="Visit company website">
                            <a:extLst>
                              <a:ext uri="{A12FA001-AC4F-418D-AE19-62706E023703}">
                                <ahyp:hlinkClr xmlns:ahyp="http://schemas.microsoft.com/office/drawing/2018/hyperlinkcolor" val="tx"/>
                              </a:ext>
                            </a:extLst>
                          </a:hlinkClick>
                        </a:rPr>
                        <a:t>Pointer Asia Limited</a:t>
                      </a:r>
                      <a:endParaRPr kumimoji="1" lang="en-US" sz="1400" b="0" i="0" u="none" strike="noStrike" kern="1200">
                        <a:solidFill>
                          <a:schemeClr val="tx1"/>
                        </a:solidFill>
                        <a:effectLst/>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231641">
                <a:tc>
                  <a:txBody>
                    <a:bodyPr/>
                    <a:lstStyle/>
                    <a:p>
                      <a:pPr marL="0" indent="0" algn="ctr">
                        <a:buNone/>
                      </a:pPr>
                      <a:r>
                        <a:rPr lang="ja-JP" altLang="en-US" sz="1400">
                          <a:solidFill>
                            <a:srgbClr val="FFFFFF"/>
                          </a:solidFill>
                          <a:latin typeface="+mn-ea"/>
                          <a:ea typeface="+mn-ea"/>
                          <a:cs typeface="Segoe UI" pitchFamily="34" charset="-120"/>
                        </a:rPr>
                        <a:t>設立年</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mn-ea"/>
                          <a:ea typeface="+mn-ea"/>
                          <a:cs typeface="Segoe UI" pitchFamily="34" charset="-120"/>
                        </a:rPr>
                        <a:t>1999年</a:t>
                      </a:r>
                      <a:endParaRPr lang="en-US" sz="1400">
                        <a:solidFill>
                          <a:schemeClr val="tx1"/>
                        </a:solidFill>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231641">
                <a:tc>
                  <a:txBody>
                    <a:bodyPr/>
                    <a:lstStyle/>
                    <a:p>
                      <a:pPr marL="0" indent="0" algn="ctr">
                        <a:buNone/>
                      </a:pPr>
                      <a:r>
                        <a:rPr lang="ja-JP" altLang="en-US" sz="1400">
                          <a:solidFill>
                            <a:srgbClr val="FFFFFF"/>
                          </a:solidFill>
                          <a:latin typeface="+mn-ea"/>
                          <a:ea typeface="+mn-ea"/>
                          <a:cs typeface="Segoe UI" pitchFamily="34" charset="-120"/>
                        </a:rPr>
                        <a:t>本社</a:t>
                      </a:r>
                      <a:r>
                        <a:rPr lang="ja-TH" altLang="en-US" sz="1400">
                          <a:solidFill>
                            <a:srgbClr val="FFFFFF"/>
                          </a:solidFill>
                          <a:latin typeface="+mn-ea"/>
                          <a:ea typeface="+mn-ea"/>
                          <a:cs typeface="Segoe UI" pitchFamily="34" charset="-120"/>
                        </a:rPr>
                        <a:t>所在地</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ja-JP" altLang="en-US" sz="1400">
                          <a:solidFill>
                            <a:schemeClr val="tx1"/>
                          </a:solidFill>
                          <a:latin typeface="+mn-ea"/>
                          <a:ea typeface="+mn-ea"/>
                          <a:cs typeface="Segoe UI" pitchFamily="34" charset="-120"/>
                        </a:rPr>
                        <a:t>タイ、バンコク、フアイクワン</a:t>
                      </a:r>
                      <a:endParaRPr lang="en-US" sz="1400">
                        <a:solidFill>
                          <a:schemeClr val="tx1"/>
                        </a:solidFill>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1853130">
                <a:tc>
                  <a:txBody>
                    <a:bodyPr/>
                    <a:lstStyle/>
                    <a:p>
                      <a:pPr marL="0" indent="0" algn="ctr">
                        <a:buNone/>
                      </a:pPr>
                      <a:r>
                        <a:rPr lang="ja-JP" altLang="en-US" sz="1400">
                          <a:solidFill>
                            <a:srgbClr val="FFFFFF"/>
                          </a:solidFill>
                          <a:latin typeface="+mn-ea"/>
                          <a:ea typeface="+mn-ea"/>
                          <a:cs typeface="Segoe UI" pitchFamily="34" charset="-120"/>
                        </a:rPr>
                        <a:t>事業概要</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5900" indent="-215900" algn="l">
                        <a:buFont typeface="Wingdings" panose="05000000000000000000" pitchFamily="2" charset="2"/>
                        <a:buChar char="n"/>
                      </a:pPr>
                      <a:r>
                        <a:rPr lang="en-US" sz="1400">
                          <a:solidFill>
                            <a:schemeClr val="tx1"/>
                          </a:solidFill>
                          <a:latin typeface="+mn-ea"/>
                          <a:ea typeface="+mn-ea"/>
                          <a:cs typeface="Segoe UI" pitchFamily="34" charset="-120"/>
                        </a:rPr>
                        <a:t>AI</a:t>
                      </a:r>
                      <a:r>
                        <a:rPr lang="ja-JP" altLang="en-US" sz="1400">
                          <a:solidFill>
                            <a:schemeClr val="tx1"/>
                          </a:solidFill>
                          <a:latin typeface="+mn-ea"/>
                          <a:ea typeface="+mn-ea"/>
                          <a:cs typeface="Segoe UI" pitchFamily="34" charset="-120"/>
                        </a:rPr>
                        <a:t>駆動型監視、アクセス制御、サイバーセキュリティなどの高度なセキュリティソリューションを提供</a:t>
                      </a:r>
                    </a:p>
                    <a:p>
                      <a:pPr marL="215900" indent="-215900" algn="l">
                        <a:buFont typeface="Wingdings" panose="05000000000000000000" pitchFamily="2" charset="2"/>
                        <a:buChar char="n"/>
                      </a:pPr>
                      <a:r>
                        <a:rPr lang="ja-JP" altLang="en-US" sz="1400">
                          <a:solidFill>
                            <a:schemeClr val="tx1"/>
                          </a:solidFill>
                          <a:latin typeface="+mn-ea"/>
                          <a:ea typeface="+mn-ea"/>
                          <a:cs typeface="Segoe UI" pitchFamily="34" charset="-120"/>
                        </a:rPr>
                        <a:t>ビデオ監視システム、駐車場管理システム、生体認証システムなどのセキュリティシステムの設計・設置</a:t>
                      </a:r>
                    </a:p>
                    <a:p>
                      <a:pPr marL="215900" indent="-215900" algn="l">
                        <a:buFont typeface="Wingdings" panose="05000000000000000000" pitchFamily="2" charset="2"/>
                        <a:buChar char="n"/>
                      </a:pPr>
                      <a:r>
                        <a:rPr lang="ja-JP" altLang="en-US" sz="1400">
                          <a:solidFill>
                            <a:schemeClr val="tx1"/>
                          </a:solidFill>
                          <a:latin typeface="+mn-ea"/>
                          <a:ea typeface="+mn-ea"/>
                          <a:cs typeface="Segoe UI" pitchFamily="34" charset="-120"/>
                        </a:rPr>
                        <a:t>境界侵入検知システム、火災報知システム、警備員用機器などのセキュリティインフラの保守管理</a:t>
                      </a:r>
                      <a:endParaRPr lang="en-US" sz="1400">
                        <a:solidFill>
                          <a:schemeClr val="tx1"/>
                        </a:solidFill>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463282">
                <a:tc>
                  <a:txBody>
                    <a:bodyPr/>
                    <a:lstStyle/>
                    <a:p>
                      <a:pPr marL="0" indent="0" algn="ctr">
                        <a:buNone/>
                      </a:pPr>
                      <a:r>
                        <a:rPr lang="ja-JP" altLang="en-US" sz="1400">
                          <a:solidFill>
                            <a:srgbClr val="FFFFFF"/>
                          </a:solidFill>
                          <a:latin typeface="+mn-ea"/>
                          <a:ea typeface="+mn-ea"/>
                          <a:cs typeface="Segoe UI" pitchFamily="34" charset="-120"/>
                        </a:rPr>
                        <a:t>主要指標</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5900" indent="-215900" algn="l">
                        <a:buFont typeface="Wingdings" panose="05000000000000000000" pitchFamily="2" charset="2"/>
                        <a:buChar char="n"/>
                      </a:pP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従業員数：</a:t>
                      </a:r>
                      <a:r>
                        <a:rPr kumimoji="1" lang="en-US" altLang="ja-JP" sz="1400" b="0" i="0" u="none" strike="noStrike" kern="1200">
                          <a:solidFill>
                            <a:schemeClr val="tx1"/>
                          </a:solidFill>
                          <a:effectLst/>
                          <a:latin typeface="Yu Gothic" panose="020B0400000000000000" pitchFamily="34" charset="-128"/>
                          <a:ea typeface="Yu Gothic" panose="020B0400000000000000" pitchFamily="34" charset="-128"/>
                          <a:cs typeface="+mn-cs"/>
                        </a:rPr>
                        <a:t>30</a:t>
                      </a: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名</a:t>
                      </a:r>
                      <a:endParaRPr kumimoji="1" lang="en-US" altLang="ja-JP" sz="1400" b="0" i="0" u="none" strike="noStrike" kern="1200">
                        <a:solidFill>
                          <a:schemeClr val="tx1"/>
                        </a:solidFill>
                        <a:effectLst/>
                        <a:latin typeface="Yu Gothic" panose="020B0400000000000000" pitchFamily="34" charset="-128"/>
                        <a:ea typeface="Yu Gothic" panose="020B0400000000000000" pitchFamily="34" charset="-128"/>
                        <a:cs typeface="+mn-cs"/>
                      </a:endParaRPr>
                    </a:p>
                    <a:p>
                      <a:pPr marL="215900" indent="-215900" algn="l">
                        <a:buFont typeface="Wingdings" panose="05000000000000000000" pitchFamily="2" charset="2"/>
                        <a:buChar char="n"/>
                      </a:pP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累計プロジェクト実績：</a:t>
                      </a:r>
                      <a:r>
                        <a:rPr kumimoji="1" lang="en-US" altLang="ja-JP" sz="1400" b="0" i="0" u="none" strike="noStrike" kern="1200">
                          <a:solidFill>
                            <a:schemeClr val="tx1"/>
                          </a:solidFill>
                          <a:effectLst/>
                          <a:latin typeface="Yu Gothic" panose="020B0400000000000000" pitchFamily="34" charset="-128"/>
                          <a:ea typeface="Yu Gothic" panose="020B0400000000000000" pitchFamily="34" charset="-128"/>
                          <a:cs typeface="+mn-cs"/>
                        </a:rPr>
                        <a:t>537</a:t>
                      </a: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件</a:t>
                      </a:r>
                      <a:endParaRPr lang="en-US" sz="1400">
                        <a:solidFill>
                          <a:schemeClr val="tx1"/>
                        </a:solidFill>
                        <a:latin typeface="Yu Gothic" panose="020B0400000000000000" pitchFamily="34" charset="-128"/>
                        <a:ea typeface="Yu Gothic" panose="020B0400000000000000" pitchFamily="34" charset="-128"/>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1389847">
                <a:tc>
                  <a:txBody>
                    <a:bodyPr/>
                    <a:lstStyle/>
                    <a:p>
                      <a:pPr marL="0" indent="0" algn="ctr">
                        <a:buNone/>
                      </a:pPr>
                      <a:r>
                        <a:rPr lang="ja-JP" altLang="en-US" sz="1400">
                          <a:solidFill>
                            <a:srgbClr val="FFFFFF"/>
                          </a:solidFill>
                          <a:latin typeface="+mn-ea"/>
                          <a:ea typeface="+mn-ea"/>
                          <a:cs typeface="Segoe UI" pitchFamily="34" charset="-120"/>
                        </a:rPr>
                        <a:t>主要顧客</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5900" indent="-215900" algn="l">
                        <a:buFont typeface="Wingdings" panose="05000000000000000000" pitchFamily="2" charset="2"/>
                        <a:buChar char="n"/>
                      </a:pPr>
                      <a:r>
                        <a:rPr lang="ja-JP" altLang="en-US" sz="1400">
                          <a:solidFill>
                            <a:schemeClr val="tx1"/>
                          </a:solidFill>
                          <a:latin typeface="+mn-ea"/>
                          <a:ea typeface="+mn-ea"/>
                          <a:cs typeface="Segoe UI" pitchFamily="34" charset="-120"/>
                        </a:rPr>
                        <a:t>商業ビル</a:t>
                      </a:r>
                      <a:r>
                        <a:rPr lang="en-US" altLang="ja-JP" sz="1400">
                          <a:solidFill>
                            <a:schemeClr val="tx1"/>
                          </a:solidFill>
                          <a:latin typeface="+mn-ea"/>
                          <a:ea typeface="+mn-ea"/>
                          <a:cs typeface="Segoe UI" pitchFamily="34" charset="-120"/>
                        </a:rPr>
                        <a:t>/</a:t>
                      </a:r>
                      <a:r>
                        <a:rPr lang="en-US" sz="1400">
                          <a:solidFill>
                            <a:schemeClr val="tx1"/>
                          </a:solidFill>
                          <a:latin typeface="+mn-ea"/>
                          <a:ea typeface="+mn-ea"/>
                          <a:cs typeface="Segoe UI" pitchFamily="34" charset="-120"/>
                        </a:rPr>
                        <a:t>IT</a:t>
                      </a:r>
                      <a:r>
                        <a:rPr lang="ja-JP" altLang="en-US" sz="1400">
                          <a:solidFill>
                            <a:schemeClr val="tx1"/>
                          </a:solidFill>
                          <a:latin typeface="+mn-ea"/>
                          <a:ea typeface="+mn-ea"/>
                          <a:cs typeface="Segoe UI" pitchFamily="34" charset="-120"/>
                        </a:rPr>
                        <a:t>およびデータセンター</a:t>
                      </a:r>
                    </a:p>
                    <a:p>
                      <a:pPr marL="215900" indent="-215900" algn="l">
                        <a:buFont typeface="Wingdings" panose="05000000000000000000" pitchFamily="2" charset="2"/>
                        <a:buChar char="n"/>
                      </a:pPr>
                      <a:r>
                        <a:rPr lang="ja-JP" altLang="en-US" sz="1400">
                          <a:solidFill>
                            <a:schemeClr val="tx1"/>
                          </a:solidFill>
                          <a:latin typeface="+mn-ea"/>
                          <a:ea typeface="+mn-ea"/>
                          <a:cs typeface="Segoe UI" pitchFamily="34" charset="-120"/>
                        </a:rPr>
                        <a:t>政府機関ビル</a:t>
                      </a:r>
                    </a:p>
                    <a:p>
                      <a:pPr marL="215900" indent="-215900" algn="l">
                        <a:buFont typeface="Wingdings" panose="05000000000000000000" pitchFamily="2" charset="2"/>
                        <a:buChar char="n"/>
                      </a:pPr>
                      <a:r>
                        <a:rPr lang="ja-JP" altLang="en-US" sz="1400">
                          <a:solidFill>
                            <a:schemeClr val="tx1"/>
                          </a:solidFill>
                          <a:latin typeface="+mn-ea"/>
                          <a:ea typeface="+mn-ea"/>
                          <a:cs typeface="Segoe UI" pitchFamily="34" charset="-120"/>
                        </a:rPr>
                        <a:t>電力</a:t>
                      </a:r>
                      <a:r>
                        <a:rPr lang="en-US" altLang="ja-JP" sz="1400">
                          <a:solidFill>
                            <a:schemeClr val="tx1"/>
                          </a:solidFill>
                          <a:latin typeface="+mn-ea"/>
                          <a:ea typeface="+mn-ea"/>
                          <a:cs typeface="Segoe UI" pitchFamily="34" charset="-120"/>
                        </a:rPr>
                        <a:t>/</a:t>
                      </a:r>
                      <a:r>
                        <a:rPr lang="ja-JP" altLang="en-US" sz="1400">
                          <a:solidFill>
                            <a:schemeClr val="tx1"/>
                          </a:solidFill>
                          <a:latin typeface="+mn-ea"/>
                          <a:ea typeface="+mn-ea"/>
                          <a:cs typeface="Segoe UI" pitchFamily="34" charset="-120"/>
                        </a:rPr>
                        <a:t>エネルギー</a:t>
                      </a:r>
                    </a:p>
                    <a:p>
                      <a:pPr marL="215900" indent="-215900" algn="l">
                        <a:buFont typeface="Wingdings" panose="05000000000000000000" pitchFamily="2" charset="2"/>
                        <a:buChar char="n"/>
                      </a:pPr>
                      <a:r>
                        <a:rPr lang="ja-JP" altLang="en-US" sz="1400">
                          <a:solidFill>
                            <a:schemeClr val="tx1"/>
                          </a:solidFill>
                          <a:latin typeface="+mn-ea"/>
                          <a:ea typeface="+mn-ea"/>
                          <a:cs typeface="Segoe UI" pitchFamily="34" charset="-120"/>
                        </a:rPr>
                        <a:t>製造業</a:t>
                      </a:r>
                    </a:p>
                    <a:p>
                      <a:pPr marL="215900" indent="-215900" algn="l">
                        <a:buFont typeface="Wingdings" panose="05000000000000000000" pitchFamily="2" charset="2"/>
                        <a:buChar char="n"/>
                      </a:pPr>
                      <a:r>
                        <a:rPr lang="ja-JP" altLang="en-US" sz="1400">
                          <a:solidFill>
                            <a:schemeClr val="tx1"/>
                          </a:solidFill>
                          <a:latin typeface="+mn-ea"/>
                          <a:ea typeface="+mn-ea"/>
                          <a:cs typeface="Segoe UI" pitchFamily="34" charset="-120"/>
                        </a:rPr>
                        <a:t>銀行</a:t>
                      </a:r>
                      <a:r>
                        <a:rPr lang="en-US" altLang="ja-JP" sz="1400">
                          <a:solidFill>
                            <a:schemeClr val="tx1"/>
                          </a:solidFill>
                          <a:latin typeface="+mn-ea"/>
                          <a:ea typeface="+mn-ea"/>
                          <a:cs typeface="Segoe UI" pitchFamily="34" charset="-120"/>
                        </a:rPr>
                        <a:t>/</a:t>
                      </a:r>
                      <a:r>
                        <a:rPr lang="ja-JP" altLang="en-US" sz="1400">
                          <a:solidFill>
                            <a:schemeClr val="tx1"/>
                          </a:solidFill>
                          <a:latin typeface="+mn-ea"/>
                          <a:ea typeface="+mn-ea"/>
                          <a:cs typeface="Segoe UI" pitchFamily="34" charset="-120"/>
                        </a:rPr>
                        <a:t>金融</a:t>
                      </a:r>
                    </a:p>
                    <a:p>
                      <a:pPr marL="215900" indent="-215900" algn="l">
                        <a:buFont typeface="Wingdings" panose="05000000000000000000" pitchFamily="2" charset="2"/>
                        <a:buChar char="n"/>
                      </a:pPr>
                      <a:r>
                        <a:rPr lang="ja-JP" altLang="en-US" sz="1400">
                          <a:solidFill>
                            <a:schemeClr val="tx1"/>
                          </a:solidFill>
                          <a:latin typeface="+mn-ea"/>
                          <a:ea typeface="+mn-ea"/>
                          <a:cs typeface="Segoe UI" pitchFamily="34" charset="-120"/>
                        </a:rPr>
                        <a:t>教育</a:t>
                      </a:r>
                      <a:endParaRPr lang="en-US" sz="1400">
                        <a:solidFill>
                          <a:schemeClr val="tx1"/>
                        </a:solidFill>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14" name="Table 1"/>
          <p:cNvGraphicFramePr>
            <a:graphicFrameLocks noGrp="1"/>
          </p:cNvGraphicFramePr>
          <p:nvPr/>
        </p:nvGraphicFramePr>
        <p:xfrm>
          <a:off x="6272784" y="1691641"/>
          <a:ext cx="5580000" cy="2133600"/>
        </p:xfrm>
        <a:graphic>
          <a:graphicData uri="http://schemas.openxmlformats.org/drawingml/2006/table">
            <a:tbl>
              <a:tblPr/>
              <a:tblGrid>
                <a:gridCol w="1620000">
                  <a:extLst>
                    <a:ext uri="{9D8B030D-6E8A-4147-A177-3AD203B41FA5}">
                      <a16:colId xmlns:a16="http://schemas.microsoft.com/office/drawing/2014/main" val="20000"/>
                    </a:ext>
                  </a:extLst>
                </a:gridCol>
                <a:gridCol w="3960000">
                  <a:extLst>
                    <a:ext uri="{9D8B030D-6E8A-4147-A177-3AD203B41FA5}">
                      <a16:colId xmlns:a16="http://schemas.microsoft.com/office/drawing/2014/main" val="20001"/>
                    </a:ext>
                  </a:extLst>
                </a:gridCol>
              </a:tblGrid>
              <a:tr h="166990">
                <a:tc>
                  <a:txBody>
                    <a:bodyPr/>
                    <a:lstStyle/>
                    <a:p>
                      <a:pPr marL="0" indent="0" algn="ctr">
                        <a:buNone/>
                      </a:pPr>
                      <a:r>
                        <a:rPr kumimoji="1" lang="ja-JP" altLang="en-US" sz="1400" b="0" i="0" u="none" strike="noStrike" kern="1200">
                          <a:solidFill>
                            <a:schemeClr val="bg1"/>
                          </a:solidFill>
                          <a:effectLst/>
                          <a:latin typeface="Yu Gothic" panose="020B0400000000000000" pitchFamily="34" charset="-128"/>
                          <a:ea typeface="Yu Gothic" panose="020B0400000000000000" pitchFamily="34" charset="-128"/>
                          <a:cs typeface="+mn-cs"/>
                        </a:rPr>
                        <a:t>映像監視</a:t>
                      </a:r>
                      <a:endParaRPr lang="en-US" sz="1400">
                        <a:solidFill>
                          <a:schemeClr val="bg1"/>
                        </a:solidFill>
                        <a:latin typeface="Yu Gothic" panose="020B0400000000000000" pitchFamily="34" charset="-128"/>
                        <a:ea typeface="Yu Gothic" panose="020B0400000000000000" pitchFamily="34" charset="-128"/>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err="1">
                          <a:solidFill>
                            <a:schemeClr val="tx1"/>
                          </a:solidFill>
                          <a:latin typeface="+mn-ea"/>
                          <a:ea typeface="+mn-ea"/>
                          <a:cs typeface="Segoe UI" panose="020B0502040204020203" pitchFamily="34" charset="0"/>
                        </a:rPr>
                        <a:t>CCTV統合、遠隔監視、アクセス制御統合</a:t>
                      </a:r>
                      <a:endParaRPr lang="en-US" sz="1400">
                        <a:solidFill>
                          <a:schemeClr val="tx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166990">
                <a:tc>
                  <a:txBody>
                    <a:bodyPr/>
                    <a:lstStyle/>
                    <a:p>
                      <a:pPr marL="0" indent="0" algn="ctr">
                        <a:buNone/>
                      </a:pPr>
                      <a:r>
                        <a:rPr kumimoji="1" lang="ja-JP" altLang="en-US" sz="1400" b="0" i="0" u="none" strike="noStrike" kern="1200">
                          <a:solidFill>
                            <a:schemeClr val="bg1"/>
                          </a:solidFill>
                          <a:effectLst/>
                          <a:latin typeface="Yu Gothic" panose="020B0400000000000000" pitchFamily="34" charset="-128"/>
                          <a:ea typeface="Yu Gothic" panose="020B0400000000000000" pitchFamily="34" charset="-128"/>
                          <a:cs typeface="+mn-cs"/>
                        </a:rPr>
                        <a:t>入退室管理</a:t>
                      </a:r>
                      <a:endParaRPr lang="en-US" sz="1400">
                        <a:solidFill>
                          <a:schemeClr val="bg1"/>
                        </a:solidFill>
                        <a:latin typeface="Yu Gothic" panose="020B0400000000000000" pitchFamily="34" charset="-128"/>
                        <a:ea typeface="Yu Gothic" panose="020B0400000000000000" pitchFamily="34" charset="-128"/>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err="1">
                          <a:solidFill>
                            <a:schemeClr val="tx1"/>
                          </a:solidFill>
                          <a:latin typeface="+mn-ea"/>
                          <a:ea typeface="+mn-ea"/>
                          <a:cs typeface="Segoe UI" panose="020B0502040204020203" pitchFamily="34" charset="0"/>
                        </a:rPr>
                        <a:t>オープンアーキテクチャ設計、無制限のカード所有者、デザイナ</a:t>
                      </a:r>
                      <a:r>
                        <a:rPr lang="en-US" sz="1400">
                          <a:solidFill>
                            <a:schemeClr val="tx1"/>
                          </a:solidFill>
                          <a:latin typeface="+mn-ea"/>
                          <a:ea typeface="+mn-ea"/>
                          <a:cs typeface="Segoe UI" panose="020B0502040204020203" pitchFamily="34" charset="0"/>
                        </a:rPr>
                        <a:t>ー</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166990">
                <a:tc>
                  <a:txBody>
                    <a:bodyPr/>
                    <a:lstStyle/>
                    <a:p>
                      <a:pPr marL="0" indent="0" algn="ctr">
                        <a:buNone/>
                      </a:pPr>
                      <a:r>
                        <a:rPr lang="en-US" sz="1400">
                          <a:solidFill>
                            <a:schemeClr val="bg1"/>
                          </a:solidFill>
                          <a:latin typeface="+mn-ea"/>
                          <a:ea typeface="+mn-ea"/>
                          <a:cs typeface="Segoe UI" panose="020B0502040204020203" pitchFamily="34" charset="0"/>
                        </a:rPr>
                        <a:t>駐車場管理</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r>
                        <a:rPr lang="en-US" sz="1400" err="1">
                          <a:solidFill>
                            <a:schemeClr val="tx1"/>
                          </a:solidFill>
                          <a:latin typeface="+mn-ea"/>
                          <a:ea typeface="+mn-ea"/>
                          <a:cs typeface="Segoe UI" panose="020B0502040204020203" pitchFamily="34" charset="0"/>
                        </a:rPr>
                        <a:t>ナンバープレート自動認識、駐車誘導、車体下検査</a:t>
                      </a:r>
                      <a:endParaRPr lang="en-US" sz="1400">
                        <a:solidFill>
                          <a:schemeClr val="tx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166990">
                <a:tc>
                  <a:txBody>
                    <a:bodyPr/>
                    <a:lstStyle/>
                    <a:p>
                      <a:pPr marL="0" indent="0" algn="ctr">
                        <a:buNone/>
                      </a:pPr>
                      <a:r>
                        <a:rPr lang="en-US" sz="1400">
                          <a:solidFill>
                            <a:schemeClr val="bg1"/>
                          </a:solidFill>
                          <a:latin typeface="+mn-ea"/>
                          <a:ea typeface="+mn-ea"/>
                          <a:cs typeface="Segoe UI" panose="020B0502040204020203" pitchFamily="34" charset="0"/>
                        </a:rPr>
                        <a:t>生体認証</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r>
                        <a:rPr lang="en-US" sz="1400" err="1">
                          <a:solidFill>
                            <a:schemeClr val="tx1"/>
                          </a:solidFill>
                          <a:latin typeface="+mn-ea"/>
                          <a:ea typeface="+mn-ea"/>
                          <a:cs typeface="Segoe UI" panose="020B0502040204020203" pitchFamily="34" charset="0"/>
                        </a:rPr>
                        <a:t>スマートカード＆サーバーベースシステム、顔認証</a:t>
                      </a:r>
                      <a:endParaRPr lang="en-US" sz="1400">
                        <a:solidFill>
                          <a:schemeClr val="tx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166990">
                <a:tc>
                  <a:txBody>
                    <a:bodyPr/>
                    <a:lstStyle/>
                    <a:p>
                      <a:pPr marL="0" indent="0" algn="ctr">
                        <a:buNone/>
                      </a:pPr>
                      <a:r>
                        <a:rPr lang="en-US" sz="1400">
                          <a:solidFill>
                            <a:schemeClr val="bg1"/>
                          </a:solidFill>
                          <a:latin typeface="+mn-ea"/>
                          <a:ea typeface="+mn-ea"/>
                          <a:cs typeface="Segoe UI" panose="020B0502040204020203" pitchFamily="34" charset="0"/>
                        </a:rPr>
                        <a:t>火災警報システム</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a:solidFill>
                            <a:schemeClr val="tx1"/>
                          </a:solidFill>
                          <a:effectLst/>
                          <a:latin typeface="+mn-lt"/>
                          <a:ea typeface="+mn-ea"/>
                          <a:cs typeface="+mn-cs"/>
                        </a:rPr>
                        <a:t>マルチ拠点対応の火災警報・音声避難誘導システム</a:t>
                      </a:r>
                      <a:endParaRPr lang="en-US" sz="1400">
                        <a:solidFill>
                          <a:schemeClr val="tx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166990">
                <a:tc>
                  <a:txBody>
                    <a:bodyPr/>
                    <a:lstStyle/>
                    <a:p>
                      <a:pPr marL="0" indent="0" algn="ctr">
                        <a:buNone/>
                      </a:pPr>
                      <a:r>
                        <a:rPr lang="en-US" sz="1400">
                          <a:solidFill>
                            <a:schemeClr val="bg1"/>
                          </a:solidFill>
                          <a:latin typeface="Yu Gothic" panose="020B0400000000000000" pitchFamily="34" charset="-128"/>
                          <a:ea typeface="Yu Gothic" panose="020B0400000000000000" pitchFamily="34" charset="-128"/>
                          <a:cs typeface="Segoe UI" panose="020B0502040204020203" pitchFamily="34" charset="0"/>
                        </a:rPr>
                        <a:t>侵入検知</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外周侵入検知システムの統合</a:t>
                      </a:r>
                      <a:endParaRPr lang="en-US" sz="1400">
                        <a:solidFill>
                          <a:schemeClr val="tx1"/>
                        </a:solidFill>
                        <a:latin typeface="Yu Gothic" panose="020B0400000000000000" pitchFamily="34" charset="-128"/>
                        <a:ea typeface="Yu Gothic" panose="020B0400000000000000" pitchFamily="34" charset="-128"/>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5" name="Text 9"/>
          <p:cNvSpPr/>
          <p:nvPr/>
        </p:nvSpPr>
        <p:spPr>
          <a:xfrm>
            <a:off x="347472" y="6123993"/>
            <a:ext cx="11430000" cy="252417"/>
          </a:xfrm>
          <a:prstGeom prst="rect">
            <a:avLst/>
          </a:prstGeom>
          <a:noFill/>
          <a:ln/>
        </p:spPr>
        <p:txBody>
          <a:bodyPr wrap="square" lIns="36000" tIns="0" rIns="36000" bIns="0" rtlCol="0" anchor="ctr"/>
          <a:lstStyle/>
          <a:p>
            <a:pPr marL="0" indent="0">
              <a:buNone/>
            </a:pPr>
            <a:r>
              <a:rPr lang="ja-JP" altLang="en-US" sz="1000">
                <a:solidFill>
                  <a:srgbClr val="000000"/>
                </a:solidFill>
                <a:latin typeface="+mn-ea"/>
                <a:cs typeface="Segoe UI" pitchFamily="34" charset="-120"/>
              </a:rPr>
              <a:t>為替レート</a:t>
            </a:r>
            <a:r>
              <a:rPr lang="en-US" sz="1000">
                <a:solidFill>
                  <a:srgbClr val="000000"/>
                </a:solidFill>
                <a:latin typeface="+mn-ea"/>
                <a:cs typeface="Segoe UI" pitchFamily="34" charset="-120"/>
              </a:rPr>
              <a:t>: THB 100M = 5億円</a:t>
            </a:r>
            <a:endParaRPr lang="en-US" sz="1000">
              <a:latin typeface="+mn-ea"/>
            </a:endParaRPr>
          </a:p>
          <a:p>
            <a:r>
              <a:rPr lang="ja-JP" altLang="en-US" sz="1000">
                <a:solidFill>
                  <a:srgbClr val="000000"/>
                </a:solidFill>
                <a:latin typeface="+mn-ea"/>
                <a:cs typeface="Segoe UI" pitchFamily="34" charset="-120"/>
              </a:rPr>
              <a:t>出典</a:t>
            </a:r>
            <a:r>
              <a:rPr lang="en-US" sz="1000">
                <a:solidFill>
                  <a:srgbClr val="000000"/>
                </a:solidFill>
                <a:latin typeface="+mn-ea"/>
                <a:cs typeface="Segoe UI" pitchFamily="34" charset="-120"/>
              </a:rPr>
              <a:t>: </a:t>
            </a:r>
            <a:r>
              <a:rPr lang="ja-JP" altLang="en-US" sz="1000">
                <a:solidFill>
                  <a:srgbClr val="000000"/>
                </a:solidFill>
                <a:latin typeface="+mn-ea"/>
                <a:cs typeface="Segoe UI" pitchFamily="34" charset="-120"/>
              </a:rPr>
              <a:t>会社ウェブサイト</a:t>
            </a:r>
            <a:r>
              <a:rPr lang="en-US" sz="1000">
                <a:solidFill>
                  <a:srgbClr val="000000"/>
                </a:solidFill>
                <a:latin typeface="+mn-ea"/>
                <a:cs typeface="Segoe UI" pitchFamily="34" charset="-120"/>
              </a:rPr>
              <a:t>, DBD</a:t>
            </a:r>
            <a:endParaRPr lang="en-US" sz="1000">
              <a:latin typeface="+mn-ea"/>
            </a:endParaRPr>
          </a:p>
        </p:txBody>
      </p:sp>
      <p:grpSp>
        <p:nvGrpSpPr>
          <p:cNvPr id="21" name="グループ化 58">
            <a:extLst>
              <a:ext uri="{FF2B5EF4-FFF2-40B4-BE49-F238E27FC236}">
                <a16:creationId xmlns:a16="http://schemas.microsoft.com/office/drawing/2014/main" id="{E02E06F7-B7A3-2084-4E82-AD503AAC3501}"/>
              </a:ext>
            </a:extLst>
          </p:cNvPr>
          <p:cNvGrpSpPr/>
          <p:nvPr/>
        </p:nvGrpSpPr>
        <p:grpSpPr>
          <a:xfrm>
            <a:off x="6207054" y="3854097"/>
            <a:ext cx="5587119" cy="318126"/>
            <a:chOff x="1998094" y="1100134"/>
            <a:chExt cx="7884946" cy="480843"/>
          </a:xfrm>
          <a:noFill/>
        </p:grpSpPr>
        <p:sp>
          <p:nvSpPr>
            <p:cNvPr id="22" name="ColumnHeader">
              <a:extLst>
                <a:ext uri="{FF2B5EF4-FFF2-40B4-BE49-F238E27FC236}">
                  <a16:creationId xmlns:a16="http://schemas.microsoft.com/office/drawing/2014/main" id="{8C0934E3-2817-3135-C3EE-55C779EC702C}"/>
                </a:ext>
              </a:extLst>
            </p:cNvPr>
            <p:cNvSpPr>
              <a:spLocks noChangeArrowheads="1"/>
            </p:cNvSpPr>
            <p:nvPr/>
          </p:nvSpPr>
          <p:spPr bwMode="gray">
            <a:xfrm>
              <a:off x="2125586" y="1100134"/>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5900" indent="-215900" algn="ctr"/>
              <a:r>
                <a:rPr lang="ja-JP" altLang="en-US" sz="1400">
                  <a:solidFill>
                    <a:srgbClr val="000000"/>
                  </a:solidFill>
                  <a:latin typeface="+mn-ea"/>
                  <a:cs typeface="Segoe UI" panose="020B0502040204020203" pitchFamily="34" charset="0"/>
                </a:rPr>
                <a:t>財務実績</a:t>
              </a:r>
            </a:p>
          </p:txBody>
        </p:sp>
        <p:cxnSp>
          <p:nvCxnSpPr>
            <p:cNvPr id="23" name="直線コネクタ 60">
              <a:extLst>
                <a:ext uri="{FF2B5EF4-FFF2-40B4-BE49-F238E27FC236}">
                  <a16:creationId xmlns:a16="http://schemas.microsoft.com/office/drawing/2014/main" id="{AA814D12-4E5B-C29B-2D1A-82A2E333A466}"/>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graphicFrame>
        <p:nvGraphicFramePr>
          <p:cNvPr id="24" name="Chart 23">
            <a:extLst>
              <a:ext uri="{FF2B5EF4-FFF2-40B4-BE49-F238E27FC236}">
                <a16:creationId xmlns:a16="http://schemas.microsoft.com/office/drawing/2014/main" id="{C5A0F613-9F8E-8EB4-E553-0C69273C2DEA}"/>
              </a:ext>
            </a:extLst>
          </p:cNvPr>
          <p:cNvGraphicFramePr/>
          <p:nvPr/>
        </p:nvGraphicFramePr>
        <p:xfrm>
          <a:off x="6240712" y="4306807"/>
          <a:ext cx="5587120" cy="1801186"/>
        </p:xfrm>
        <a:graphic>
          <a:graphicData uri="http://schemas.openxmlformats.org/drawingml/2006/chart">
            <c:chart xmlns:c="http://schemas.openxmlformats.org/drawingml/2006/chart" xmlns:r="http://schemas.openxmlformats.org/officeDocument/2006/relationships" r:id="rId6"/>
          </a:graphicData>
        </a:graphic>
      </p:graphicFrame>
      <p:sp>
        <p:nvSpPr>
          <p:cNvPr id="25" name="TextBox 24">
            <a:extLst>
              <a:ext uri="{FF2B5EF4-FFF2-40B4-BE49-F238E27FC236}">
                <a16:creationId xmlns:a16="http://schemas.microsoft.com/office/drawing/2014/main" id="{8C1103BD-5735-6792-276A-F0B8C409738C}"/>
              </a:ext>
            </a:extLst>
          </p:cNvPr>
          <p:cNvSpPr txBox="1"/>
          <p:nvPr/>
        </p:nvSpPr>
        <p:spPr>
          <a:xfrm>
            <a:off x="6240712" y="4141486"/>
            <a:ext cx="906017" cy="307777"/>
          </a:xfrm>
          <a:prstGeom prst="rect">
            <a:avLst/>
          </a:prstGeom>
          <a:noFill/>
        </p:spPr>
        <p:txBody>
          <a:bodyPr wrap="none" rtlCol="0">
            <a:spAutoFit/>
          </a:bodyPr>
          <a:lstStyle/>
          <a:p>
            <a:r>
              <a:rPr lang="en-US" sz="1400">
                <a:latin typeface="+mn-ea"/>
                <a:cs typeface="Segoe UI" panose="020B0502040204020203" pitchFamily="34" charset="0"/>
              </a:rPr>
              <a:t>(THB M)</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20. Maxwell Integration</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Bangkok-based company specializing in comprehensive security solutions and systems for various applications.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0863072" y="201168"/>
            <a:ext cx="640080" cy="64008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17" name="Table 0"/>
          <p:cNvGraphicFramePr>
            <a:graphicFrameLocks noGrp="1"/>
          </p:cNvGraphicFramePr>
          <p:nvPr>
            <p:extLst>
              <p:ext uri="{D42A27DB-BD31-4B8C-83A1-F6EECF244321}">
                <p14:modId xmlns:p14="http://schemas.microsoft.com/office/powerpoint/2010/main" val="3597184873"/>
              </p:ext>
            </p:extLst>
          </p:nvPr>
        </p:nvGraphicFramePr>
        <p:xfrm>
          <a:off x="338328" y="1691639"/>
          <a:ext cx="5577840" cy="4401186"/>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275074">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Name</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u="sng">
                          <a:solidFill>
                            <a:schemeClr val="tx1"/>
                          </a:solidFill>
                          <a:latin typeface="Segoe UI" panose="020B0502040204020203" pitchFamily="34" charset="0"/>
                          <a:ea typeface="Segoe UI" pitchFamily="34" charset="-122"/>
                          <a:cs typeface="Segoe UI" panose="020B0502040204020203" pitchFamily="34" charset="0"/>
                          <a:hlinkClick r:id="rId5" tooltip="Visit company website">
                            <a:extLst>
                              <a:ext uri="{A12FA001-AC4F-418D-AE19-62706E023703}">
                                <ahyp:hlinkClr xmlns:ahyp="http://schemas.microsoft.com/office/drawing/2018/hyperlinkcolor" val="tx"/>
                              </a:ext>
                            </a:extLst>
                          </a:hlinkClick>
                        </a:rPr>
                        <a:t>Maxwell Integration</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275074">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Est. Year</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2002</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275074">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HQ</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Bangkok, Thailand</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1100297">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Shareholding</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err="1">
                          <a:latin typeface="Segoe UI" panose="020B0502040204020203" pitchFamily="34" charset="0"/>
                          <a:cs typeface="Segoe UI" panose="020B0502040204020203" pitchFamily="34" charset="0"/>
                        </a:rPr>
                        <a:t>Thanawit</a:t>
                      </a:r>
                      <a:r>
                        <a:rPr lang="en-US" sz="1400" b="0">
                          <a:latin typeface="Segoe UI" panose="020B0502040204020203" pitchFamily="34" charset="0"/>
                          <a:cs typeface="Segoe UI" panose="020B0502040204020203" pitchFamily="34" charset="0"/>
                        </a:rPr>
                        <a:t> </a:t>
                      </a:r>
                      <a:r>
                        <a:rPr lang="en-US" sz="1400" b="0" err="1">
                          <a:latin typeface="Segoe UI" panose="020B0502040204020203" pitchFamily="34" charset="0"/>
                          <a:cs typeface="Segoe UI" panose="020B0502040204020203" pitchFamily="34" charset="0"/>
                        </a:rPr>
                        <a:t>Laohanan</a:t>
                      </a:r>
                      <a:r>
                        <a:rPr lang="en-US" sz="1400" b="0">
                          <a:latin typeface="Segoe UI" panose="020B0502040204020203" pitchFamily="34" charset="0"/>
                          <a:cs typeface="Segoe UI" panose="020B0502040204020203" pitchFamily="34" charset="0"/>
                        </a:rPr>
                        <a:t> (25%)</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err="1">
                          <a:latin typeface="Segoe UI" panose="020B0502040204020203" pitchFamily="34" charset="0"/>
                          <a:cs typeface="Segoe UI" panose="020B0502040204020203" pitchFamily="34" charset="0"/>
                        </a:rPr>
                        <a:t>Ratphum</a:t>
                      </a:r>
                      <a:r>
                        <a:rPr lang="en-US" sz="1400" b="0">
                          <a:latin typeface="Segoe UI" panose="020B0502040204020203" pitchFamily="34" charset="0"/>
                          <a:cs typeface="Segoe UI" panose="020B0502040204020203" pitchFamily="34" charset="0"/>
                        </a:rPr>
                        <a:t> </a:t>
                      </a:r>
                      <a:r>
                        <a:rPr lang="en-US" sz="1400" b="0" err="1">
                          <a:latin typeface="Segoe UI" panose="020B0502040204020203" pitchFamily="34" charset="0"/>
                          <a:cs typeface="Segoe UI" panose="020B0502040204020203" pitchFamily="34" charset="0"/>
                        </a:rPr>
                        <a:t>Talapat</a:t>
                      </a:r>
                      <a:r>
                        <a:rPr lang="en-US" sz="1400" b="0">
                          <a:latin typeface="Segoe UI" panose="020B0502040204020203" pitchFamily="34" charset="0"/>
                          <a:cs typeface="Segoe UI" panose="020B0502040204020203" pitchFamily="34" charset="0"/>
                        </a:rPr>
                        <a:t> (25%)</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Suntree </a:t>
                      </a:r>
                      <a:r>
                        <a:rPr lang="en-US" sz="1400" b="0" err="1">
                          <a:latin typeface="Segoe UI" panose="020B0502040204020203" pitchFamily="34" charset="0"/>
                          <a:cs typeface="Segoe UI" panose="020B0502040204020203" pitchFamily="34" charset="0"/>
                        </a:rPr>
                        <a:t>Talapat</a:t>
                      </a:r>
                      <a:r>
                        <a:rPr lang="en-US" sz="1400" b="0">
                          <a:latin typeface="Segoe UI" panose="020B0502040204020203" pitchFamily="34" charset="0"/>
                          <a:cs typeface="Segoe UI" panose="020B0502040204020203" pitchFamily="34" charset="0"/>
                        </a:rPr>
                        <a:t> (25%)</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err="1">
                          <a:latin typeface="Segoe UI" panose="020B0502040204020203" pitchFamily="34" charset="0"/>
                          <a:cs typeface="Segoe UI" panose="020B0502040204020203" pitchFamily="34" charset="0"/>
                        </a:rPr>
                        <a:t>Ittikorn</a:t>
                      </a:r>
                      <a:r>
                        <a:rPr lang="en-US" sz="1400" b="0">
                          <a:latin typeface="Segoe UI" panose="020B0502040204020203" pitchFamily="34" charset="0"/>
                          <a:cs typeface="Segoe UI" panose="020B0502040204020203" pitchFamily="34" charset="0"/>
                        </a:rPr>
                        <a:t> </a:t>
                      </a:r>
                      <a:r>
                        <a:rPr lang="en-US" sz="1400" b="0" err="1">
                          <a:latin typeface="Segoe UI" panose="020B0502040204020203" pitchFamily="34" charset="0"/>
                          <a:cs typeface="Segoe UI" panose="020B0502040204020203" pitchFamily="34" charset="0"/>
                        </a:rPr>
                        <a:t>Laohanan</a:t>
                      </a:r>
                      <a:r>
                        <a:rPr lang="en-US" sz="1400" b="0">
                          <a:latin typeface="Segoe UI" panose="020B0502040204020203" pitchFamily="34" charset="0"/>
                          <a:cs typeface="Segoe UI" panose="020B0502040204020203" pitchFamily="34" charset="0"/>
                        </a:rPr>
                        <a:t> (25%)</a:t>
                      </a:r>
                      <a:endParaRPr kumimoji="1" lang="en-US" sz="1400" b="0" kern="1200">
                        <a:solidFill>
                          <a:srgbClr val="000000"/>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extLst>
                  <a:ext uri="{0D108BD9-81ED-4DB2-BD59-A6C34878D82A}">
                    <a16:rowId xmlns:a16="http://schemas.microsoft.com/office/drawing/2014/main" val="10003"/>
                  </a:ext>
                </a:extLst>
              </a:tr>
              <a:tr h="825222">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Business</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Distribute and install security systems including burglar alarms, fire alarm systems, and CCTV solutions</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1650445">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Customers</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Industrial: Toyota, Isuzu, Kubota</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Hospitality: Hilton, Marriott, InterContinental</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Consumer: </a:t>
                      </a:r>
                      <a:r>
                        <a:rPr lang="en-US" sz="1400" b="0" err="1">
                          <a:latin typeface="Segoe UI" panose="020B0502040204020203" pitchFamily="34" charset="0"/>
                          <a:cs typeface="Segoe UI" panose="020B0502040204020203" pitchFamily="34" charset="0"/>
                        </a:rPr>
                        <a:t>ThaiBev</a:t>
                      </a:r>
                      <a:r>
                        <a:rPr lang="en-US" sz="1400" b="0">
                          <a:latin typeface="Segoe UI" panose="020B0502040204020203" pitchFamily="34" charset="0"/>
                          <a:cs typeface="Segoe UI" panose="020B0502040204020203" pitchFamily="34" charset="0"/>
                        </a:rPr>
                        <a:t>, Häagen-Dazs, Boots</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Financial: SCB, EXIM Thailand</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Retail: Lazada, Kerry Express, Makro</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Government: NIDA, Government agencies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2242343074"/>
              </p:ext>
            </p:extLst>
          </p:nvPr>
        </p:nvGraphicFramePr>
        <p:xfrm>
          <a:off x="6272784" y="1746505"/>
          <a:ext cx="5577840" cy="1706880"/>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343237">
                <a:tc>
                  <a:txBody>
                    <a:bodyPr/>
                    <a:lstStyle/>
                    <a:p>
                      <a:pPr algn="ctr">
                        <a:buNone/>
                      </a:pPr>
                      <a:r>
                        <a:rPr lang="en-MY" sz="1400">
                          <a:solidFill>
                            <a:schemeClr val="bg1"/>
                          </a:solidFill>
                          <a:latin typeface="Segoe UI" panose="020B0502040204020203" pitchFamily="34" charset="0"/>
                          <a:cs typeface="Segoe UI" panose="020B0502040204020203" pitchFamily="34" charset="0"/>
                        </a:rPr>
                        <a:t>Intrusion &amp; Security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Burglar Alarm Systems, Wireless Security Systems — Wireless intruder alarms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343237">
                <a:tc>
                  <a:txBody>
                    <a:bodyPr/>
                    <a:lstStyle/>
                    <a:p>
                      <a:pPr algn="ctr">
                        <a:buNone/>
                      </a:pPr>
                      <a:r>
                        <a:rPr lang="en-MY" sz="1400">
                          <a:solidFill>
                            <a:schemeClr val="bg1"/>
                          </a:solidFill>
                          <a:latin typeface="Segoe UI" panose="020B0502040204020203" pitchFamily="34" charset="0"/>
                          <a:cs typeface="Segoe UI" panose="020B0502040204020203" pitchFamily="34" charset="0"/>
                        </a:rPr>
                        <a:t>Fire &amp; Environmental</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Fire Alarm Systems, Environmental Monitoring — Fire and hazard detection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228825">
                <a:tc>
                  <a:txBody>
                    <a:bodyPr/>
                    <a:lstStyle/>
                    <a:p>
                      <a:pPr algn="ctr">
                        <a:buNone/>
                      </a:pPr>
                      <a:r>
                        <a:rPr lang="en-MY" sz="1400">
                          <a:solidFill>
                            <a:schemeClr val="bg1"/>
                          </a:solidFill>
                          <a:latin typeface="Segoe UI" panose="020B0502040204020203" pitchFamily="34" charset="0"/>
                          <a:cs typeface="Segoe UI" panose="020B0502040204020203" pitchFamily="34" charset="0"/>
                        </a:rPr>
                        <a:t>Video 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CCTV Solutions — Camera monitoring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305840">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Smart Home &amp; Care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Smart Home Solutions, Elderly care entry control and assisted living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Text 6"/>
          <p:cNvSpPr/>
          <p:nvPr/>
        </p:nvSpPr>
        <p:spPr>
          <a:xfrm>
            <a:off x="363440" y="6126496"/>
            <a:ext cx="11430000" cy="370981"/>
          </a:xfrm>
          <a:prstGeom prst="rect">
            <a:avLst/>
          </a:prstGeom>
          <a:noFill/>
          <a:ln/>
        </p:spPr>
        <p:txBody>
          <a:bodyPr wrap="square" lIns="0" tIns="0" rIns="0" bIns="0" rtlCol="0" anchor="t"/>
          <a:lstStyle/>
          <a:p>
            <a:r>
              <a:rPr lang="en-US" sz="1000" dirty="0" err="1">
                <a:solidFill>
                  <a:srgbClr val="000000"/>
                </a:solidFill>
                <a:latin typeface="Segoe UI" pitchFamily="34" charset="0"/>
                <a:ea typeface="Segoe UI" pitchFamily="34" charset="-122"/>
                <a:cs typeface="Segoe UI" pitchFamily="34" charset="-120"/>
              </a:rPr>
              <a:t>為替レート</a:t>
            </a:r>
            <a:r>
              <a:rPr lang="en-US" sz="1000" dirty="0">
                <a:solidFill>
                  <a:srgbClr val="000000"/>
                </a:solidFill>
                <a:latin typeface="Segoe UI" pitchFamily="34" charset="0"/>
                <a:ea typeface="Segoe UI" pitchFamily="34" charset="-122"/>
                <a:cs typeface="Segoe UI" pitchFamily="34" charset="-120"/>
              </a:rPr>
              <a:t>: THB 100M = 5億円</a:t>
            </a:r>
            <a:endParaRPr lang="en-US" sz="1000" dirty="0"/>
          </a:p>
          <a:p>
            <a:r>
              <a:rPr lang="en-US" sz="1000" dirty="0">
                <a:solidFill>
                  <a:srgbClr val="000000"/>
                </a:solidFill>
                <a:latin typeface="Segoe UI" pitchFamily="34" charset="0"/>
                <a:ea typeface="Segoe UI" pitchFamily="34" charset="-122"/>
                <a:cs typeface="Segoe UI" pitchFamily="34" charset="-120"/>
              </a:rPr>
              <a:t>Source: Company website</a:t>
            </a:r>
            <a:endParaRPr lang="en-US" sz="1000" dirty="0"/>
          </a:p>
        </p:txBody>
      </p:sp>
      <p:graphicFrame>
        <p:nvGraphicFramePr>
          <p:cNvPr id="11" name="Chart 10">
            <a:extLst>
              <a:ext uri="{FF2B5EF4-FFF2-40B4-BE49-F238E27FC236}">
                <a16:creationId xmlns:a16="http://schemas.microsoft.com/office/drawing/2014/main" id="{D0948A01-2732-2916-14D3-FDB1A6D776C4}"/>
              </a:ext>
            </a:extLst>
          </p:cNvPr>
          <p:cNvGraphicFramePr/>
          <p:nvPr>
            <p:extLst>
              <p:ext uri="{D42A27DB-BD31-4B8C-83A1-F6EECF244321}">
                <p14:modId xmlns:p14="http://schemas.microsoft.com/office/powerpoint/2010/main" val="292183629"/>
              </p:ext>
            </p:extLst>
          </p:nvPr>
        </p:nvGraphicFramePr>
        <p:xfrm>
          <a:off x="6273800" y="3993766"/>
          <a:ext cx="5554032" cy="2099059"/>
        </p:xfrm>
        <a:graphic>
          <a:graphicData uri="http://schemas.openxmlformats.org/drawingml/2006/chart">
            <c:chart xmlns:c="http://schemas.openxmlformats.org/drawingml/2006/chart" xmlns:r="http://schemas.openxmlformats.org/officeDocument/2006/relationships" r:id="rId6"/>
          </a:graphicData>
        </a:graphic>
      </p:graphicFrame>
      <p:grpSp>
        <p:nvGrpSpPr>
          <p:cNvPr id="13" name="グループ化 58">
            <a:extLst>
              <a:ext uri="{FF2B5EF4-FFF2-40B4-BE49-F238E27FC236}">
                <a16:creationId xmlns:a16="http://schemas.microsoft.com/office/drawing/2014/main" id="{D4E37CAE-DE3A-842E-5C76-7837F4C5060E}"/>
              </a:ext>
            </a:extLst>
          </p:cNvPr>
          <p:cNvGrpSpPr/>
          <p:nvPr/>
        </p:nvGrpSpPr>
        <p:grpSpPr>
          <a:xfrm>
            <a:off x="6273800" y="3614680"/>
            <a:ext cx="5587119" cy="318126"/>
            <a:chOff x="1998094" y="1100134"/>
            <a:chExt cx="7884946" cy="480843"/>
          </a:xfrm>
          <a:noFill/>
        </p:grpSpPr>
        <p:sp>
          <p:nvSpPr>
            <p:cNvPr id="15" name="ColumnHeader">
              <a:extLst>
                <a:ext uri="{FF2B5EF4-FFF2-40B4-BE49-F238E27FC236}">
                  <a16:creationId xmlns:a16="http://schemas.microsoft.com/office/drawing/2014/main" id="{7E78A693-BEB1-3C17-84D2-0126DEED18CA}"/>
                </a:ext>
              </a:extLst>
            </p:cNvPr>
            <p:cNvSpPr>
              <a:spLocks noChangeArrowheads="1"/>
            </p:cNvSpPr>
            <p:nvPr/>
          </p:nvSpPr>
          <p:spPr bwMode="gray">
            <a:xfrm>
              <a:off x="2125586" y="1100134"/>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5900" indent="-215900" algn="ctr"/>
              <a:r>
                <a:rPr lang="en-US" altLang="ja-JP" sz="1400">
                  <a:solidFill>
                    <a:srgbClr val="000000"/>
                  </a:solidFill>
                  <a:latin typeface="+mn-ea"/>
                  <a:cs typeface="Segoe UI" panose="020B0502040204020203" pitchFamily="34" charset="0"/>
                </a:rPr>
                <a:t>Financial Highlights</a:t>
              </a:r>
              <a:endParaRPr lang="ja-JP" altLang="en-US" sz="1400">
                <a:solidFill>
                  <a:srgbClr val="000000"/>
                </a:solidFill>
                <a:latin typeface="+mn-ea"/>
                <a:cs typeface="Segoe UI" panose="020B0502040204020203" pitchFamily="34" charset="0"/>
              </a:endParaRPr>
            </a:p>
          </p:txBody>
        </p:sp>
        <p:cxnSp>
          <p:nvCxnSpPr>
            <p:cNvPr id="16" name="直線コネクタ 60">
              <a:extLst>
                <a:ext uri="{FF2B5EF4-FFF2-40B4-BE49-F238E27FC236}">
                  <a16:creationId xmlns:a16="http://schemas.microsoft.com/office/drawing/2014/main" id="{63FC8022-A9D1-AD40-73EF-EA31A07FF272}"/>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7EC06BFA-05D4-A199-1F9C-5F801D213297}"/>
              </a:ext>
            </a:extLst>
          </p:cNvPr>
          <p:cNvSpPr txBox="1"/>
          <p:nvPr/>
        </p:nvSpPr>
        <p:spPr>
          <a:xfrm>
            <a:off x="6286619" y="3947396"/>
            <a:ext cx="906017" cy="307777"/>
          </a:xfrm>
          <a:prstGeom prst="rect">
            <a:avLst/>
          </a:prstGeom>
          <a:noFill/>
        </p:spPr>
        <p:txBody>
          <a:bodyPr wrap="none" rtlCol="0">
            <a:spAutoFit/>
          </a:bodyPr>
          <a:lstStyle/>
          <a:p>
            <a:r>
              <a:rPr lang="en-US" sz="1400">
                <a:latin typeface="+mn-ea"/>
                <a:cs typeface="Segoe UI" panose="020B0502040204020203" pitchFamily="34" charset="0"/>
              </a:rPr>
              <a:t>(THB M)</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BB1C0-D609-568D-313D-A79B3528662C}"/>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53D492C-9251-E20B-5DFD-A5F330DE272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4" name="think-cell data - do not delete" hidden="1">
                        <a:extLst>
                          <a:ext uri="{FF2B5EF4-FFF2-40B4-BE49-F238E27FC236}">
                            <a16:creationId xmlns:a16="http://schemas.microsoft.com/office/drawing/2014/main" id="{553D492C-9251-E20B-5DFD-A5F330DE272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A347DEFC-5F2A-99AF-E67C-6C74A1FB0AFF}"/>
              </a:ext>
            </a:extLst>
          </p:cNvPr>
          <p:cNvSpPr>
            <a:spLocks noGrp="1"/>
          </p:cNvSpPr>
          <p:nvPr>
            <p:ph type="title"/>
          </p:nvPr>
        </p:nvSpPr>
        <p:spPr>
          <a:xfrm>
            <a:off x="343673" y="44624"/>
            <a:ext cx="9319360" cy="831850"/>
          </a:xfrm>
        </p:spPr>
        <p:txBody>
          <a:bodyPr vert="horz"/>
          <a:lstStyle/>
          <a:p>
            <a:pPr fontAlgn="ctr"/>
            <a:r>
              <a:rPr lang="en-GB" sz="2000">
                <a:solidFill>
                  <a:srgbClr val="000000"/>
                </a:solidFill>
                <a:latin typeface="+mj-ea"/>
                <a:cs typeface="Segoe UI" panose="020B0502040204020203" pitchFamily="34" charset="0"/>
              </a:rPr>
              <a:t>21. Anden Corporation</a:t>
            </a:r>
            <a:br>
              <a:rPr lang="en-GB">
                <a:solidFill>
                  <a:srgbClr val="000000"/>
                </a:solidFill>
                <a:latin typeface="+mj-ea"/>
                <a:cs typeface="Segoe UI" panose="020B0502040204020203" pitchFamily="34" charset="0"/>
              </a:rPr>
            </a:br>
            <a:r>
              <a:rPr lang="ja-JP" altLang="en-US" sz="1600">
                <a:latin typeface="+mj-ea"/>
              </a:rPr>
              <a:t>バンコクを拠点に、</a:t>
            </a:r>
            <a:r>
              <a:rPr lang="en-US" altLang="ja-TH" sz="1600">
                <a:latin typeface="+mj-ea"/>
              </a:rPr>
              <a:t>AI</a:t>
            </a:r>
            <a:r>
              <a:rPr lang="ja-TH" altLang="en-US" sz="1600">
                <a:latin typeface="+mj-ea"/>
              </a:rPr>
              <a:t>、</a:t>
            </a:r>
            <a:r>
              <a:rPr lang="en-US" altLang="ja-TH" sz="1600">
                <a:latin typeface="+mj-ea"/>
              </a:rPr>
              <a:t>IoT</a:t>
            </a:r>
            <a:r>
              <a:rPr lang="ja-TH" altLang="en-US" sz="1600">
                <a:latin typeface="+mj-ea"/>
              </a:rPr>
              <a:t>、</a:t>
            </a:r>
            <a:r>
              <a:rPr lang="ja-JP" altLang="en-US" sz="1600">
                <a:latin typeface="+mj-ea"/>
              </a:rPr>
              <a:t>データプラットフォームなどの統合技術を活用し、デジタルおよびスマートインフラに関するエンドツーエンドのソリューションを提供</a:t>
            </a:r>
            <a:endParaRPr lang="en-GB" sz="1600">
              <a:solidFill>
                <a:srgbClr val="000000"/>
              </a:solidFill>
              <a:latin typeface="+mj-ea"/>
              <a:cs typeface="Segoe UI" panose="020B0502040204020203" pitchFamily="34" charset="0"/>
            </a:endParaRPr>
          </a:p>
        </p:txBody>
      </p:sp>
      <p:grpSp>
        <p:nvGrpSpPr>
          <p:cNvPr id="7" name="グループ化 58">
            <a:extLst>
              <a:ext uri="{FF2B5EF4-FFF2-40B4-BE49-F238E27FC236}">
                <a16:creationId xmlns:a16="http://schemas.microsoft.com/office/drawing/2014/main" id="{E9EAE44E-C22C-7A82-6157-B67254AC21CA}"/>
              </a:ext>
            </a:extLst>
          </p:cNvPr>
          <p:cNvGrpSpPr/>
          <p:nvPr/>
        </p:nvGrpSpPr>
        <p:grpSpPr>
          <a:xfrm>
            <a:off x="343673" y="1342160"/>
            <a:ext cx="5570376" cy="307777"/>
            <a:chOff x="1998094" y="1119975"/>
            <a:chExt cx="7884946" cy="465201"/>
          </a:xfrm>
          <a:noFill/>
        </p:grpSpPr>
        <p:sp>
          <p:nvSpPr>
            <p:cNvPr id="8" name="ColumnHeader">
              <a:extLst>
                <a:ext uri="{FF2B5EF4-FFF2-40B4-BE49-F238E27FC236}">
                  <a16:creationId xmlns:a16="http://schemas.microsoft.com/office/drawing/2014/main" id="{A913D413-20F1-3FD0-97CF-9DA9A3D874FA}"/>
                </a:ext>
              </a:extLst>
            </p:cNvPr>
            <p:cNvSpPr>
              <a:spLocks noChangeArrowheads="1"/>
            </p:cNvSpPr>
            <p:nvPr/>
          </p:nvSpPr>
          <p:spPr bwMode="gray">
            <a:xfrm>
              <a:off x="2125587" y="1119975"/>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6000" indent="-216000" algn="ctr"/>
              <a:r>
                <a:rPr lang="ja-JP" altLang="en-US" sz="1400">
                  <a:solidFill>
                    <a:srgbClr val="000000"/>
                  </a:solidFill>
                  <a:latin typeface="+mn-ea"/>
                  <a:cs typeface="Segoe UI" panose="020B0502040204020203" pitchFamily="34" charset="0"/>
                </a:rPr>
                <a:t>会社基本情報</a:t>
              </a:r>
            </a:p>
          </p:txBody>
        </p:sp>
        <p:cxnSp>
          <p:nvCxnSpPr>
            <p:cNvPr id="9" name="直線コネクタ 60">
              <a:extLst>
                <a:ext uri="{FF2B5EF4-FFF2-40B4-BE49-F238E27FC236}">
                  <a16:creationId xmlns:a16="http://schemas.microsoft.com/office/drawing/2014/main" id="{53F5649A-00F0-33D2-9C6A-4EC8B56249B0}"/>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4B1A7E11-E47F-CC2A-35BA-921C386A77ED}"/>
              </a:ext>
            </a:extLst>
          </p:cNvPr>
          <p:cNvSpPr txBox="1"/>
          <p:nvPr/>
        </p:nvSpPr>
        <p:spPr>
          <a:xfrm>
            <a:off x="343673" y="6089739"/>
            <a:ext cx="9386141" cy="400110"/>
          </a:xfrm>
          <a:prstGeom prst="rect">
            <a:avLst/>
          </a:prstGeom>
          <a:noFill/>
        </p:spPr>
        <p:txBody>
          <a:bodyPr wrap="square" lIns="91440" tIns="45720" rIns="91440" bIns="45720" anchor="t">
            <a:spAutoFit/>
          </a:bodyPr>
          <a:lstStyle/>
          <a:p>
            <a:r>
              <a:rPr lang="ja-JP" altLang="en-US" sz="1000">
                <a:latin typeface="+mn-ea"/>
                <a:cs typeface="Segoe UI" panose="020B0502040204020203" pitchFamily="34" charset="0"/>
              </a:rPr>
              <a:t>注</a:t>
            </a:r>
            <a:r>
              <a:rPr lang="en-US" altLang="ja-JP" sz="1000">
                <a:latin typeface="+mn-ea"/>
                <a:cs typeface="Segoe UI" panose="020B0502040204020203" pitchFamily="34" charset="0"/>
              </a:rPr>
              <a:t>: DCIM (</a:t>
            </a:r>
            <a:r>
              <a:rPr lang="en-MY" sz="1000">
                <a:latin typeface="+mn-ea"/>
              </a:rPr>
              <a:t>Data </a:t>
            </a:r>
            <a:r>
              <a:rPr lang="en-MY" sz="1000" err="1">
                <a:latin typeface="+mn-ea"/>
              </a:rPr>
              <a:t>Center</a:t>
            </a:r>
            <a:r>
              <a:rPr lang="en-MY" sz="1000">
                <a:latin typeface="+mn-ea"/>
              </a:rPr>
              <a:t> Infrastructure Management=</a:t>
            </a:r>
            <a:r>
              <a:rPr lang="ja-JP" altLang="en-US" sz="1000">
                <a:latin typeface="+mn-ea"/>
              </a:rPr>
              <a:t>データセンターインフラストラクチャ管理</a:t>
            </a:r>
            <a:r>
              <a:rPr lang="en-US" altLang="ja-JP" sz="1000">
                <a:latin typeface="+mn-ea"/>
              </a:rPr>
              <a:t>)</a:t>
            </a:r>
            <a:br>
              <a:rPr lang="en-US" altLang="ja-JP" sz="1000">
                <a:latin typeface="+mn-ea"/>
                <a:cs typeface="Segoe UI" panose="020B0502040204020203" pitchFamily="34" charset="0"/>
              </a:rPr>
            </a:br>
            <a:r>
              <a:rPr lang="ja-JP" altLang="en-US" sz="1000">
                <a:latin typeface="+mn-ea"/>
                <a:cs typeface="Segoe UI" panose="020B0502040204020203" pitchFamily="34" charset="0"/>
              </a:rPr>
              <a:t>為替レート</a:t>
            </a:r>
            <a:r>
              <a:rPr lang="en-GB" sz="1000">
                <a:latin typeface="+mn-ea"/>
                <a:cs typeface="Segoe UI" panose="020B0502040204020203" pitchFamily="34" charset="0"/>
              </a:rPr>
              <a:t>: THB 100M = 5億円、</a:t>
            </a:r>
            <a:r>
              <a:rPr lang="ja-JP" altLang="en-US" sz="1000">
                <a:latin typeface="+mn-ea"/>
                <a:cs typeface="Segoe UI" panose="020B0502040204020203" pitchFamily="34" charset="0"/>
              </a:rPr>
              <a:t>出典</a:t>
            </a:r>
            <a:r>
              <a:rPr kumimoji="1" lang="en-GB" sz="1000" b="0" i="0" u="none" strike="noStrike" kern="1200">
                <a:effectLst/>
                <a:latin typeface="+mn-ea"/>
                <a:cs typeface="Segoe UI" panose="020B0502040204020203" pitchFamily="34" charset="0"/>
              </a:rPr>
              <a:t>: </a:t>
            </a:r>
            <a:r>
              <a:rPr lang="ja-JP" altLang="en-US" sz="1000">
                <a:latin typeface="+mn-ea"/>
                <a:cs typeface="Segoe UI" panose="020B0502040204020203" pitchFamily="34" charset="0"/>
              </a:rPr>
              <a:t>会社ウェブサイト、</a:t>
            </a:r>
            <a:r>
              <a:rPr lang="en-US" altLang="ja-JP" sz="1000">
                <a:latin typeface="+mn-ea"/>
                <a:cs typeface="Segoe UI" panose="020B0502040204020203" pitchFamily="34" charset="0"/>
              </a:rPr>
              <a:t>SPEEDA</a:t>
            </a:r>
            <a:endParaRPr lang="en-GB" sz="1000">
              <a:latin typeface="+mn-ea"/>
              <a:cs typeface="Segoe UI" panose="020B0502040204020203" pitchFamily="34" charset="0"/>
            </a:endParaRPr>
          </a:p>
        </p:txBody>
      </p:sp>
      <p:grpSp>
        <p:nvGrpSpPr>
          <p:cNvPr id="14" name="グループ化 58">
            <a:extLst>
              <a:ext uri="{FF2B5EF4-FFF2-40B4-BE49-F238E27FC236}">
                <a16:creationId xmlns:a16="http://schemas.microsoft.com/office/drawing/2014/main" id="{19B182B9-5668-C677-2249-D37519285CF6}"/>
              </a:ext>
            </a:extLst>
          </p:cNvPr>
          <p:cNvGrpSpPr/>
          <p:nvPr/>
        </p:nvGrpSpPr>
        <p:grpSpPr>
          <a:xfrm>
            <a:off x="6269918" y="3123033"/>
            <a:ext cx="5587119" cy="318126"/>
            <a:chOff x="1998094" y="1100134"/>
            <a:chExt cx="7884946" cy="480843"/>
          </a:xfrm>
          <a:noFill/>
        </p:grpSpPr>
        <p:sp>
          <p:nvSpPr>
            <p:cNvPr id="15" name="ColumnHeader">
              <a:extLst>
                <a:ext uri="{FF2B5EF4-FFF2-40B4-BE49-F238E27FC236}">
                  <a16:creationId xmlns:a16="http://schemas.microsoft.com/office/drawing/2014/main" id="{94754B5A-9B93-43F8-29BF-060FF9D29E5D}"/>
                </a:ext>
              </a:extLst>
            </p:cNvPr>
            <p:cNvSpPr>
              <a:spLocks noChangeArrowheads="1"/>
            </p:cNvSpPr>
            <p:nvPr/>
          </p:nvSpPr>
          <p:spPr bwMode="gray">
            <a:xfrm>
              <a:off x="2125586" y="1100134"/>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5900" indent="-215900" algn="ctr"/>
              <a:r>
                <a:rPr lang="ja-JP" altLang="en-US" sz="1400">
                  <a:solidFill>
                    <a:srgbClr val="000000"/>
                  </a:solidFill>
                  <a:latin typeface="+mn-ea"/>
                  <a:cs typeface="Segoe UI" panose="020B0502040204020203" pitchFamily="34" charset="0"/>
                </a:rPr>
                <a:t>財務実績</a:t>
              </a:r>
            </a:p>
          </p:txBody>
        </p:sp>
        <p:cxnSp>
          <p:nvCxnSpPr>
            <p:cNvPr id="16" name="直線コネクタ 60">
              <a:extLst>
                <a:ext uri="{FF2B5EF4-FFF2-40B4-BE49-F238E27FC236}">
                  <a16:creationId xmlns:a16="http://schemas.microsoft.com/office/drawing/2014/main" id="{3DEA8A1A-401C-C835-9EBE-8B3F365DC19C}"/>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グループ化 58">
            <a:extLst>
              <a:ext uri="{FF2B5EF4-FFF2-40B4-BE49-F238E27FC236}">
                <a16:creationId xmlns:a16="http://schemas.microsoft.com/office/drawing/2014/main" id="{C1C4A36E-BA22-FDBE-21B7-A8E428772B5B}"/>
              </a:ext>
            </a:extLst>
          </p:cNvPr>
          <p:cNvGrpSpPr/>
          <p:nvPr/>
        </p:nvGrpSpPr>
        <p:grpSpPr>
          <a:xfrm>
            <a:off x="6273800" y="1342160"/>
            <a:ext cx="5570376" cy="307777"/>
            <a:chOff x="1998094" y="1119975"/>
            <a:chExt cx="7884946" cy="465201"/>
          </a:xfrm>
          <a:noFill/>
        </p:grpSpPr>
        <p:sp>
          <p:nvSpPr>
            <p:cNvPr id="10" name="ColumnHeader">
              <a:extLst>
                <a:ext uri="{FF2B5EF4-FFF2-40B4-BE49-F238E27FC236}">
                  <a16:creationId xmlns:a16="http://schemas.microsoft.com/office/drawing/2014/main" id="{AF6AD0F2-87C9-0B72-9FD0-F2B04037AF7C}"/>
                </a:ext>
              </a:extLst>
            </p:cNvPr>
            <p:cNvSpPr>
              <a:spLocks noChangeArrowheads="1"/>
            </p:cNvSpPr>
            <p:nvPr/>
          </p:nvSpPr>
          <p:spPr bwMode="gray">
            <a:xfrm>
              <a:off x="2125587" y="1119975"/>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6000" indent="-216000" algn="ctr"/>
              <a:r>
                <a:rPr lang="ja-TH" altLang="en-US" sz="1400">
                  <a:solidFill>
                    <a:srgbClr val="000000"/>
                  </a:solidFill>
                  <a:latin typeface="+mn-ea"/>
                  <a:cs typeface="Segoe UI" panose="020B0502040204020203" pitchFamily="34" charset="0"/>
                </a:rPr>
                <a:t>主要</a:t>
              </a:r>
              <a:r>
                <a:rPr lang="ja-JP" altLang="en-US" sz="1400">
                  <a:solidFill>
                    <a:srgbClr val="000000"/>
                  </a:solidFill>
                  <a:latin typeface="+mn-ea"/>
                  <a:cs typeface="Segoe UI" panose="020B0502040204020203" pitchFamily="34" charset="0"/>
                </a:rPr>
                <a:t>パートナー</a:t>
              </a:r>
              <a:r>
                <a:rPr lang="en-US" altLang="ja-JP" sz="1400">
                  <a:solidFill>
                    <a:srgbClr val="000000"/>
                  </a:solidFill>
                  <a:latin typeface="+mn-ea"/>
                  <a:cs typeface="Segoe UI" panose="020B0502040204020203" pitchFamily="34" charset="0"/>
                </a:rPr>
                <a:t> </a:t>
              </a:r>
              <a:r>
                <a:rPr lang="en-MY" altLang="ja-JP" sz="1400">
                  <a:solidFill>
                    <a:srgbClr val="000000"/>
                  </a:solidFill>
                  <a:latin typeface="+mn-ea"/>
                  <a:cs typeface="Segoe UI" panose="020B0502040204020203" pitchFamily="34" charset="0"/>
                </a:rPr>
                <a:t>(</a:t>
              </a:r>
              <a:r>
                <a:rPr lang="ja-JP" altLang="en-US" sz="1400">
                  <a:solidFill>
                    <a:srgbClr val="000000"/>
                  </a:solidFill>
                  <a:latin typeface="+mn-ea"/>
                  <a:cs typeface="Segoe UI" panose="020B0502040204020203" pitchFamily="34" charset="0"/>
                </a:rPr>
                <a:t>本社</a:t>
              </a:r>
              <a:r>
                <a:rPr lang="en-MY" altLang="ja-JP" sz="1400">
                  <a:solidFill>
                    <a:srgbClr val="000000"/>
                  </a:solidFill>
                  <a:latin typeface="+mn-ea"/>
                  <a:cs typeface="Segoe UI" panose="020B0502040204020203" pitchFamily="34" charset="0"/>
                </a:rPr>
                <a:t>)</a:t>
              </a:r>
              <a:endParaRPr lang="ja-JP" altLang="en-US" sz="1400">
                <a:solidFill>
                  <a:srgbClr val="000000"/>
                </a:solidFill>
                <a:latin typeface="+mn-ea"/>
                <a:cs typeface="Segoe UI" panose="020B0502040204020203" pitchFamily="34" charset="0"/>
              </a:endParaRPr>
            </a:p>
          </p:txBody>
        </p:sp>
        <p:cxnSp>
          <p:nvCxnSpPr>
            <p:cNvPr id="11" name="直線コネクタ 60">
              <a:extLst>
                <a:ext uri="{FF2B5EF4-FFF2-40B4-BE49-F238E27FC236}">
                  <a16:creationId xmlns:a16="http://schemas.microsoft.com/office/drawing/2014/main" id="{0C3DA41F-6BF8-EE68-77F2-27A57D8C37C4}"/>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graphicFrame>
        <p:nvGraphicFramePr>
          <p:cNvPr id="17" name="Chart 16">
            <a:extLst>
              <a:ext uri="{FF2B5EF4-FFF2-40B4-BE49-F238E27FC236}">
                <a16:creationId xmlns:a16="http://schemas.microsoft.com/office/drawing/2014/main" id="{47D6998E-95E8-4DAD-1114-58A499C0187D}"/>
              </a:ext>
            </a:extLst>
          </p:cNvPr>
          <p:cNvGraphicFramePr/>
          <p:nvPr/>
        </p:nvGraphicFramePr>
        <p:xfrm>
          <a:off x="6269917" y="3429000"/>
          <a:ext cx="5587120" cy="2650389"/>
        </p:xfrm>
        <a:graphic>
          <a:graphicData uri="http://schemas.openxmlformats.org/drawingml/2006/chart">
            <c:chart xmlns:c="http://schemas.openxmlformats.org/drawingml/2006/chart" xmlns:r="http://schemas.openxmlformats.org/officeDocument/2006/relationships" r:id="rId6"/>
          </a:graphicData>
        </a:graphic>
      </p:graphicFrame>
      <p:sp>
        <p:nvSpPr>
          <p:cNvPr id="18" name="TextBox 17">
            <a:extLst>
              <a:ext uri="{FF2B5EF4-FFF2-40B4-BE49-F238E27FC236}">
                <a16:creationId xmlns:a16="http://schemas.microsoft.com/office/drawing/2014/main" id="{199BCFA0-1106-3EE6-4465-07992B90B574}"/>
              </a:ext>
            </a:extLst>
          </p:cNvPr>
          <p:cNvSpPr txBox="1"/>
          <p:nvPr/>
        </p:nvSpPr>
        <p:spPr>
          <a:xfrm>
            <a:off x="6286619" y="3451509"/>
            <a:ext cx="906017" cy="307777"/>
          </a:xfrm>
          <a:prstGeom prst="rect">
            <a:avLst/>
          </a:prstGeom>
          <a:noFill/>
        </p:spPr>
        <p:txBody>
          <a:bodyPr wrap="none" rtlCol="0">
            <a:spAutoFit/>
          </a:bodyPr>
          <a:lstStyle/>
          <a:p>
            <a:r>
              <a:rPr lang="en-US" sz="1400">
                <a:latin typeface="+mn-ea"/>
                <a:cs typeface="Segoe UI" panose="020B0502040204020203" pitchFamily="34" charset="0"/>
              </a:rPr>
              <a:t>(THB M)</a:t>
            </a:r>
          </a:p>
        </p:txBody>
      </p:sp>
      <p:sp>
        <p:nvSpPr>
          <p:cNvPr id="27" name="TextBox 26">
            <a:extLst>
              <a:ext uri="{FF2B5EF4-FFF2-40B4-BE49-F238E27FC236}">
                <a16:creationId xmlns:a16="http://schemas.microsoft.com/office/drawing/2014/main" id="{56C8E113-7168-DCFF-CB77-90E83196C1B1}"/>
              </a:ext>
            </a:extLst>
          </p:cNvPr>
          <p:cNvSpPr txBox="1"/>
          <p:nvPr/>
        </p:nvSpPr>
        <p:spPr>
          <a:xfrm>
            <a:off x="6273800" y="1747908"/>
            <a:ext cx="5591271" cy="1077218"/>
          </a:xfrm>
          <a:prstGeom prst="rect">
            <a:avLst/>
          </a:prstGeom>
          <a:noFill/>
        </p:spPr>
        <p:txBody>
          <a:bodyPr wrap="square" lIns="36576" tIns="0" rIns="36576" bIns="0">
            <a:spAutoFit/>
          </a:bodyPr>
          <a:lstStyle/>
          <a:p>
            <a:pPr marL="216000" marR="91440" lvl="0" indent="-216000" fontAlgn="ctr">
              <a:buFont typeface="Wingdings" panose="05000000000000000000" pitchFamily="2" charset="2"/>
              <a:buChar char="n"/>
              <a:defRPr/>
            </a:pPr>
            <a:r>
              <a:rPr lang="en-GB" altLang="ja-JP" sz="1400">
                <a:latin typeface="+mn-ea"/>
                <a:cs typeface="Segoe UI" panose="020B0502040204020203" pitchFamily="34" charset="0"/>
              </a:rPr>
              <a:t>CCTV: Hikvision</a:t>
            </a:r>
            <a:r>
              <a:rPr lang="ja-JP" altLang="en-GB" sz="1400">
                <a:latin typeface="+mn-ea"/>
                <a:cs typeface="Segoe UI" panose="020B0502040204020203" pitchFamily="34" charset="0"/>
              </a:rPr>
              <a:t>（</a:t>
            </a:r>
            <a:r>
              <a:rPr lang="ja-JP" altLang="en-US" sz="1400">
                <a:latin typeface="+mn-ea"/>
                <a:cs typeface="Segoe UI" panose="020B0502040204020203" pitchFamily="34" charset="0"/>
              </a:rPr>
              <a:t>中国）</a:t>
            </a:r>
          </a:p>
          <a:p>
            <a:pPr marL="216000" marR="91440" lvl="0" indent="-216000" fontAlgn="ctr">
              <a:buFont typeface="Wingdings" panose="05000000000000000000" pitchFamily="2" charset="2"/>
              <a:buChar char="n"/>
              <a:defRPr/>
            </a:pPr>
            <a:r>
              <a:rPr lang="ja-JP" altLang="en-US" sz="1400">
                <a:latin typeface="+mn-ea"/>
                <a:cs typeface="Segoe UI" panose="020B0502040204020203" pitchFamily="34" charset="0"/>
              </a:rPr>
              <a:t>無停電電源装置</a:t>
            </a:r>
            <a:r>
              <a:rPr lang="en-US" altLang="ja-JP" sz="1400">
                <a:latin typeface="+mn-ea"/>
                <a:cs typeface="Segoe UI" panose="020B0502040204020203" pitchFamily="34" charset="0"/>
              </a:rPr>
              <a:t> (UPS): </a:t>
            </a:r>
            <a:r>
              <a:rPr lang="en-GB" altLang="ja-JP" sz="1400" err="1">
                <a:latin typeface="+mn-ea"/>
                <a:cs typeface="Segoe UI" panose="020B0502040204020203" pitchFamily="34" charset="0"/>
              </a:rPr>
              <a:t>Socomec</a:t>
            </a:r>
            <a:r>
              <a:rPr lang="ja-JP" altLang="en-GB" sz="1400">
                <a:latin typeface="+mn-ea"/>
                <a:cs typeface="Segoe UI" panose="020B0502040204020203" pitchFamily="34" charset="0"/>
              </a:rPr>
              <a:t>（</a:t>
            </a:r>
            <a:r>
              <a:rPr lang="ja-JP" altLang="en-US" sz="1400">
                <a:latin typeface="+mn-ea"/>
                <a:cs typeface="Segoe UI" panose="020B0502040204020203" pitchFamily="34" charset="0"/>
              </a:rPr>
              <a:t>フランス）</a:t>
            </a:r>
          </a:p>
          <a:p>
            <a:pPr marL="216000" marR="91440" lvl="0" indent="-216000" fontAlgn="ctr">
              <a:buFont typeface="Wingdings" panose="05000000000000000000" pitchFamily="2" charset="2"/>
              <a:buChar char="n"/>
              <a:defRPr/>
            </a:pPr>
            <a:r>
              <a:rPr lang="ja-JP" altLang="en-US" sz="1400">
                <a:latin typeface="+mn-ea"/>
                <a:cs typeface="Segoe UI" panose="020B0502040204020203" pitchFamily="34" charset="0"/>
              </a:rPr>
              <a:t>消火</a:t>
            </a:r>
            <a:r>
              <a:rPr lang="ja-TH" altLang="en-US" sz="1400">
                <a:latin typeface="+mn-ea"/>
                <a:cs typeface="Segoe UI" panose="020B0502040204020203" pitchFamily="34" charset="0"/>
              </a:rPr>
              <a:t>設備</a:t>
            </a:r>
            <a:r>
              <a:rPr lang="en-US" altLang="ja-JP" sz="1400">
                <a:latin typeface="+mn-ea"/>
                <a:cs typeface="Segoe UI" panose="020B0502040204020203" pitchFamily="34" charset="0"/>
              </a:rPr>
              <a:t>: </a:t>
            </a:r>
            <a:r>
              <a:rPr lang="en-GB" altLang="ja-JP" sz="1400">
                <a:latin typeface="+mn-ea"/>
                <a:cs typeface="Segoe UI" panose="020B0502040204020203" pitchFamily="34" charset="0"/>
              </a:rPr>
              <a:t>SEM-SAFE</a:t>
            </a:r>
            <a:r>
              <a:rPr lang="ja-JP" altLang="en-GB" sz="1400">
                <a:latin typeface="+mn-ea"/>
                <a:cs typeface="Segoe UI" panose="020B0502040204020203" pitchFamily="34" charset="0"/>
              </a:rPr>
              <a:t>（</a:t>
            </a:r>
            <a:r>
              <a:rPr lang="ja-JP" altLang="en-US" sz="1400">
                <a:latin typeface="+mn-ea"/>
                <a:cs typeface="Segoe UI" panose="020B0502040204020203" pitchFamily="34" charset="0"/>
              </a:rPr>
              <a:t>デンマーク）</a:t>
            </a:r>
          </a:p>
          <a:p>
            <a:pPr marL="216000" marR="91440" lvl="0" indent="-216000" fontAlgn="ctr">
              <a:buFont typeface="Wingdings" panose="05000000000000000000" pitchFamily="2" charset="2"/>
              <a:buChar char="n"/>
              <a:defRPr/>
            </a:pPr>
            <a:r>
              <a:rPr lang="ja-JP" altLang="en-US" sz="1400">
                <a:latin typeface="+mn-ea"/>
                <a:cs typeface="Segoe UI" panose="020B0502040204020203" pitchFamily="34" charset="0"/>
              </a:rPr>
              <a:t>精密空調</a:t>
            </a:r>
            <a:r>
              <a:rPr lang="en-US" altLang="ja-JP" sz="1400">
                <a:latin typeface="+mn-ea"/>
                <a:cs typeface="Segoe UI" panose="020B0502040204020203" pitchFamily="34" charset="0"/>
              </a:rPr>
              <a:t>: </a:t>
            </a:r>
            <a:r>
              <a:rPr lang="en-GB" altLang="ja-JP" sz="1400">
                <a:latin typeface="+mn-ea"/>
                <a:cs typeface="Segoe UI" panose="020B0502040204020203" pitchFamily="34" charset="0"/>
              </a:rPr>
              <a:t>DENCO</a:t>
            </a:r>
            <a:r>
              <a:rPr lang="ja-JP" altLang="en-GB" sz="1400">
                <a:latin typeface="+mn-ea"/>
                <a:cs typeface="Segoe UI" panose="020B0502040204020203" pitchFamily="34" charset="0"/>
              </a:rPr>
              <a:t>（</a:t>
            </a:r>
            <a:r>
              <a:rPr lang="ja-JP" altLang="en-US" sz="1400">
                <a:latin typeface="+mn-ea"/>
                <a:cs typeface="Segoe UI" panose="020B0502040204020203" pitchFamily="34" charset="0"/>
              </a:rPr>
              <a:t>ドイツ）</a:t>
            </a:r>
          </a:p>
          <a:p>
            <a:pPr marL="216000" marR="91440" lvl="0" indent="-216000" fontAlgn="ctr">
              <a:buFont typeface="Wingdings" panose="05000000000000000000" pitchFamily="2" charset="2"/>
              <a:buChar char="n"/>
              <a:defRPr/>
            </a:pPr>
            <a:r>
              <a:rPr lang="en-GB" altLang="ja-JP" sz="1400">
                <a:latin typeface="+mn-ea"/>
                <a:cs typeface="Segoe UI" panose="020B0502040204020203" pitchFamily="34" charset="0"/>
              </a:rPr>
              <a:t>DCIM*: Visual Data </a:t>
            </a:r>
            <a:r>
              <a:rPr lang="en-GB" altLang="ja-JP" sz="1400" err="1">
                <a:latin typeface="+mn-ea"/>
                <a:cs typeface="Segoe UI" panose="020B0502040204020203" pitchFamily="34" charset="0"/>
              </a:rPr>
              <a:t>Center</a:t>
            </a:r>
            <a:r>
              <a:rPr lang="en-GB" altLang="ja-JP" sz="1400">
                <a:latin typeface="+mn-ea"/>
                <a:cs typeface="Segoe UI" panose="020B0502040204020203" pitchFamily="34" charset="0"/>
              </a:rPr>
              <a:t> by AEM</a:t>
            </a:r>
            <a:r>
              <a:rPr lang="ja-JP" altLang="en-GB" sz="1400">
                <a:latin typeface="+mn-ea"/>
                <a:cs typeface="Segoe UI" panose="020B0502040204020203" pitchFamily="34" charset="0"/>
              </a:rPr>
              <a:t>（</a:t>
            </a:r>
            <a:r>
              <a:rPr lang="ja-JP" altLang="en-US" sz="1400">
                <a:latin typeface="+mn-ea"/>
                <a:cs typeface="Segoe UI" panose="020B0502040204020203" pitchFamily="34" charset="0"/>
              </a:rPr>
              <a:t>香港）</a:t>
            </a:r>
            <a:endParaRPr lang="en-GB" altLang="ja-JP" sz="1400">
              <a:latin typeface="+mn-ea"/>
              <a:cs typeface="Segoe UI" panose="020B0502040204020203" pitchFamily="34" charset="0"/>
            </a:endParaRPr>
          </a:p>
        </p:txBody>
      </p:sp>
      <p:pic>
        <p:nvPicPr>
          <p:cNvPr id="5" name="Grafik 3">
            <a:extLst>
              <a:ext uri="{FF2B5EF4-FFF2-40B4-BE49-F238E27FC236}">
                <a16:creationId xmlns:a16="http://schemas.microsoft.com/office/drawing/2014/main" id="{4CBD836F-3218-A16A-E3B4-12170C7CCA84}"/>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729814" y="204151"/>
            <a:ext cx="759020" cy="506014"/>
          </a:xfrm>
          <a:prstGeom prst="rect">
            <a:avLst/>
          </a:prstGeom>
          <a:ln w="6350" cap="flat" cmpd="sng" algn="ctr">
            <a:solidFill>
              <a:schemeClr val="tx1"/>
            </a:solidFill>
            <a:prstDash val="solid"/>
            <a:round/>
            <a:headEnd type="none" w="med" len="med"/>
            <a:tailEnd type="none" w="med" len="med"/>
          </a:ln>
        </p:spPr>
      </p:pic>
      <p:graphicFrame>
        <p:nvGraphicFramePr>
          <p:cNvPr id="12" name="Table 11">
            <a:extLst>
              <a:ext uri="{FF2B5EF4-FFF2-40B4-BE49-F238E27FC236}">
                <a16:creationId xmlns:a16="http://schemas.microsoft.com/office/drawing/2014/main" id="{B425EEFA-2AA4-A460-56A4-773DAE0D46E3}"/>
              </a:ext>
            </a:extLst>
          </p:cNvPr>
          <p:cNvGraphicFramePr>
            <a:graphicFrameLocks noGrp="1"/>
          </p:cNvGraphicFramePr>
          <p:nvPr/>
        </p:nvGraphicFramePr>
        <p:xfrm>
          <a:off x="335452" y="1725299"/>
          <a:ext cx="5577840" cy="4367525"/>
        </p:xfrm>
        <a:graphic>
          <a:graphicData uri="http://schemas.openxmlformats.org/drawingml/2006/table">
            <a:tbl>
              <a:tblPr/>
              <a:tblGrid>
                <a:gridCol w="1188720">
                  <a:extLst>
                    <a:ext uri="{9D8B030D-6E8A-4147-A177-3AD203B41FA5}">
                      <a16:colId xmlns:a16="http://schemas.microsoft.com/office/drawing/2014/main" val="1856092752"/>
                    </a:ext>
                  </a:extLst>
                </a:gridCol>
                <a:gridCol w="4389120">
                  <a:extLst>
                    <a:ext uri="{9D8B030D-6E8A-4147-A177-3AD203B41FA5}">
                      <a16:colId xmlns:a16="http://schemas.microsoft.com/office/drawing/2014/main" val="2767211961"/>
                    </a:ext>
                  </a:extLst>
                </a:gridCol>
              </a:tblGrid>
              <a:tr h="229870">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会社名</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algn="l" fontAlgn="ctr">
                        <a:buNone/>
                      </a:pPr>
                      <a:r>
                        <a:rPr lang="en-GB" sz="1400" b="0" i="0" u="none" strike="noStrike">
                          <a:solidFill>
                            <a:srgbClr val="000000"/>
                          </a:solidFill>
                          <a:effectLst/>
                          <a:latin typeface="+mn-ea"/>
                          <a:ea typeface="+mn-ea"/>
                          <a:cs typeface="Segoe UI" panose="020B0502040204020203" pitchFamily="34" charset="0"/>
                          <a:hlinkClick r:id="rId8"/>
                        </a:rPr>
                        <a:t>Anden Corporation</a:t>
                      </a:r>
                      <a:endParaRPr lang="en-GB" sz="1400" b="0" i="0" u="none" strike="noStrike">
                        <a:solidFill>
                          <a:srgbClr val="000000"/>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39986481"/>
                  </a:ext>
                </a:extLst>
              </a:tr>
              <a:tr h="229870">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設立年</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marR="91440" indent="0" algn="l" defTabSz="914400" rtl="0" eaLnBrk="1" fontAlgn="ctr" latinLnBrk="0" hangingPunct="1">
                        <a:spcBef>
                          <a:spcPts val="0"/>
                        </a:spcBef>
                        <a:spcAft>
                          <a:spcPts val="0"/>
                        </a:spcAft>
                        <a:buFontTx/>
                        <a:buNone/>
                      </a:pPr>
                      <a:r>
                        <a:rPr kumimoji="1" lang="en-GB" sz="1400" b="0" kern="1200">
                          <a:solidFill>
                            <a:schemeClr val="tx1"/>
                          </a:solidFill>
                          <a:effectLst/>
                          <a:latin typeface="+mn-ea"/>
                          <a:ea typeface="+mn-ea"/>
                          <a:cs typeface="Segoe UI" panose="020B0502040204020203" pitchFamily="34" charset="0"/>
                        </a:rPr>
                        <a:t>2003年</a:t>
                      </a:r>
                    </a:p>
                  </a:txBody>
                  <a:tcPr marL="36000" marR="3600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685350836"/>
                  </a:ext>
                </a:extLst>
              </a:tr>
              <a:tr h="229870">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本社所在地</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marR="91440" lvl="0" indent="0" algn="l" defTabSz="914400" rtl="0" eaLnBrk="1" fontAlgn="ctr" latinLnBrk="0" hangingPunct="1">
                        <a:lnSpc>
                          <a:spcPct val="100000"/>
                        </a:lnSpc>
                        <a:spcBef>
                          <a:spcPts val="0"/>
                        </a:spcBef>
                        <a:spcAft>
                          <a:spcPts val="0"/>
                        </a:spcAft>
                        <a:buClrTx/>
                        <a:buSzTx/>
                        <a:buFont typeface="Wingdings" panose="05000000000000000000" pitchFamily="2" charset="2"/>
                        <a:buNone/>
                        <a:tabLst/>
                        <a:defRPr/>
                      </a:pPr>
                      <a:r>
                        <a:rPr kumimoji="1" lang="ja-JP" altLang="en-US" sz="1400" b="0" kern="1200">
                          <a:solidFill>
                            <a:schemeClr val="tx1"/>
                          </a:solidFill>
                          <a:effectLst/>
                          <a:latin typeface="+mn-ea"/>
                          <a:ea typeface="+mn-ea"/>
                          <a:cs typeface="Segoe UI" panose="020B0502040204020203" pitchFamily="34" charset="0"/>
                        </a:rPr>
                        <a:t>タイ、</a:t>
                      </a:r>
                      <a:r>
                        <a:rPr kumimoji="1" lang="ja-TH" altLang="en-US" sz="1400" b="0" kern="1200">
                          <a:solidFill>
                            <a:schemeClr val="tx1"/>
                          </a:solidFill>
                          <a:effectLst/>
                          <a:latin typeface="+mn-ea"/>
                          <a:ea typeface="+mn-ea"/>
                          <a:cs typeface="Segoe UI" panose="020B0502040204020203" pitchFamily="34" charset="0"/>
                        </a:rPr>
                        <a:t>バンコク、</a:t>
                      </a:r>
                      <a:r>
                        <a:rPr kumimoji="1" lang="ja-JP" altLang="en-US" sz="1400" b="0" kern="1200">
                          <a:solidFill>
                            <a:schemeClr val="tx1"/>
                          </a:solidFill>
                          <a:effectLst/>
                          <a:latin typeface="+mn-ea"/>
                          <a:ea typeface="+mn-ea"/>
                          <a:cs typeface="Segoe UI" panose="020B0502040204020203" pitchFamily="34" charset="0"/>
                        </a:rPr>
                        <a:t>チャトゥチャック、ラティヤオ</a:t>
                      </a:r>
                      <a:endParaRPr kumimoji="1" lang="en-GB" sz="1400" b="0" kern="1200">
                        <a:solidFill>
                          <a:schemeClr val="tx1"/>
                        </a:solidFill>
                        <a:effectLst/>
                        <a:latin typeface="+mn-ea"/>
                        <a:ea typeface="+mn-ea"/>
                        <a:cs typeface="Segoe UI" panose="020B0502040204020203" pitchFamily="34" charset="0"/>
                      </a:endParaRP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81925738"/>
                  </a:ext>
                </a:extLst>
              </a:tr>
              <a:tr h="459739">
                <a:tc>
                  <a:txBody>
                    <a:bodyPr/>
                    <a:lstStyle/>
                    <a:p>
                      <a:pPr lvl="0" algn="ctr">
                        <a:spcBef>
                          <a:spcPts val="0"/>
                        </a:spcBef>
                        <a:buNone/>
                      </a:pPr>
                      <a:r>
                        <a:rPr lang="ja-JP" altLang="en-US" sz="1400" b="0" i="0">
                          <a:solidFill>
                            <a:schemeClr val="bg1"/>
                          </a:solidFill>
                          <a:effectLst/>
                          <a:latin typeface="+mn-ea"/>
                          <a:ea typeface="+mn-ea"/>
                          <a:cs typeface="Segoe UI" panose="020B0502040204020203" pitchFamily="34" charset="0"/>
                        </a:rPr>
                        <a:t>株主構成</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anose="05000000000000000000" pitchFamily="2" charset="2"/>
                        <a:buChar char="n"/>
                        <a:tabLst/>
                        <a:defRPr/>
                      </a:pPr>
                      <a:r>
                        <a:rPr lang="en-US" sz="1400" b="0">
                          <a:solidFill>
                            <a:schemeClr val="tx1"/>
                          </a:solidFill>
                          <a:latin typeface="+mn-ea"/>
                          <a:ea typeface="+mn-ea"/>
                          <a:cs typeface="Segoe UI" panose="020B0502040204020203" pitchFamily="34" charset="0"/>
                        </a:rPr>
                        <a:t>Amorn </a:t>
                      </a:r>
                      <a:r>
                        <a:rPr lang="en-US" sz="1400" b="0" err="1">
                          <a:solidFill>
                            <a:schemeClr val="tx1"/>
                          </a:solidFill>
                          <a:latin typeface="+mn-ea"/>
                          <a:ea typeface="+mn-ea"/>
                          <a:cs typeface="Segoe UI" panose="020B0502040204020203" pitchFamily="34" charset="0"/>
                        </a:rPr>
                        <a:t>Suwanchaisakul</a:t>
                      </a:r>
                      <a:r>
                        <a:rPr lang="en-US" sz="1400" b="0">
                          <a:solidFill>
                            <a:schemeClr val="tx1"/>
                          </a:solidFill>
                          <a:latin typeface="+mn-ea"/>
                          <a:ea typeface="+mn-ea"/>
                          <a:cs typeface="Segoe UI" panose="020B0502040204020203" pitchFamily="34" charset="0"/>
                        </a:rPr>
                        <a:t> (82%)</a:t>
                      </a:r>
                    </a:p>
                    <a:p>
                      <a:pPr marL="216000" marR="91440" indent="-216000" algn="l" defTabSz="914400" rtl="0" eaLnBrk="1" fontAlgn="ctr" latinLnBrk="0" hangingPunct="1">
                        <a:lnSpc>
                          <a:spcPct val="100000"/>
                        </a:lnSpc>
                        <a:spcBef>
                          <a:spcPts val="0"/>
                        </a:spcBef>
                        <a:spcAft>
                          <a:spcPts val="0"/>
                        </a:spcAft>
                        <a:buClrTx/>
                        <a:buSzTx/>
                        <a:buFont typeface="Wingdings" panose="05000000000000000000" pitchFamily="2" charset="2"/>
                        <a:buChar char="n"/>
                        <a:tabLst/>
                        <a:defRPr/>
                      </a:pPr>
                      <a:r>
                        <a:rPr lang="en-US" sz="1400" b="0">
                          <a:solidFill>
                            <a:schemeClr val="tx1"/>
                          </a:solidFill>
                          <a:latin typeface="+mn-ea"/>
                          <a:ea typeface="+mn-ea"/>
                          <a:cs typeface="Segoe UI" panose="020B0502040204020203" pitchFamily="34" charset="0"/>
                        </a:rPr>
                        <a:t>Anan </a:t>
                      </a:r>
                      <a:r>
                        <a:rPr lang="en-US" sz="1400" b="0" err="1">
                          <a:solidFill>
                            <a:schemeClr val="tx1"/>
                          </a:solidFill>
                          <a:latin typeface="+mn-ea"/>
                          <a:ea typeface="+mn-ea"/>
                          <a:cs typeface="Segoe UI" panose="020B0502040204020203" pitchFamily="34" charset="0"/>
                        </a:rPr>
                        <a:t>Kanwiriyalert</a:t>
                      </a:r>
                      <a:r>
                        <a:rPr lang="en-US" sz="1400" b="0">
                          <a:solidFill>
                            <a:schemeClr val="tx1"/>
                          </a:solidFill>
                          <a:latin typeface="+mn-ea"/>
                          <a:ea typeface="+mn-ea"/>
                          <a:cs typeface="Segoe UI" panose="020B0502040204020203" pitchFamily="34" charset="0"/>
                        </a:rPr>
                        <a:t> (10%)</a:t>
                      </a: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584867075"/>
                  </a:ext>
                </a:extLst>
              </a:tr>
              <a:tr h="689609">
                <a:tc>
                  <a:txBody>
                    <a:bodyPr/>
                    <a:lstStyle/>
                    <a:p>
                      <a:pPr lvl="0" algn="ctr">
                        <a:spcBef>
                          <a:spcPts val="0"/>
                        </a:spcBef>
                        <a:buNone/>
                      </a:pPr>
                      <a:r>
                        <a:rPr lang="ja-JP" altLang="en-US" sz="1400" b="0" i="0">
                          <a:solidFill>
                            <a:schemeClr val="bg1"/>
                          </a:solidFill>
                          <a:effectLst/>
                          <a:latin typeface="+mn-ea"/>
                          <a:ea typeface="+mn-ea"/>
                          <a:cs typeface="Segoe UI" panose="020B0502040204020203" pitchFamily="34" charset="0"/>
                        </a:rPr>
                        <a:t>事業内容</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a:solidFill>
                        <a:srgbClr val="FFFFFF"/>
                      </a:solidFill>
                    </a:lnB>
                    <a:solidFill>
                      <a:schemeClr val="accent3"/>
                    </a:solidFill>
                  </a:tcPr>
                </a:tc>
                <a:tc>
                  <a:txBody>
                    <a:bodyPr/>
                    <a:lstStyle/>
                    <a:p>
                      <a:pPr marL="0" marR="91440" indent="0" algn="l" defTabSz="914400" rtl="0" eaLnBrk="1" fontAlgn="ctr" latinLnBrk="0" hangingPunct="1">
                        <a:lnSpc>
                          <a:spcPct val="100000"/>
                        </a:lnSpc>
                        <a:spcBef>
                          <a:spcPts val="0"/>
                        </a:spcBef>
                        <a:spcAft>
                          <a:spcPts val="0"/>
                        </a:spcAft>
                        <a:buClrTx/>
                        <a:buSzTx/>
                        <a:buFontTx/>
                        <a:buNone/>
                        <a:tabLst/>
                        <a:defRPr/>
                      </a:pPr>
                      <a:r>
                        <a:rPr lang="ja-JP" altLang="en-US" sz="1400">
                          <a:latin typeface="+mn-ea"/>
                          <a:ea typeface="+mn-ea"/>
                          <a:cs typeface="Segoe UI" panose="020B0502040204020203" pitchFamily="34" charset="0"/>
                        </a:rPr>
                        <a:t>統合技術（</a:t>
                      </a:r>
                      <a:r>
                        <a:rPr lang="en-US" sz="1400" err="1">
                          <a:latin typeface="+mn-ea"/>
                          <a:ea typeface="+mn-ea"/>
                          <a:cs typeface="Segoe UI" panose="020B0502040204020203" pitchFamily="34" charset="0"/>
                        </a:rPr>
                        <a:t>AI、IoT</a:t>
                      </a:r>
                      <a:r>
                        <a:rPr lang="en-US" sz="1400">
                          <a:latin typeface="+mn-ea"/>
                          <a:ea typeface="+mn-ea"/>
                          <a:cs typeface="Segoe UI" panose="020B0502040204020203" pitchFamily="34" charset="0"/>
                        </a:rPr>
                        <a:t>、</a:t>
                      </a:r>
                      <a:r>
                        <a:rPr lang="ja-JP" altLang="en-US" sz="1400">
                          <a:latin typeface="+mn-ea"/>
                          <a:ea typeface="+mn-ea"/>
                          <a:cs typeface="Segoe UI" panose="020B0502040204020203" pitchFamily="34" charset="0"/>
                        </a:rPr>
                        <a:t>データプラットフォーム）を通じたエンドツーエンドのデジタルおよびスマートインフラソリューションの提供</a:t>
                      </a:r>
                      <a:endParaRPr kumimoji="1" lang="en-US" sz="1400" b="0" kern="1200">
                        <a:solidFill>
                          <a:schemeClr val="tx1"/>
                        </a:solidFill>
                        <a:effectLst/>
                        <a:latin typeface="+mn-ea"/>
                        <a:ea typeface="+mn-ea"/>
                        <a:cs typeface="Segoe UI" panose="020B0502040204020203" pitchFamily="34" charset="0"/>
                      </a:endParaRP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850830258"/>
                  </a:ext>
                </a:extLst>
              </a:tr>
              <a:tr h="1379218">
                <a:tc>
                  <a:txBody>
                    <a:bodyPr/>
                    <a:lstStyle/>
                    <a:p>
                      <a:pPr algn="ctr" fontAlgn="base">
                        <a:spcBef>
                          <a:spcPts val="0"/>
                        </a:spcBef>
                      </a:pPr>
                      <a:r>
                        <a:rPr lang="ja-TH" altLang="en-US" sz="1400" b="0" i="0">
                          <a:solidFill>
                            <a:schemeClr val="bg1"/>
                          </a:solidFill>
                          <a:effectLst/>
                          <a:latin typeface="+mn-ea"/>
                          <a:ea typeface="+mn-ea"/>
                          <a:cs typeface="Segoe UI" panose="020B0502040204020203" pitchFamily="34" charset="0"/>
                        </a:rPr>
                        <a:t>主要</a:t>
                      </a:r>
                      <a:r>
                        <a:rPr lang="ja-JP" altLang="en-US" sz="1400" b="0" i="0">
                          <a:solidFill>
                            <a:schemeClr val="bg1"/>
                          </a:solidFill>
                          <a:effectLst/>
                          <a:latin typeface="+mn-ea"/>
                          <a:ea typeface="+mn-ea"/>
                          <a:cs typeface="Segoe UI" panose="020B0502040204020203" pitchFamily="34" charset="0"/>
                        </a:rPr>
                        <a:t>製品</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a:solidFill>
                        <a:srgbClr val="FFFFFF"/>
                      </a:solidFill>
                    </a:lnB>
                    <a:solidFill>
                      <a:schemeClr val="accent3"/>
                    </a:solidFill>
                  </a:tcPr>
                </a:tc>
                <a:tc>
                  <a:txBody>
                    <a:bodyPr/>
                    <a:lstStyle/>
                    <a:p>
                      <a:pPr marL="216000" marR="91440" lvl="0" indent="-216000" algn="l" defTabSz="914400" rtl="0" eaLnBrk="1" fontAlgn="ctr" latinLnBrk="0" hangingPunct="1">
                        <a:lnSpc>
                          <a:spcPct val="100000"/>
                        </a:lnSpc>
                        <a:spcBef>
                          <a:spcPts val="0"/>
                        </a:spcBef>
                        <a:spcAft>
                          <a:spcPts val="0"/>
                        </a:spcAft>
                        <a:buClrTx/>
                        <a:buSzTx/>
                        <a:buFont typeface="Wingdings" panose="05000000000000000000" pitchFamily="2" charset="2"/>
                        <a:buChar char="n"/>
                        <a:tabLst/>
                        <a:defRPr/>
                      </a:pPr>
                      <a:r>
                        <a:rPr lang="ja-JP" altLang="en-US" sz="1400">
                          <a:latin typeface="+mn-ea"/>
                          <a:ea typeface="+mn-ea"/>
                          <a:cs typeface="Segoe UI" panose="020B0502040204020203" pitchFamily="34" charset="0"/>
                        </a:rPr>
                        <a:t>スマートシティ・スマートデータセンターソリューション</a:t>
                      </a:r>
                    </a:p>
                    <a:p>
                      <a:pPr marL="216000" marR="91440" lvl="0" indent="-216000" algn="l" defTabSz="914400" rtl="0" eaLnBrk="1" fontAlgn="ctr" latinLnBrk="0" hangingPunct="1">
                        <a:lnSpc>
                          <a:spcPct val="100000"/>
                        </a:lnSpc>
                        <a:spcBef>
                          <a:spcPts val="0"/>
                        </a:spcBef>
                        <a:spcAft>
                          <a:spcPts val="0"/>
                        </a:spcAft>
                        <a:buClrTx/>
                        <a:buSzTx/>
                        <a:buFont typeface="Wingdings" panose="05000000000000000000" pitchFamily="2" charset="2"/>
                        <a:buChar char="n"/>
                        <a:tabLst/>
                        <a:defRPr/>
                      </a:pPr>
                      <a:r>
                        <a:rPr lang="ja-JP" altLang="en-US" sz="1400">
                          <a:latin typeface="+mn-ea"/>
                          <a:ea typeface="+mn-ea"/>
                          <a:cs typeface="Segoe UI" panose="020B0502040204020203" pitchFamily="34" charset="0"/>
                        </a:rPr>
                        <a:t>スマート指令・制御センター</a:t>
                      </a:r>
                    </a:p>
                    <a:p>
                      <a:pPr marL="216000" marR="91440" lvl="0" indent="-216000" algn="l" defTabSz="914400" rtl="0" eaLnBrk="1" fontAlgn="ctr" latinLnBrk="0" hangingPunct="1">
                        <a:lnSpc>
                          <a:spcPct val="100000"/>
                        </a:lnSpc>
                        <a:spcBef>
                          <a:spcPts val="0"/>
                        </a:spcBef>
                        <a:spcAft>
                          <a:spcPts val="0"/>
                        </a:spcAft>
                        <a:buClrTx/>
                        <a:buSzTx/>
                        <a:buFont typeface="Wingdings" panose="05000000000000000000" pitchFamily="2" charset="2"/>
                        <a:buChar char="n"/>
                        <a:tabLst/>
                        <a:defRPr/>
                      </a:pPr>
                      <a:r>
                        <a:rPr lang="ja-JP" altLang="en-US" sz="1400">
                          <a:latin typeface="+mn-ea"/>
                          <a:ea typeface="+mn-ea"/>
                          <a:cs typeface="Segoe UI" panose="020B0502040204020203" pitchFamily="34" charset="0"/>
                        </a:rPr>
                        <a:t>デジタルプラットフォーム・インテリジェンス管理システム</a:t>
                      </a:r>
                    </a:p>
                    <a:p>
                      <a:pPr marL="216000" marR="91440" lvl="0" indent="-216000" algn="l" defTabSz="914400" rtl="0" eaLnBrk="1" fontAlgn="ctr" latinLnBrk="0" hangingPunct="1">
                        <a:lnSpc>
                          <a:spcPct val="100000"/>
                        </a:lnSpc>
                        <a:spcBef>
                          <a:spcPts val="0"/>
                        </a:spcBef>
                        <a:spcAft>
                          <a:spcPts val="0"/>
                        </a:spcAft>
                        <a:buClrTx/>
                        <a:buSzTx/>
                        <a:buFont typeface="Wingdings" panose="05000000000000000000" pitchFamily="2" charset="2"/>
                        <a:buChar char="n"/>
                        <a:tabLst/>
                        <a:defRPr/>
                      </a:pPr>
                      <a:r>
                        <a:rPr lang="ja-JP" altLang="en-US" sz="1400">
                          <a:latin typeface="+mn-ea"/>
                          <a:ea typeface="+mn-ea"/>
                          <a:cs typeface="Segoe UI" panose="020B0502040204020203" pitchFamily="34" charset="0"/>
                        </a:rPr>
                        <a:t>スマート教室＆スマート会議室システム</a:t>
                      </a:r>
                      <a:endParaRPr kumimoji="1" lang="en-US" sz="1400" b="0" kern="1200">
                        <a:solidFill>
                          <a:schemeClr val="tx1"/>
                        </a:solidFill>
                        <a:effectLst/>
                        <a:latin typeface="+mn-ea"/>
                        <a:ea typeface="+mn-ea"/>
                        <a:cs typeface="Segoe UI" panose="020B0502040204020203" pitchFamily="34" charset="0"/>
                      </a:endParaRP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9907183"/>
                  </a:ext>
                </a:extLst>
              </a:tr>
              <a:tr h="919479">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サービス</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a:solidFill>
                        <a:srgbClr val="FFFFFF"/>
                      </a:solidFill>
                    </a:lnB>
                    <a:solidFill>
                      <a:schemeClr val="accent3"/>
                    </a:solidFill>
                  </a:tcPr>
                </a:tc>
                <a:tc>
                  <a:txBody>
                    <a:bodyPr/>
                    <a:lstStyle/>
                    <a:p>
                      <a:pPr marL="216000" marR="91440" lvl="0" indent="-216000" algn="l" defTabSz="914400" rtl="0" eaLnBrk="1" fontAlgn="ctr" latinLnBrk="0" hangingPunct="1">
                        <a:lnSpc>
                          <a:spcPct val="100000"/>
                        </a:lnSpc>
                        <a:spcBef>
                          <a:spcPts val="0"/>
                        </a:spcBef>
                        <a:spcAft>
                          <a:spcPts val="0"/>
                        </a:spcAft>
                        <a:buClrTx/>
                        <a:buSzTx/>
                        <a:buFont typeface="Wingdings" panose="05000000000000000000" pitchFamily="2" charset="2"/>
                        <a:buChar char="n"/>
                        <a:tabLst/>
                        <a:defRPr/>
                      </a:pPr>
                      <a:r>
                        <a:rPr lang="ja-JP" altLang="en-US" sz="1400">
                          <a:latin typeface="+mn-ea"/>
                          <a:ea typeface="+mn-ea"/>
                          <a:cs typeface="Segoe UI" panose="020B0502040204020203" pitchFamily="34" charset="0"/>
                        </a:rPr>
                        <a:t>エンドツーエンドのソリューション設計と実装</a:t>
                      </a:r>
                    </a:p>
                    <a:p>
                      <a:pPr marL="216000" marR="91440" lvl="0" indent="-216000" algn="l" defTabSz="914400" rtl="0" eaLnBrk="1" fontAlgn="ctr" latinLnBrk="0" hangingPunct="1">
                        <a:lnSpc>
                          <a:spcPct val="100000"/>
                        </a:lnSpc>
                        <a:spcBef>
                          <a:spcPts val="0"/>
                        </a:spcBef>
                        <a:spcAft>
                          <a:spcPts val="0"/>
                        </a:spcAft>
                        <a:buClrTx/>
                        <a:buSzTx/>
                        <a:buFont typeface="Wingdings" panose="05000000000000000000" pitchFamily="2" charset="2"/>
                        <a:buChar char="n"/>
                        <a:tabLst/>
                        <a:defRPr/>
                      </a:pPr>
                      <a:r>
                        <a:rPr lang="ja-JP" altLang="en-US" sz="1400">
                          <a:latin typeface="+mn-ea"/>
                          <a:ea typeface="+mn-ea"/>
                          <a:cs typeface="Segoe UI" panose="020B0502040204020203" pitchFamily="34" charset="0"/>
                        </a:rPr>
                        <a:t>デジタルプラットフォーム</a:t>
                      </a:r>
                      <a:r>
                        <a:rPr lang="en-US" altLang="ja-JP" sz="1400">
                          <a:latin typeface="+mn-ea"/>
                          <a:ea typeface="+mn-ea"/>
                          <a:cs typeface="Segoe UI" panose="020B0502040204020203" pitchFamily="34" charset="0"/>
                        </a:rPr>
                        <a:t>/</a:t>
                      </a:r>
                      <a:r>
                        <a:rPr lang="ja-JP" altLang="en-US" sz="1400">
                          <a:latin typeface="+mn-ea"/>
                          <a:ea typeface="+mn-ea"/>
                          <a:cs typeface="Segoe UI" panose="020B0502040204020203" pitchFamily="34" charset="0"/>
                        </a:rPr>
                        <a:t>インフラシステム統合</a:t>
                      </a:r>
                    </a:p>
                    <a:p>
                      <a:pPr marL="216000" marR="91440" lvl="0" indent="-216000" algn="l" defTabSz="914400" rtl="0" eaLnBrk="1" fontAlgn="ctr" latinLnBrk="0" hangingPunct="1">
                        <a:lnSpc>
                          <a:spcPct val="100000"/>
                        </a:lnSpc>
                        <a:spcBef>
                          <a:spcPts val="0"/>
                        </a:spcBef>
                        <a:spcAft>
                          <a:spcPts val="0"/>
                        </a:spcAft>
                        <a:buClrTx/>
                        <a:buSzTx/>
                        <a:buFont typeface="Wingdings" panose="05000000000000000000" pitchFamily="2" charset="2"/>
                        <a:buChar char="n"/>
                        <a:tabLst/>
                        <a:defRPr/>
                      </a:pPr>
                      <a:r>
                        <a:rPr lang="ja-JP" altLang="en-US" sz="1400">
                          <a:latin typeface="+mn-ea"/>
                          <a:ea typeface="+mn-ea"/>
                          <a:cs typeface="Segoe UI" panose="020B0502040204020203" pitchFamily="34" charset="0"/>
                        </a:rPr>
                        <a:t>ソフトウェア開発とカスタマイズ</a:t>
                      </a:r>
                    </a:p>
                    <a:p>
                      <a:pPr marL="216000" marR="91440" lvl="0" indent="-216000" algn="l" defTabSz="914400" rtl="0" eaLnBrk="1" fontAlgn="ctr" latinLnBrk="0" hangingPunct="1">
                        <a:lnSpc>
                          <a:spcPct val="100000"/>
                        </a:lnSpc>
                        <a:spcBef>
                          <a:spcPts val="0"/>
                        </a:spcBef>
                        <a:spcAft>
                          <a:spcPts val="0"/>
                        </a:spcAft>
                        <a:buClrTx/>
                        <a:buSzTx/>
                        <a:buFont typeface="Wingdings" panose="05000000000000000000" pitchFamily="2" charset="2"/>
                        <a:buChar char="n"/>
                        <a:tabLst/>
                        <a:defRPr/>
                      </a:pPr>
                      <a:r>
                        <a:rPr lang="ja-JP" altLang="en-US" sz="1400">
                          <a:latin typeface="+mn-ea"/>
                          <a:ea typeface="+mn-ea"/>
                          <a:cs typeface="Segoe UI" panose="020B0502040204020203" pitchFamily="34" charset="0"/>
                        </a:rPr>
                        <a:t>プロジェクト展開とシステム保守</a:t>
                      </a:r>
                      <a:endParaRPr lang="en-US" sz="1400">
                        <a:latin typeface="+mn-ea"/>
                        <a:ea typeface="+mn-ea"/>
                        <a:cs typeface="Segoe UI" panose="020B0502040204020203" pitchFamily="34" charset="0"/>
                      </a:endParaRP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2254578779"/>
                  </a:ext>
                </a:extLst>
              </a:tr>
              <a:tr h="229870">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主要産業</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marR="91440" indent="0" algn="l" defTabSz="914400" rtl="0" eaLnBrk="1" fontAlgn="ctr" latinLnBrk="0" hangingPunct="1">
                        <a:lnSpc>
                          <a:spcPct val="100000"/>
                        </a:lnSpc>
                        <a:spcBef>
                          <a:spcPts val="0"/>
                        </a:spcBef>
                        <a:spcAft>
                          <a:spcPts val="0"/>
                        </a:spcAft>
                        <a:buClrTx/>
                        <a:buSzTx/>
                        <a:buFontTx/>
                        <a:buNone/>
                        <a:tabLst/>
                        <a:defRPr/>
                      </a:pPr>
                      <a:r>
                        <a:rPr kumimoji="1" lang="ja-JP" altLang="en-US" sz="1400" b="0" kern="1200">
                          <a:solidFill>
                            <a:schemeClr val="tx1"/>
                          </a:solidFill>
                          <a:effectLst/>
                          <a:latin typeface="+mn-ea"/>
                          <a:ea typeface="+mn-ea"/>
                          <a:cs typeface="Segoe UI" panose="020B0502040204020203" pitchFamily="34" charset="0"/>
                        </a:rPr>
                        <a:t>政府、企業、教育、スマートシティ</a:t>
                      </a:r>
                      <a:endParaRPr kumimoji="1" lang="en-US" sz="1400" b="0" kern="1200">
                        <a:solidFill>
                          <a:schemeClr val="tx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11582" cap="flat" cmpd="sng" algn="ctr">
                      <a:no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09993479"/>
                  </a:ext>
                </a:extLst>
              </a:tr>
            </a:tbl>
          </a:graphicData>
        </a:graphic>
      </p:graphicFrame>
      <p:pic>
        <p:nvPicPr>
          <p:cNvPr id="1026" name="Picture 2" descr="หางาน สมัครงานจาก ANDEN CORPORATION COMPANY LIMITED (บริษัท แอนเดน  คอร์ปปอเรชั่น จำกัด) อัปเดตใหม่ทุกวัน | Jobbkk">
            <a:extLst>
              <a:ext uri="{FF2B5EF4-FFF2-40B4-BE49-F238E27FC236}">
                <a16:creationId xmlns:a16="http://schemas.microsoft.com/office/drawing/2014/main" id="{6DB06905-9EB9-A84A-BF0D-07A163937133}"/>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10576878" y="258956"/>
            <a:ext cx="1332345" cy="4512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216830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21080-F63E-B5FC-46CA-7F35C42CE684}"/>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63C58EE-D167-EDD3-6ED2-E437E88A1AD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4" name="think-cell data - do not delete" hidden="1">
                        <a:extLst>
                          <a:ext uri="{FF2B5EF4-FFF2-40B4-BE49-F238E27FC236}">
                            <a16:creationId xmlns:a16="http://schemas.microsoft.com/office/drawing/2014/main" id="{C63C58EE-D167-EDD3-6ED2-E437E88A1AD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DF426BA-9AD2-DE69-8704-EA7322258106}"/>
              </a:ext>
            </a:extLst>
          </p:cNvPr>
          <p:cNvSpPr>
            <a:spLocks noGrp="1"/>
          </p:cNvSpPr>
          <p:nvPr>
            <p:ph type="title"/>
          </p:nvPr>
        </p:nvSpPr>
        <p:spPr>
          <a:xfrm>
            <a:off x="343673" y="44624"/>
            <a:ext cx="9319360" cy="831850"/>
          </a:xfrm>
        </p:spPr>
        <p:txBody>
          <a:bodyPr vert="horz"/>
          <a:lstStyle/>
          <a:p>
            <a:pPr algn="just" fontAlgn="ctr"/>
            <a:r>
              <a:rPr lang="en-GB">
                <a:solidFill>
                  <a:srgbClr val="000000"/>
                </a:solidFill>
                <a:latin typeface="Segoe UI" panose="020B0502040204020203" pitchFamily="34" charset="0"/>
                <a:ea typeface="游ゴシック" panose="020B0400000000000000" pitchFamily="34" charset="-128"/>
                <a:cs typeface="Segoe UI" panose="020B0502040204020203" pitchFamily="34" charset="0"/>
              </a:rPr>
              <a:t>22. JES CQTEC</a:t>
            </a:r>
          </a:p>
        </p:txBody>
      </p:sp>
      <p:grpSp>
        <p:nvGrpSpPr>
          <p:cNvPr id="7" name="グループ化 58">
            <a:extLst>
              <a:ext uri="{FF2B5EF4-FFF2-40B4-BE49-F238E27FC236}">
                <a16:creationId xmlns:a16="http://schemas.microsoft.com/office/drawing/2014/main" id="{A1D1FFE5-43BD-F9B9-2211-D99CBAB096F5}"/>
              </a:ext>
            </a:extLst>
          </p:cNvPr>
          <p:cNvGrpSpPr/>
          <p:nvPr/>
        </p:nvGrpSpPr>
        <p:grpSpPr>
          <a:xfrm>
            <a:off x="343673" y="1342160"/>
            <a:ext cx="5570376" cy="307777"/>
            <a:chOff x="1998094" y="1119975"/>
            <a:chExt cx="7884946" cy="465201"/>
          </a:xfrm>
          <a:noFill/>
        </p:grpSpPr>
        <p:sp>
          <p:nvSpPr>
            <p:cNvPr id="8" name="ColumnHeader">
              <a:extLst>
                <a:ext uri="{FF2B5EF4-FFF2-40B4-BE49-F238E27FC236}">
                  <a16:creationId xmlns:a16="http://schemas.microsoft.com/office/drawing/2014/main" id="{021D96AB-C7BC-8BF7-99BF-E5794D5F178D}"/>
                </a:ext>
              </a:extLst>
            </p:cNvPr>
            <p:cNvSpPr>
              <a:spLocks noChangeArrowheads="1"/>
            </p:cNvSpPr>
            <p:nvPr/>
          </p:nvSpPr>
          <p:spPr bwMode="gray">
            <a:xfrm>
              <a:off x="2125587" y="1119975"/>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6000" indent="-216000" algn="ctr"/>
              <a:r>
                <a:rPr lang="ja-JP" altLang="en-US" sz="1400">
                  <a:solidFill>
                    <a:srgbClr val="000000"/>
                  </a:solidFill>
                  <a:latin typeface="+mn-ea"/>
                  <a:cs typeface="Segoe UI" panose="020B0502040204020203" pitchFamily="34" charset="0"/>
                </a:rPr>
                <a:t>会社基本情報</a:t>
              </a:r>
            </a:p>
          </p:txBody>
        </p:sp>
        <p:cxnSp>
          <p:nvCxnSpPr>
            <p:cNvPr id="9" name="直線コネクタ 60">
              <a:extLst>
                <a:ext uri="{FF2B5EF4-FFF2-40B4-BE49-F238E27FC236}">
                  <a16:creationId xmlns:a16="http://schemas.microsoft.com/office/drawing/2014/main" id="{30057133-B3A7-4E31-29AF-220D6954D983}"/>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ACDAA4BF-7DDB-3E43-D934-AB903C6E3B45}"/>
              </a:ext>
            </a:extLst>
          </p:cNvPr>
          <p:cNvSpPr txBox="1"/>
          <p:nvPr/>
        </p:nvSpPr>
        <p:spPr>
          <a:xfrm>
            <a:off x="343673" y="6089739"/>
            <a:ext cx="9386141" cy="400110"/>
          </a:xfrm>
          <a:prstGeom prst="rect">
            <a:avLst/>
          </a:prstGeom>
          <a:noFill/>
        </p:spPr>
        <p:txBody>
          <a:bodyPr wrap="square" lIns="91440" tIns="45720" rIns="91440" bIns="45720" anchor="t">
            <a:spAutoFit/>
          </a:bodyPr>
          <a:lstStyle/>
          <a:p>
            <a:r>
              <a:rPr lang="en-US" sz="1000" dirty="0" err="1">
                <a:solidFill>
                  <a:srgbClr val="000000"/>
                </a:solidFill>
                <a:latin typeface="Segoe UI" pitchFamily="34" charset="0"/>
                <a:ea typeface="Segoe UI" pitchFamily="34" charset="-122"/>
                <a:cs typeface="Segoe UI" pitchFamily="34" charset="-120"/>
              </a:rPr>
              <a:t>為替レート</a:t>
            </a:r>
            <a:r>
              <a:rPr lang="en-US" sz="1000" dirty="0">
                <a:solidFill>
                  <a:srgbClr val="000000"/>
                </a:solidFill>
                <a:latin typeface="Segoe UI" pitchFamily="34" charset="0"/>
                <a:ea typeface="Segoe UI" pitchFamily="34" charset="-122"/>
                <a:cs typeface="Segoe UI" pitchFamily="34" charset="-120"/>
              </a:rPr>
              <a:t>: THB 100M = 5億円</a:t>
            </a:r>
            <a:endParaRPr lang="en-US" sz="1000" dirty="0"/>
          </a:p>
          <a:p>
            <a:r>
              <a:rPr lang="en-US" sz="1000" dirty="0">
                <a:solidFill>
                  <a:srgbClr val="000000"/>
                </a:solidFill>
                <a:latin typeface="Segoe UI" pitchFamily="34" charset="0"/>
                <a:ea typeface="Segoe UI" pitchFamily="34" charset="-122"/>
                <a:cs typeface="Segoe UI" pitchFamily="34" charset="-120"/>
              </a:rPr>
              <a:t>Source: Company website</a:t>
            </a:r>
            <a:endParaRPr lang="en-US" sz="1000" dirty="0"/>
          </a:p>
        </p:txBody>
      </p:sp>
      <p:grpSp>
        <p:nvGrpSpPr>
          <p:cNvPr id="14" name="グループ化 58">
            <a:extLst>
              <a:ext uri="{FF2B5EF4-FFF2-40B4-BE49-F238E27FC236}">
                <a16:creationId xmlns:a16="http://schemas.microsoft.com/office/drawing/2014/main" id="{72F4030B-97F6-3BF7-D438-E4C395B8E341}"/>
              </a:ext>
            </a:extLst>
          </p:cNvPr>
          <p:cNvGrpSpPr/>
          <p:nvPr/>
        </p:nvGrpSpPr>
        <p:grpSpPr>
          <a:xfrm>
            <a:off x="6269918" y="3123033"/>
            <a:ext cx="5587119" cy="318126"/>
            <a:chOff x="1998094" y="1100134"/>
            <a:chExt cx="7884946" cy="480843"/>
          </a:xfrm>
          <a:noFill/>
        </p:grpSpPr>
        <p:sp>
          <p:nvSpPr>
            <p:cNvPr id="15" name="ColumnHeader">
              <a:extLst>
                <a:ext uri="{FF2B5EF4-FFF2-40B4-BE49-F238E27FC236}">
                  <a16:creationId xmlns:a16="http://schemas.microsoft.com/office/drawing/2014/main" id="{30D13E31-162B-D4EB-2230-BC6A3AFD02BD}"/>
                </a:ext>
              </a:extLst>
            </p:cNvPr>
            <p:cNvSpPr>
              <a:spLocks noChangeArrowheads="1"/>
            </p:cNvSpPr>
            <p:nvPr/>
          </p:nvSpPr>
          <p:spPr bwMode="gray">
            <a:xfrm>
              <a:off x="2125586" y="1100134"/>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5900" indent="-215900" algn="ctr"/>
              <a:r>
                <a:rPr lang="ja-JP" altLang="en-US" sz="1400">
                  <a:solidFill>
                    <a:srgbClr val="000000"/>
                  </a:solidFill>
                  <a:latin typeface="+mn-ea"/>
                  <a:cs typeface="Segoe UI" panose="020B0502040204020203" pitchFamily="34" charset="0"/>
                </a:rPr>
                <a:t>財務実績</a:t>
              </a:r>
            </a:p>
          </p:txBody>
        </p:sp>
        <p:cxnSp>
          <p:nvCxnSpPr>
            <p:cNvPr id="16" name="直線コネクタ 60">
              <a:extLst>
                <a:ext uri="{FF2B5EF4-FFF2-40B4-BE49-F238E27FC236}">
                  <a16:creationId xmlns:a16="http://schemas.microsoft.com/office/drawing/2014/main" id="{BC91151B-F05A-3D00-6051-FFB92EAE7C08}"/>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グループ化 58">
            <a:extLst>
              <a:ext uri="{FF2B5EF4-FFF2-40B4-BE49-F238E27FC236}">
                <a16:creationId xmlns:a16="http://schemas.microsoft.com/office/drawing/2014/main" id="{B25CC1E1-BB22-40E7-85C2-DC53C9BD10E5}"/>
              </a:ext>
            </a:extLst>
          </p:cNvPr>
          <p:cNvGrpSpPr/>
          <p:nvPr/>
        </p:nvGrpSpPr>
        <p:grpSpPr>
          <a:xfrm>
            <a:off x="6273800" y="1342160"/>
            <a:ext cx="5570376" cy="307777"/>
            <a:chOff x="1998094" y="1119975"/>
            <a:chExt cx="7884946" cy="465201"/>
          </a:xfrm>
          <a:noFill/>
        </p:grpSpPr>
        <p:sp>
          <p:nvSpPr>
            <p:cNvPr id="10" name="ColumnHeader">
              <a:extLst>
                <a:ext uri="{FF2B5EF4-FFF2-40B4-BE49-F238E27FC236}">
                  <a16:creationId xmlns:a16="http://schemas.microsoft.com/office/drawing/2014/main" id="{95A54891-1B80-4BE8-B724-C390D8A5B3E4}"/>
                </a:ext>
              </a:extLst>
            </p:cNvPr>
            <p:cNvSpPr>
              <a:spLocks noChangeArrowheads="1"/>
            </p:cNvSpPr>
            <p:nvPr/>
          </p:nvSpPr>
          <p:spPr bwMode="gray">
            <a:xfrm>
              <a:off x="2125587" y="1119975"/>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6000" indent="-216000" algn="ctr"/>
              <a:r>
                <a:rPr lang="en-MY" altLang="ja-JP" sz="1400">
                  <a:solidFill>
                    <a:srgbClr val="000000"/>
                  </a:solidFill>
                  <a:latin typeface="Segoe UI" panose="020B0502040204020203" pitchFamily="34" charset="0"/>
                  <a:cs typeface="Segoe UI" panose="020B0502040204020203" pitchFamily="34" charset="0"/>
                </a:rPr>
                <a:t>Principal Partner (HQ)</a:t>
              </a:r>
              <a:endParaRPr lang="ja-JP" altLang="en-US" sz="1400">
                <a:solidFill>
                  <a:srgbClr val="000000"/>
                </a:solidFill>
                <a:latin typeface="Segoe UI" panose="020B0502040204020203" pitchFamily="34" charset="0"/>
                <a:cs typeface="Segoe UI" panose="020B0502040204020203" pitchFamily="34" charset="0"/>
              </a:endParaRPr>
            </a:p>
          </p:txBody>
        </p:sp>
        <p:cxnSp>
          <p:nvCxnSpPr>
            <p:cNvPr id="11" name="直線コネクタ 60">
              <a:extLst>
                <a:ext uri="{FF2B5EF4-FFF2-40B4-BE49-F238E27FC236}">
                  <a16:creationId xmlns:a16="http://schemas.microsoft.com/office/drawing/2014/main" id="{908DB6C4-3B64-72B2-C018-4C37CD2FEFE7}"/>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graphicFrame>
        <p:nvGraphicFramePr>
          <p:cNvPr id="17" name="Chart 16">
            <a:extLst>
              <a:ext uri="{FF2B5EF4-FFF2-40B4-BE49-F238E27FC236}">
                <a16:creationId xmlns:a16="http://schemas.microsoft.com/office/drawing/2014/main" id="{342A6680-6AB9-1CB2-D143-F254677F5626}"/>
              </a:ext>
            </a:extLst>
          </p:cNvPr>
          <p:cNvGraphicFramePr/>
          <p:nvPr/>
        </p:nvGraphicFramePr>
        <p:xfrm>
          <a:off x="6269917" y="3429000"/>
          <a:ext cx="5587120" cy="2650389"/>
        </p:xfrm>
        <a:graphic>
          <a:graphicData uri="http://schemas.openxmlformats.org/drawingml/2006/chart">
            <c:chart xmlns:c="http://schemas.openxmlformats.org/drawingml/2006/chart" xmlns:r="http://schemas.openxmlformats.org/officeDocument/2006/relationships" r:id="rId6"/>
          </a:graphicData>
        </a:graphic>
      </p:graphicFrame>
      <p:sp>
        <p:nvSpPr>
          <p:cNvPr id="18" name="TextBox 17">
            <a:extLst>
              <a:ext uri="{FF2B5EF4-FFF2-40B4-BE49-F238E27FC236}">
                <a16:creationId xmlns:a16="http://schemas.microsoft.com/office/drawing/2014/main" id="{2221A815-9606-BFC2-AC91-34C10C1B38D4}"/>
              </a:ext>
            </a:extLst>
          </p:cNvPr>
          <p:cNvSpPr txBox="1"/>
          <p:nvPr/>
        </p:nvSpPr>
        <p:spPr>
          <a:xfrm>
            <a:off x="6286619" y="3451509"/>
            <a:ext cx="830677" cy="307777"/>
          </a:xfrm>
          <a:prstGeom prst="rect">
            <a:avLst/>
          </a:prstGeom>
          <a:noFill/>
        </p:spPr>
        <p:txBody>
          <a:bodyPr wrap="none" rtlCol="0">
            <a:spAutoFit/>
          </a:bodyPr>
          <a:lstStyle/>
          <a:p>
            <a:r>
              <a:rPr lang="en-US" sz="1400">
                <a:latin typeface="Segoe UI" panose="020B0502040204020203" pitchFamily="34" charset="0"/>
                <a:cs typeface="Segoe UI" panose="020B0502040204020203" pitchFamily="34" charset="0"/>
              </a:rPr>
              <a:t>(THB M)</a:t>
            </a:r>
          </a:p>
        </p:txBody>
      </p:sp>
      <p:sp>
        <p:nvSpPr>
          <p:cNvPr id="27" name="TextBox 26">
            <a:extLst>
              <a:ext uri="{FF2B5EF4-FFF2-40B4-BE49-F238E27FC236}">
                <a16:creationId xmlns:a16="http://schemas.microsoft.com/office/drawing/2014/main" id="{DA9BC708-8850-8A84-21F9-ACFB84652B83}"/>
              </a:ext>
            </a:extLst>
          </p:cNvPr>
          <p:cNvSpPr txBox="1"/>
          <p:nvPr/>
        </p:nvSpPr>
        <p:spPr>
          <a:xfrm>
            <a:off x="6273800" y="1747908"/>
            <a:ext cx="5591271" cy="861774"/>
          </a:xfrm>
          <a:prstGeom prst="rect">
            <a:avLst/>
          </a:prstGeom>
          <a:noFill/>
        </p:spPr>
        <p:txBody>
          <a:bodyPr wrap="square" lIns="36576" tIns="0" rIns="36576" bIns="0">
            <a:spAutoFit/>
          </a:bodyPr>
          <a:lstStyle/>
          <a:p>
            <a:pPr marL="216000" marR="91440" lvl="0" indent="-216000" fontAlgn="ctr">
              <a:buFont typeface="Wingdings" panose="05000000000000000000" pitchFamily="2" charset="2"/>
              <a:buChar char="n"/>
              <a:defRPr/>
            </a:pPr>
            <a:r>
              <a:rPr lang="en-US" sz="1400">
                <a:latin typeface="Segoe UI" panose="020B0502040204020203" pitchFamily="34" charset="0"/>
                <a:cs typeface="Segoe UI" panose="020B0502040204020203" pitchFamily="34" charset="0"/>
              </a:rPr>
              <a:t>CCTV, video Surveillance, access control: IDIS (South Korea), Hikvision (China), Dahua (China), CP PLUS (India), </a:t>
            </a:r>
            <a:r>
              <a:rPr lang="en-US" sz="1400" err="1">
                <a:latin typeface="Segoe UI" panose="020B0502040204020203" pitchFamily="34" charset="0"/>
                <a:cs typeface="Segoe UI" panose="020B0502040204020203" pitchFamily="34" charset="0"/>
              </a:rPr>
              <a:t>Uniview</a:t>
            </a:r>
            <a:r>
              <a:rPr lang="en-US" sz="1400">
                <a:latin typeface="Segoe UI" panose="020B0502040204020203" pitchFamily="34" charset="0"/>
                <a:cs typeface="Segoe UI" panose="020B0502040204020203" pitchFamily="34" charset="0"/>
              </a:rPr>
              <a:t> (China)</a:t>
            </a:r>
          </a:p>
          <a:p>
            <a:pPr marL="216000" marR="91440" lvl="0" indent="-216000" fontAlgn="ctr">
              <a:buFont typeface="Wingdings" panose="05000000000000000000" pitchFamily="2" charset="2"/>
              <a:buChar char="n"/>
              <a:defRPr/>
            </a:pPr>
            <a:r>
              <a:rPr lang="en-US" sz="1400">
                <a:latin typeface="Segoe UI" panose="020B0502040204020203" pitchFamily="34" charset="0"/>
                <a:cs typeface="Segoe UI" panose="020B0502040204020203" pitchFamily="34" charset="0"/>
              </a:rPr>
              <a:t>Video Analytics / Specialty Cameras: </a:t>
            </a:r>
            <a:r>
              <a:rPr lang="en-US" sz="1400" err="1">
                <a:latin typeface="Segoe UI" panose="020B0502040204020203" pitchFamily="34" charset="0"/>
                <a:cs typeface="Segoe UI" panose="020B0502040204020203" pitchFamily="34" charset="0"/>
              </a:rPr>
              <a:t>Koditec</a:t>
            </a:r>
            <a:r>
              <a:rPr lang="en-US" sz="1400">
                <a:latin typeface="Segoe UI" panose="020B0502040204020203" pitchFamily="34" charset="0"/>
                <a:cs typeface="Segoe UI" panose="020B0502040204020203" pitchFamily="34" charset="0"/>
              </a:rPr>
              <a:t> (Taiwan), </a:t>
            </a:r>
            <a:r>
              <a:rPr lang="en-US" sz="1400" err="1">
                <a:latin typeface="Segoe UI" panose="020B0502040204020203" pitchFamily="34" charset="0"/>
                <a:cs typeface="Segoe UI" panose="020B0502040204020203" pitchFamily="34" charset="0"/>
              </a:rPr>
              <a:t>Nadatel</a:t>
            </a:r>
            <a:r>
              <a:rPr lang="en-US" sz="1400">
                <a:latin typeface="Segoe UI" panose="020B0502040204020203" pitchFamily="34" charset="0"/>
                <a:cs typeface="Segoe UI" panose="020B0502040204020203" pitchFamily="34" charset="0"/>
              </a:rPr>
              <a:t> (Taiwan)</a:t>
            </a:r>
            <a:endParaRPr lang="en-GB" altLang="ja-JP" sz="1400">
              <a:latin typeface="Segoe UI" panose="020B0502040204020203" pitchFamily="34" charset="0"/>
              <a:cs typeface="Segoe UI" panose="020B0502040204020203" pitchFamily="34" charset="0"/>
            </a:endParaRPr>
          </a:p>
        </p:txBody>
      </p:sp>
      <p:pic>
        <p:nvPicPr>
          <p:cNvPr id="5" name="Grafik 3">
            <a:extLst>
              <a:ext uri="{FF2B5EF4-FFF2-40B4-BE49-F238E27FC236}">
                <a16:creationId xmlns:a16="http://schemas.microsoft.com/office/drawing/2014/main" id="{2D9C234A-3059-0787-158B-EAC44D5F963E}"/>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729814" y="204151"/>
            <a:ext cx="759020" cy="506014"/>
          </a:xfrm>
          <a:prstGeom prst="rect">
            <a:avLst/>
          </a:prstGeom>
          <a:ln w="6350" cap="flat" cmpd="sng" algn="ctr">
            <a:solidFill>
              <a:schemeClr val="tx1"/>
            </a:solidFill>
            <a:prstDash val="solid"/>
            <a:round/>
            <a:headEnd type="none" w="med" len="med"/>
            <a:tailEnd type="none" w="med" len="med"/>
          </a:ln>
        </p:spPr>
      </p:pic>
      <p:graphicFrame>
        <p:nvGraphicFramePr>
          <p:cNvPr id="12" name="Table 11">
            <a:extLst>
              <a:ext uri="{FF2B5EF4-FFF2-40B4-BE49-F238E27FC236}">
                <a16:creationId xmlns:a16="http://schemas.microsoft.com/office/drawing/2014/main" id="{EBA9D100-BC01-7716-B9BA-53E052FB45CD}"/>
              </a:ext>
            </a:extLst>
          </p:cNvPr>
          <p:cNvGraphicFramePr>
            <a:graphicFrameLocks noGrp="1"/>
          </p:cNvGraphicFramePr>
          <p:nvPr>
            <p:extLst>
              <p:ext uri="{D42A27DB-BD31-4B8C-83A1-F6EECF244321}">
                <p14:modId xmlns:p14="http://schemas.microsoft.com/office/powerpoint/2010/main" val="2283191165"/>
              </p:ext>
            </p:extLst>
          </p:nvPr>
        </p:nvGraphicFramePr>
        <p:xfrm>
          <a:off x="335452" y="1725298"/>
          <a:ext cx="5577840" cy="4354086"/>
        </p:xfrm>
        <a:graphic>
          <a:graphicData uri="http://schemas.openxmlformats.org/drawingml/2006/table">
            <a:tbl>
              <a:tblPr/>
              <a:tblGrid>
                <a:gridCol w="1188720">
                  <a:extLst>
                    <a:ext uri="{9D8B030D-6E8A-4147-A177-3AD203B41FA5}">
                      <a16:colId xmlns:a16="http://schemas.microsoft.com/office/drawing/2014/main" val="1856092752"/>
                    </a:ext>
                  </a:extLst>
                </a:gridCol>
                <a:gridCol w="4389120">
                  <a:extLst>
                    <a:ext uri="{9D8B030D-6E8A-4147-A177-3AD203B41FA5}">
                      <a16:colId xmlns:a16="http://schemas.microsoft.com/office/drawing/2014/main" val="2767211961"/>
                    </a:ext>
                  </a:extLst>
                </a:gridCol>
              </a:tblGrid>
              <a:tr h="490375">
                <a:tc>
                  <a:txBody>
                    <a:bodyPr/>
                    <a:lstStyle/>
                    <a:p>
                      <a:pPr algn="ctr" fontAlgn="base">
                        <a:spcBef>
                          <a:spcPts val="0"/>
                        </a:spcBef>
                      </a:pPr>
                      <a:r>
                        <a:rPr lang="en-US" altLang="ja-JP" sz="1400" b="0" i="0">
                          <a:solidFill>
                            <a:schemeClr val="bg1"/>
                          </a:solidFill>
                          <a:effectLst/>
                          <a:latin typeface="Segoe UI" panose="020B0502040204020203" pitchFamily="34" charset="0"/>
                          <a:ea typeface="+mn-ea"/>
                          <a:cs typeface="Segoe UI" panose="020B0502040204020203" pitchFamily="34" charset="0"/>
                        </a:rPr>
                        <a:t>Name</a:t>
                      </a:r>
                      <a:endParaRPr lang="en-US" sz="1400" b="0" i="0">
                        <a:solidFill>
                          <a:schemeClr val="bg1"/>
                        </a:solidFill>
                        <a:effectLst/>
                        <a:latin typeface="Segoe UI" panose="020B0502040204020203" pitchFamily="34" charset="0"/>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algn="l" fontAlgn="ctr">
                        <a:buNone/>
                      </a:pPr>
                      <a:r>
                        <a:rPr lang="en-GB" sz="1400" b="0" i="0" u="none" strike="noStrike" dirty="0">
                          <a:solidFill>
                            <a:srgbClr val="000000"/>
                          </a:solidFill>
                          <a:effectLst/>
                          <a:latin typeface="Segoe UI" panose="020B0502040204020203" pitchFamily="34" charset="0"/>
                          <a:ea typeface="游ゴシック" panose="020B0400000000000000" pitchFamily="34" charset="-128"/>
                          <a:cs typeface="Segoe UI" panose="020B0502040204020203" pitchFamily="34" charset="0"/>
                          <a:hlinkClick r:id="rId8"/>
                        </a:rPr>
                        <a:t>JES CQTEC</a:t>
                      </a:r>
                      <a:endParaRPr lang="en-GB" sz="1400" b="0" i="0" u="none" strike="noStrike" dirty="0">
                        <a:solidFill>
                          <a:srgbClr val="000000"/>
                        </a:solidFill>
                        <a:effectLst/>
                        <a:latin typeface="Segoe UI" panose="020B0502040204020203" pitchFamily="34" charset="0"/>
                        <a:ea typeface="游ゴシック" panose="020B0400000000000000" pitchFamily="34" charset="-128"/>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39986481"/>
                  </a:ext>
                </a:extLst>
              </a:tr>
              <a:tr h="490375">
                <a:tc>
                  <a:txBody>
                    <a:bodyPr/>
                    <a:lstStyle/>
                    <a:p>
                      <a:pPr algn="ctr" fontAlgn="base">
                        <a:spcBef>
                          <a:spcPts val="0"/>
                        </a:spcBef>
                      </a:pPr>
                      <a:r>
                        <a:rPr lang="en-US" sz="1400" b="0" i="0">
                          <a:solidFill>
                            <a:schemeClr val="bg1"/>
                          </a:solidFill>
                          <a:effectLst/>
                          <a:latin typeface="Segoe UI" panose="020B0502040204020203" pitchFamily="34" charset="0"/>
                          <a:ea typeface="+mn-ea"/>
                          <a:cs typeface="Segoe UI" panose="020B0502040204020203" pitchFamily="34" charset="0"/>
                        </a:rPr>
                        <a:t>Est.</a:t>
                      </a:r>
                      <a:r>
                        <a:rPr lang="ja-JP" altLang="en-US" sz="1400" b="0" i="0">
                          <a:solidFill>
                            <a:schemeClr val="bg1"/>
                          </a:solidFill>
                          <a:effectLst/>
                          <a:latin typeface="Segoe UI" panose="020B0502040204020203" pitchFamily="34" charset="0"/>
                          <a:ea typeface="+mn-ea"/>
                          <a:cs typeface="Segoe UI" panose="020B0502040204020203" pitchFamily="34" charset="0"/>
                        </a:rPr>
                        <a:t> </a:t>
                      </a:r>
                      <a:r>
                        <a:rPr lang="en-US" altLang="ja-JP" sz="1400" b="0" i="0">
                          <a:solidFill>
                            <a:schemeClr val="bg1"/>
                          </a:solidFill>
                          <a:effectLst/>
                          <a:latin typeface="Segoe UI" panose="020B0502040204020203" pitchFamily="34" charset="0"/>
                          <a:ea typeface="+mn-ea"/>
                          <a:cs typeface="Segoe UI" panose="020B0502040204020203" pitchFamily="34" charset="0"/>
                        </a:rPr>
                        <a:t>Year</a:t>
                      </a:r>
                      <a:endParaRPr lang="en-US" sz="1400" b="0" i="0">
                        <a:solidFill>
                          <a:schemeClr val="bg1"/>
                        </a:solidFill>
                        <a:effectLst/>
                        <a:latin typeface="Segoe UI" panose="020B0502040204020203" pitchFamily="34" charset="0"/>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marR="91440" indent="0" algn="l" defTabSz="914400" rtl="0" eaLnBrk="1" fontAlgn="ctr" latinLnBrk="0" hangingPunct="1">
                        <a:spcBef>
                          <a:spcPts val="0"/>
                        </a:spcBef>
                        <a:spcAft>
                          <a:spcPts val="0"/>
                        </a:spcAft>
                        <a:buFontTx/>
                        <a:buNone/>
                      </a:pPr>
                      <a:r>
                        <a:rPr kumimoji="1" lang="en-GB" sz="1400" b="0" kern="1200" dirty="0">
                          <a:solidFill>
                            <a:schemeClr val="tx1"/>
                          </a:solidFill>
                          <a:effectLst/>
                          <a:latin typeface="Segoe UI" panose="020B0502040204020203" pitchFamily="34" charset="0"/>
                          <a:ea typeface="+mn-ea"/>
                          <a:cs typeface="Segoe UI" panose="020B0502040204020203" pitchFamily="34" charset="0"/>
                        </a:rPr>
                        <a:t>2004</a:t>
                      </a:r>
                    </a:p>
                  </a:txBody>
                  <a:tcPr marL="36000" marR="3600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685350836"/>
                  </a:ext>
                </a:extLst>
              </a:tr>
              <a:tr h="490375">
                <a:tc>
                  <a:txBody>
                    <a:bodyPr/>
                    <a:lstStyle/>
                    <a:p>
                      <a:pPr algn="ctr" fontAlgn="base">
                        <a:spcBef>
                          <a:spcPts val="0"/>
                        </a:spcBef>
                      </a:pPr>
                      <a:r>
                        <a:rPr lang="en-US" altLang="ja-JP" sz="1400" b="0" i="0">
                          <a:solidFill>
                            <a:schemeClr val="bg1"/>
                          </a:solidFill>
                          <a:effectLst/>
                          <a:latin typeface="Segoe UI" panose="020B0502040204020203" pitchFamily="34" charset="0"/>
                          <a:ea typeface="+mn-ea"/>
                          <a:cs typeface="Segoe UI" panose="020B0502040204020203" pitchFamily="34" charset="0"/>
                        </a:rPr>
                        <a:t>HQ</a:t>
                      </a:r>
                      <a:endParaRPr lang="en-US" sz="1400" b="0" i="0">
                        <a:solidFill>
                          <a:schemeClr val="bg1"/>
                        </a:solidFill>
                        <a:effectLst/>
                        <a:latin typeface="Segoe UI" panose="020B0502040204020203" pitchFamily="34" charset="0"/>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marR="91440" lvl="0" indent="0" algn="l" defTabSz="914400" rtl="0" eaLnBrk="1" fontAlgn="ctr" latinLnBrk="0" hangingPunct="1">
                        <a:lnSpc>
                          <a:spcPct val="100000"/>
                        </a:lnSpc>
                        <a:spcBef>
                          <a:spcPts val="0"/>
                        </a:spcBef>
                        <a:spcAft>
                          <a:spcPts val="0"/>
                        </a:spcAft>
                        <a:buClrTx/>
                        <a:buSzTx/>
                        <a:buFont typeface="Wingdings" panose="05000000000000000000" pitchFamily="2" charset="2"/>
                        <a:buNone/>
                        <a:tabLst/>
                        <a:defRPr/>
                      </a:pPr>
                      <a:r>
                        <a:rPr kumimoji="1" lang="en-GB" sz="1400" b="0" kern="1200" dirty="0">
                          <a:solidFill>
                            <a:schemeClr val="tx1"/>
                          </a:solidFill>
                          <a:effectLst/>
                          <a:latin typeface="Segoe UI" panose="020B0502040204020203" pitchFamily="34" charset="0"/>
                          <a:ea typeface="+mn-ea"/>
                          <a:cs typeface="Segoe UI" panose="020B0502040204020203" pitchFamily="34" charset="0"/>
                        </a:rPr>
                        <a:t>Bangkok, Thailand</a:t>
                      </a: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81925738"/>
                  </a:ext>
                </a:extLst>
              </a:tr>
              <a:tr h="490375">
                <a:tc>
                  <a:txBody>
                    <a:bodyPr/>
                    <a:lstStyle/>
                    <a:p>
                      <a:pPr lvl="0" algn="ctr">
                        <a:spcBef>
                          <a:spcPts val="0"/>
                        </a:spcBef>
                        <a:buNone/>
                      </a:pPr>
                      <a:r>
                        <a:rPr lang="en-US" sz="1400" b="0" i="0">
                          <a:solidFill>
                            <a:schemeClr val="bg1"/>
                          </a:solidFill>
                          <a:effectLst/>
                          <a:latin typeface="Segoe UI" panose="020B0502040204020203" pitchFamily="34" charset="0"/>
                          <a:ea typeface="+mn-ea"/>
                          <a:cs typeface="Segoe UI" panose="020B0502040204020203" pitchFamily="34" charset="0"/>
                        </a:rPr>
                        <a:t>Shareholder</a:t>
                      </a: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anose="05000000000000000000" pitchFamily="2" charset="2"/>
                        <a:buChar char="n"/>
                        <a:tabLst/>
                        <a:defRPr/>
                      </a:pPr>
                      <a:r>
                        <a:rPr lang="en-US" sz="1400" dirty="0" err="1">
                          <a:latin typeface="Segoe UI" panose="020B0502040204020203" pitchFamily="34" charset="0"/>
                          <a:cs typeface="Segoe UI" panose="020B0502040204020203" pitchFamily="34" charset="0"/>
                        </a:rPr>
                        <a:t>Leelaprapan</a:t>
                      </a:r>
                      <a:r>
                        <a:rPr lang="en-US" sz="1400" dirty="0">
                          <a:latin typeface="Segoe UI" panose="020B0502040204020203" pitchFamily="34" charset="0"/>
                          <a:cs typeface="Segoe UI" panose="020B0502040204020203" pitchFamily="34" charset="0"/>
                        </a:rPr>
                        <a:t> Family (92%)</a:t>
                      </a:r>
                    </a:p>
                    <a:p>
                      <a:pPr marL="216000" marR="91440" indent="-216000" algn="l" defTabSz="914400" rtl="0" eaLnBrk="1" fontAlgn="ctr" latinLnBrk="0" hangingPunct="1">
                        <a:lnSpc>
                          <a:spcPct val="100000"/>
                        </a:lnSpc>
                        <a:spcBef>
                          <a:spcPts val="0"/>
                        </a:spcBef>
                        <a:spcAft>
                          <a:spcPts val="0"/>
                        </a:spcAft>
                        <a:buClrTx/>
                        <a:buSzTx/>
                        <a:buFont typeface="Wingdings" panose="05000000000000000000" pitchFamily="2" charset="2"/>
                        <a:buChar char="n"/>
                        <a:tabLst/>
                        <a:defRPr/>
                      </a:pPr>
                      <a:r>
                        <a:rPr lang="en-US" sz="1400" dirty="0">
                          <a:latin typeface="Segoe UI" panose="020B0502040204020203" pitchFamily="34" charset="0"/>
                          <a:cs typeface="Segoe UI" panose="020B0502040204020203" pitchFamily="34" charset="0"/>
                        </a:rPr>
                        <a:t>Jong Sun Yoo (8%)</a:t>
                      </a: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584867075"/>
                  </a:ext>
                </a:extLst>
              </a:tr>
              <a:tr h="490375">
                <a:tc>
                  <a:txBody>
                    <a:bodyPr/>
                    <a:lstStyle/>
                    <a:p>
                      <a:pPr lvl="0" algn="ctr">
                        <a:spcBef>
                          <a:spcPts val="0"/>
                        </a:spcBef>
                        <a:buNone/>
                      </a:pPr>
                      <a:r>
                        <a:rPr lang="en-US" sz="1400" b="0" i="0">
                          <a:solidFill>
                            <a:schemeClr val="bg1"/>
                          </a:solidFill>
                          <a:effectLst/>
                          <a:latin typeface="Segoe UI" panose="020B0502040204020203" pitchFamily="34" charset="0"/>
                          <a:ea typeface="+mn-ea"/>
                          <a:cs typeface="Segoe UI" panose="020B0502040204020203" pitchFamily="34" charset="0"/>
                        </a:rPr>
                        <a:t>Business</a:t>
                      </a: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a:solidFill>
                        <a:srgbClr val="FFFFFF"/>
                      </a:solidFill>
                    </a:lnB>
                    <a:solidFill>
                      <a:schemeClr val="accent3"/>
                    </a:solidFill>
                  </a:tcPr>
                </a:tc>
                <a:tc>
                  <a:txBody>
                    <a:bodyPr/>
                    <a:lstStyle/>
                    <a:p>
                      <a:pPr marL="0" marR="91440" indent="0" algn="l" defTabSz="914400" rtl="0" eaLnBrk="1" fontAlgn="ctr" latinLnBrk="0" hangingPunct="1">
                        <a:lnSpc>
                          <a:spcPct val="100000"/>
                        </a:lnSpc>
                        <a:spcBef>
                          <a:spcPts val="0"/>
                        </a:spcBef>
                        <a:spcAft>
                          <a:spcPts val="0"/>
                        </a:spcAft>
                        <a:buClrTx/>
                        <a:buSzTx/>
                        <a:buFontTx/>
                        <a:buNone/>
                        <a:tabLst/>
                        <a:defRPr/>
                      </a:pPr>
                      <a:r>
                        <a:rPr lang="en-US" sz="1400" dirty="0">
                          <a:latin typeface="Segoe UI" panose="020B0502040204020203" pitchFamily="34" charset="0"/>
                          <a:cs typeface="Segoe UI" panose="020B0502040204020203" pitchFamily="34" charset="0"/>
                        </a:rPr>
                        <a:t>Distributor of CCTV and physical security solutions providing surveillance systems</a:t>
                      </a:r>
                      <a:endParaRPr kumimoji="1" lang="en-US" sz="1400" b="0" kern="1200" dirty="0">
                        <a:solidFill>
                          <a:schemeClr val="tx1"/>
                        </a:solidFill>
                        <a:effectLst/>
                        <a:latin typeface="Segoe UI" panose="020B0502040204020203" pitchFamily="34" charset="0"/>
                        <a:ea typeface="+mn-ea"/>
                        <a:cs typeface="Segoe UI" panose="020B0502040204020203" pitchFamily="34" charset="0"/>
                      </a:endParaRP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850830258"/>
                  </a:ext>
                </a:extLst>
              </a:tr>
              <a:tr h="705918">
                <a:tc>
                  <a:txBody>
                    <a:bodyPr/>
                    <a:lstStyle/>
                    <a:p>
                      <a:pPr algn="ctr" fontAlgn="base">
                        <a:spcBef>
                          <a:spcPts val="0"/>
                        </a:spcBef>
                      </a:pPr>
                      <a:r>
                        <a:rPr lang="en-US" altLang="ja-JP" sz="1400" b="0" i="0">
                          <a:solidFill>
                            <a:schemeClr val="bg1"/>
                          </a:solidFill>
                          <a:effectLst/>
                          <a:latin typeface="Segoe UI" panose="020B0502040204020203" pitchFamily="34" charset="0"/>
                          <a:ea typeface="+mn-ea"/>
                          <a:cs typeface="Segoe UI" panose="020B0502040204020203" pitchFamily="34" charset="0"/>
                        </a:rPr>
                        <a:t>Product</a:t>
                      </a:r>
                      <a:endParaRPr lang="en-US" sz="1400" b="0" i="0">
                        <a:solidFill>
                          <a:schemeClr val="bg1"/>
                        </a:solidFill>
                        <a:effectLst/>
                        <a:latin typeface="Segoe UI" panose="020B0502040204020203" pitchFamily="34" charset="0"/>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a:solidFill>
                        <a:srgbClr val="FFFFFF"/>
                      </a:solidFill>
                    </a:lnB>
                    <a:solidFill>
                      <a:schemeClr val="accent3"/>
                    </a:solidFill>
                  </a:tcPr>
                </a:tc>
                <a:tc>
                  <a:txBody>
                    <a:bodyPr/>
                    <a:lstStyle/>
                    <a:p>
                      <a:pPr marL="216000" marR="91440" lvl="0" indent="-216000" algn="l" defTabSz="914400" rtl="0" eaLnBrk="1" fontAlgn="ctr" latinLnBrk="0" hangingPunct="1">
                        <a:lnSpc>
                          <a:spcPct val="100000"/>
                        </a:lnSpc>
                        <a:spcBef>
                          <a:spcPts val="0"/>
                        </a:spcBef>
                        <a:spcAft>
                          <a:spcPts val="0"/>
                        </a:spcAft>
                        <a:buClrTx/>
                        <a:buSzTx/>
                        <a:buFont typeface="Wingdings" panose="05000000000000000000" pitchFamily="2" charset="2"/>
                        <a:buChar char="n"/>
                        <a:tabLst/>
                        <a:defRPr/>
                      </a:pPr>
                      <a:r>
                        <a:rPr lang="en-US" sz="1400" dirty="0">
                          <a:latin typeface="Segoe UI" panose="020B0502040204020203" pitchFamily="34" charset="0"/>
                          <a:cs typeface="Segoe UI" panose="020B0502040204020203" pitchFamily="34" charset="0"/>
                        </a:rPr>
                        <a:t>CCTV cameras and network video recorders</a:t>
                      </a:r>
                    </a:p>
                    <a:p>
                      <a:pPr marL="216000" marR="91440" lvl="0" indent="-216000" algn="l" defTabSz="914400" rtl="0" eaLnBrk="1" fontAlgn="ctr" latinLnBrk="0" hangingPunct="1">
                        <a:lnSpc>
                          <a:spcPct val="100000"/>
                        </a:lnSpc>
                        <a:spcBef>
                          <a:spcPts val="0"/>
                        </a:spcBef>
                        <a:spcAft>
                          <a:spcPts val="0"/>
                        </a:spcAft>
                        <a:buClrTx/>
                        <a:buSzTx/>
                        <a:buFont typeface="Wingdings" panose="05000000000000000000" pitchFamily="2" charset="2"/>
                        <a:buChar char="n"/>
                        <a:tabLst/>
                        <a:defRPr/>
                      </a:pPr>
                      <a:r>
                        <a:rPr lang="en-US" sz="1400" dirty="0">
                          <a:latin typeface="Segoe UI" panose="020B0502040204020203" pitchFamily="34" charset="0"/>
                          <a:cs typeface="Segoe UI" panose="020B0502040204020203" pitchFamily="34" charset="0"/>
                        </a:rPr>
                        <a:t>Access control &amp; fingerprint systems</a:t>
                      </a:r>
                    </a:p>
                    <a:p>
                      <a:pPr marL="216000" marR="91440" lvl="0" indent="-216000" algn="l" defTabSz="914400" rtl="0" eaLnBrk="1" fontAlgn="ctr" latinLnBrk="0" hangingPunct="1">
                        <a:lnSpc>
                          <a:spcPct val="100000"/>
                        </a:lnSpc>
                        <a:spcBef>
                          <a:spcPts val="0"/>
                        </a:spcBef>
                        <a:spcAft>
                          <a:spcPts val="0"/>
                        </a:spcAft>
                        <a:buClrTx/>
                        <a:buSzTx/>
                        <a:buFont typeface="Wingdings" panose="05000000000000000000" pitchFamily="2" charset="2"/>
                        <a:buChar char="n"/>
                        <a:tabLst/>
                        <a:defRPr/>
                      </a:pPr>
                      <a:r>
                        <a:rPr lang="en-US" sz="1400" dirty="0">
                          <a:latin typeface="Segoe UI" panose="020B0502040204020203" pitchFamily="34" charset="0"/>
                          <a:cs typeface="Segoe UI" panose="020B0502040204020203" pitchFamily="34" charset="0"/>
                        </a:rPr>
                        <a:t>Fire alarm systems</a:t>
                      </a: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9907183"/>
                  </a:ext>
                </a:extLst>
              </a:tr>
              <a:tr h="705918">
                <a:tc>
                  <a:txBody>
                    <a:bodyPr/>
                    <a:lstStyle/>
                    <a:p>
                      <a:pPr algn="ctr" fontAlgn="base">
                        <a:spcBef>
                          <a:spcPts val="0"/>
                        </a:spcBef>
                      </a:pPr>
                      <a:r>
                        <a:rPr lang="en-US" sz="1400" b="0" i="0">
                          <a:solidFill>
                            <a:schemeClr val="bg1"/>
                          </a:solidFill>
                          <a:effectLst/>
                          <a:latin typeface="Segoe UI" panose="020B0502040204020203" pitchFamily="34" charset="0"/>
                          <a:ea typeface="+mn-ea"/>
                          <a:cs typeface="Segoe UI" panose="020B0502040204020203" pitchFamily="34" charset="0"/>
                        </a:rPr>
                        <a:t>Services</a:t>
                      </a: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a:solidFill>
                        <a:srgbClr val="FFFFFF"/>
                      </a:solidFill>
                    </a:lnB>
                    <a:solidFill>
                      <a:schemeClr val="accent3"/>
                    </a:solidFill>
                  </a:tcPr>
                </a:tc>
                <a:tc>
                  <a:txBody>
                    <a:bodyPr/>
                    <a:lstStyle/>
                    <a:p>
                      <a:pPr marL="216000" marR="91440" lvl="0" indent="-216000" algn="l" defTabSz="914400" rtl="0" eaLnBrk="1" fontAlgn="ctr" latinLnBrk="0" hangingPunct="1">
                        <a:lnSpc>
                          <a:spcPct val="100000"/>
                        </a:lnSpc>
                        <a:spcBef>
                          <a:spcPts val="0"/>
                        </a:spcBef>
                        <a:spcAft>
                          <a:spcPts val="0"/>
                        </a:spcAft>
                        <a:buClrTx/>
                        <a:buSzTx/>
                        <a:buFont typeface="Wingdings" panose="05000000000000000000" pitchFamily="2" charset="2"/>
                        <a:buChar char="n"/>
                        <a:tabLst/>
                        <a:defRPr/>
                      </a:pPr>
                      <a:r>
                        <a:rPr lang="en-US" sz="1400" dirty="0">
                          <a:latin typeface="Segoe UI" panose="020B0502040204020203" pitchFamily="34" charset="0"/>
                          <a:cs typeface="Segoe UI" panose="020B0502040204020203" pitchFamily="34" charset="0"/>
                        </a:rPr>
                        <a:t>CCTV system design</a:t>
                      </a:r>
                    </a:p>
                    <a:p>
                      <a:pPr marL="216000" marR="91440" lvl="0" indent="-216000" algn="l" defTabSz="914400" rtl="0" eaLnBrk="1" fontAlgn="ctr" latinLnBrk="0" hangingPunct="1">
                        <a:lnSpc>
                          <a:spcPct val="100000"/>
                        </a:lnSpc>
                        <a:spcBef>
                          <a:spcPts val="0"/>
                        </a:spcBef>
                        <a:spcAft>
                          <a:spcPts val="0"/>
                        </a:spcAft>
                        <a:buClrTx/>
                        <a:buSzTx/>
                        <a:buFont typeface="Wingdings" panose="05000000000000000000" pitchFamily="2" charset="2"/>
                        <a:buChar char="n"/>
                        <a:tabLst/>
                        <a:defRPr/>
                      </a:pPr>
                      <a:r>
                        <a:rPr lang="en-US" sz="1400" dirty="0">
                          <a:latin typeface="Segoe UI" panose="020B0502040204020203" pitchFamily="34" charset="0"/>
                          <a:cs typeface="Segoe UI" panose="020B0502040204020203" pitchFamily="34" charset="0"/>
                        </a:rPr>
                        <a:t>CCTV consultation</a:t>
                      </a:r>
                    </a:p>
                    <a:p>
                      <a:pPr marL="216000" marR="91440" lvl="0" indent="-216000" algn="l" defTabSz="914400" rtl="0" eaLnBrk="1" fontAlgn="ctr" latinLnBrk="0" hangingPunct="1">
                        <a:lnSpc>
                          <a:spcPct val="100000"/>
                        </a:lnSpc>
                        <a:spcBef>
                          <a:spcPts val="0"/>
                        </a:spcBef>
                        <a:spcAft>
                          <a:spcPts val="0"/>
                        </a:spcAft>
                        <a:buClrTx/>
                        <a:buSzTx/>
                        <a:buFont typeface="Wingdings" panose="05000000000000000000" pitchFamily="2" charset="2"/>
                        <a:buChar char="n"/>
                        <a:tabLst/>
                        <a:defRPr/>
                      </a:pPr>
                      <a:r>
                        <a:rPr lang="en-US" sz="1400" dirty="0">
                          <a:latin typeface="Segoe UI" panose="020B0502040204020203" pitchFamily="34" charset="0"/>
                          <a:cs typeface="Segoe UI" panose="020B0502040204020203" pitchFamily="34" charset="0"/>
                        </a:rPr>
                        <a:t>Maintenance and after-sales support</a:t>
                      </a: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2254578779"/>
                  </a:ext>
                </a:extLst>
              </a:tr>
              <a:tr h="490375">
                <a:tc>
                  <a:txBody>
                    <a:bodyPr/>
                    <a:lstStyle/>
                    <a:p>
                      <a:pPr algn="ctr" fontAlgn="base">
                        <a:spcBef>
                          <a:spcPts val="0"/>
                        </a:spcBef>
                      </a:pPr>
                      <a:r>
                        <a:rPr lang="en-US" sz="1400" b="0" i="0">
                          <a:solidFill>
                            <a:schemeClr val="bg1"/>
                          </a:solidFill>
                          <a:effectLst/>
                          <a:latin typeface="Segoe UI" panose="020B0502040204020203" pitchFamily="34" charset="0"/>
                          <a:ea typeface="+mn-ea"/>
                          <a:cs typeface="Segoe UI" panose="020B0502040204020203" pitchFamily="34" charset="0"/>
                        </a:rPr>
                        <a:t>Customers</a:t>
                      </a: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marR="91440" indent="0" algn="l" defTabSz="914400" rtl="0" eaLnBrk="1" fontAlgn="ctr" latinLnBrk="0" hangingPunct="1">
                        <a:lnSpc>
                          <a:spcPct val="100000"/>
                        </a:lnSpc>
                        <a:spcBef>
                          <a:spcPts val="0"/>
                        </a:spcBef>
                        <a:spcAft>
                          <a:spcPts val="0"/>
                        </a:spcAft>
                        <a:buClrTx/>
                        <a:buSzTx/>
                        <a:buFontTx/>
                        <a:buNone/>
                        <a:tabLst/>
                        <a:defRPr/>
                      </a:pPr>
                      <a:r>
                        <a:rPr lang="en-US" sz="1400" dirty="0">
                          <a:latin typeface="Segoe UI" panose="020B0502040204020203" pitchFamily="34" charset="0"/>
                          <a:cs typeface="Segoe UI" panose="020B0502040204020203" pitchFamily="34" charset="0"/>
                        </a:rPr>
                        <a:t>Factories, offices, residential buildings, retail spaces, gas stations, and government facilities</a:t>
                      </a:r>
                      <a:endParaRPr kumimoji="1" lang="en-US" sz="1400" b="0" kern="1200" dirty="0">
                        <a:solidFill>
                          <a:schemeClr val="tx1"/>
                        </a:solidFill>
                        <a:effectLst/>
                        <a:latin typeface="Segoe UI" panose="020B0502040204020203" pitchFamily="34" charset="0"/>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11582" cap="flat" cmpd="sng" algn="ctr">
                      <a:no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09993479"/>
                  </a:ext>
                </a:extLst>
              </a:tr>
            </a:tbl>
          </a:graphicData>
        </a:graphic>
      </p:graphicFrame>
      <p:pic>
        <p:nvPicPr>
          <p:cNvPr id="6" name="Picture 2" descr="logo">
            <a:extLst>
              <a:ext uri="{FF2B5EF4-FFF2-40B4-BE49-F238E27FC236}">
                <a16:creationId xmlns:a16="http://schemas.microsoft.com/office/drawing/2014/main" id="{E7AB4BD7-7966-F9EE-3A67-2760C974C440}"/>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10543025" y="204151"/>
            <a:ext cx="1211083" cy="446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137145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23. </a:t>
            </a:r>
            <a:r>
              <a:rPr lang="en-US" sz="2400" err="1">
                <a:solidFill>
                  <a:srgbClr val="000000"/>
                </a:solidFill>
                <a:latin typeface="Segoe UI" pitchFamily="34" charset="0"/>
                <a:ea typeface="Segoe UI" pitchFamily="34" charset="-122"/>
                <a:cs typeface="Segoe UI" pitchFamily="34" charset="-120"/>
              </a:rPr>
              <a:t>Bainisys</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Bangkok-based provider of IT and security solutions, specializing in comprehensive security systems and smart office technology.</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064240" y="109728"/>
            <a:ext cx="640080" cy="64008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0" name="Table 0"/>
          <p:cNvGraphicFramePr>
            <a:graphicFrameLocks noGrp="1"/>
          </p:cNvGraphicFramePr>
          <p:nvPr>
            <p:extLst>
              <p:ext uri="{D42A27DB-BD31-4B8C-83A1-F6EECF244321}">
                <p14:modId xmlns:p14="http://schemas.microsoft.com/office/powerpoint/2010/main" val="920411709"/>
              </p:ext>
            </p:extLst>
          </p:nvPr>
        </p:nvGraphicFramePr>
        <p:xfrm>
          <a:off x="338328" y="1691640"/>
          <a:ext cx="5577840" cy="4408076"/>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301919">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u="sng">
                          <a:solidFill>
                            <a:schemeClr val="tx1"/>
                          </a:solidFill>
                          <a:latin typeface="Segoe UI" panose="020B0502040204020203" pitchFamily="34" charset="0"/>
                          <a:ea typeface="Segoe UI" pitchFamily="34" charset="-122"/>
                          <a:cs typeface="Segoe UI" panose="020B0502040204020203" pitchFamily="34" charset="0"/>
                          <a:hlinkClick r:id="rId5" tooltip="Visit company website">
                            <a:extLst>
                              <a:ext uri="{A12FA001-AC4F-418D-AE19-62706E023703}">
                                <ahyp:hlinkClr xmlns:ahyp="http://schemas.microsoft.com/office/drawing/2018/hyperlinkcolor" val="tx"/>
                              </a:ext>
                            </a:extLst>
                          </a:hlinkClick>
                        </a:rPr>
                        <a:t>Bainisys</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301919">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2005</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301919">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Bangkok, Thailand</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301919">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Shareholding</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err="1">
                          <a:latin typeface="Segoe UI" panose="020B0502040204020203" pitchFamily="34" charset="0"/>
                          <a:cs typeface="Segoe UI" panose="020B0502040204020203" pitchFamily="34" charset="0"/>
                        </a:rPr>
                        <a:t>Wongleukprawat</a:t>
                      </a:r>
                      <a:r>
                        <a:rPr lang="en-US" sz="1400" b="0">
                          <a:latin typeface="Segoe UI" panose="020B0502040204020203" pitchFamily="34" charset="0"/>
                          <a:cs typeface="Segoe UI" panose="020B0502040204020203" pitchFamily="34" charset="0"/>
                        </a:rPr>
                        <a:t> Family</a:t>
                      </a:r>
                      <a:r>
                        <a:rPr lang="en-US" sz="1400" b="0">
                          <a:solidFill>
                            <a:schemeClr val="tx1"/>
                          </a:solidFill>
                          <a:latin typeface="Segoe UI" panose="020B0502040204020203" pitchFamily="34" charset="0"/>
                          <a:cs typeface="Segoe UI" panose="020B0502040204020203" pitchFamily="34" charset="0"/>
                        </a:rPr>
                        <a:t> (100%)</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extLst>
                  <a:ext uri="{0D108BD9-81ED-4DB2-BD59-A6C34878D82A}">
                    <a16:rowId xmlns:a16="http://schemas.microsoft.com/office/drawing/2014/main" val="10003"/>
                  </a:ext>
                </a:extLst>
              </a:tr>
              <a:tr h="819638">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Provide total physical security solutions including CCTV, access control, and intrusion detection</a:t>
                      </a:r>
                      <a:endParaRPr lang="en-US" sz="1400" b="0">
                        <a:solidFill>
                          <a:schemeClr val="tx1"/>
                        </a:solidFill>
                        <a:latin typeface="Segoe UI" panose="020B0502040204020203" pitchFamily="34" charset="0"/>
                        <a:ea typeface="Segoe UI" charset="0"/>
                        <a:cs typeface="Segoe UI" panose="020B0502040204020203" pitchFamily="34" charset="0"/>
                      </a:endParaRPr>
                    </a:p>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Distribute smart office technology for workplace management and automation</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819638">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Brands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err="1">
                          <a:latin typeface="Segoe UI" panose="020B0502040204020203" pitchFamily="34" charset="0"/>
                          <a:cs typeface="Segoe UI" panose="020B0502040204020203" pitchFamily="34" charset="0"/>
                        </a:rPr>
                        <a:t>Roommister</a:t>
                      </a:r>
                      <a:r>
                        <a:rPr lang="en-US" sz="1400" b="0">
                          <a:latin typeface="Segoe UI" panose="020B0502040204020203" pitchFamily="34" charset="0"/>
                          <a:cs typeface="Segoe UI" panose="020B0502040204020203" pitchFamily="34" charset="0"/>
                        </a:rPr>
                        <a:t>, Suprema, Hikvision, HID Global, </a:t>
                      </a:r>
                      <a:r>
                        <a:rPr lang="en-US" sz="1400" b="0" err="1">
                          <a:latin typeface="Segoe UI" panose="020B0502040204020203" pitchFamily="34" charset="0"/>
                          <a:cs typeface="Segoe UI" panose="020B0502040204020203" pitchFamily="34" charset="0"/>
                        </a:rPr>
                        <a:t>Innodep</a:t>
                      </a:r>
                      <a:r>
                        <a:rPr lang="en-US" sz="1400" b="0">
                          <a:latin typeface="Segoe UI" panose="020B0502040204020203" pitchFamily="34" charset="0"/>
                          <a:cs typeface="Segoe UI" panose="020B0502040204020203" pitchFamily="34" charset="0"/>
                        </a:rPr>
                        <a:t>, Hanwha, </a:t>
                      </a:r>
                      <a:r>
                        <a:rPr lang="en-US" sz="1400" b="0" err="1">
                          <a:latin typeface="Segoe UI" panose="020B0502040204020203" pitchFamily="34" charset="0"/>
                          <a:cs typeface="Segoe UI" panose="020B0502040204020203" pitchFamily="34" charset="0"/>
                        </a:rPr>
                        <a:t>Titlis</a:t>
                      </a:r>
                      <a:r>
                        <a:rPr lang="en-US" sz="1400" b="0">
                          <a:latin typeface="Segoe UI" panose="020B0502040204020203" pitchFamily="34" charset="0"/>
                          <a:cs typeface="Segoe UI" panose="020B0502040204020203" pitchFamily="34" charset="0"/>
                        </a:rPr>
                        <a:t>, Commander, H3C, Keysight, Harmonix, </a:t>
                      </a:r>
                      <a:r>
                        <a:rPr lang="en-US" sz="1400" b="0" err="1">
                          <a:latin typeface="Segoe UI" panose="020B0502040204020203" pitchFamily="34" charset="0"/>
                          <a:cs typeface="Segoe UI" panose="020B0502040204020203" pitchFamily="34" charset="0"/>
                        </a:rPr>
                        <a:t>Inrico</a:t>
                      </a:r>
                      <a:r>
                        <a:rPr lang="en-US" sz="1400" b="0">
                          <a:latin typeface="Segoe UI" panose="020B0502040204020203" pitchFamily="34" charset="0"/>
                          <a:cs typeface="Segoe UI" panose="020B0502040204020203" pitchFamily="34" charset="0"/>
                        </a:rPr>
                        <a:t>, Shuttle, </a:t>
                      </a:r>
                      <a:r>
                        <a:rPr lang="en-US" sz="1400" b="0" err="1">
                          <a:latin typeface="Segoe UI" panose="020B0502040204020203" pitchFamily="34" charset="0"/>
                          <a:cs typeface="Segoe UI" panose="020B0502040204020203" pitchFamily="34" charset="0"/>
                        </a:rPr>
                        <a:t>Qbic</a:t>
                      </a:r>
                      <a:r>
                        <a:rPr lang="en-US" sz="1400" b="0">
                          <a:latin typeface="Segoe UI" panose="020B0502040204020203" pitchFamily="34" charset="0"/>
                          <a:cs typeface="Segoe UI" panose="020B0502040204020203" pitchFamily="34" charset="0"/>
                        </a:rPr>
                        <a:t>, SMT, </a:t>
                      </a:r>
                      <a:r>
                        <a:rPr lang="en-US" sz="1400" b="0" err="1">
                          <a:latin typeface="Segoe UI" panose="020B0502040204020203" pitchFamily="34" charset="0"/>
                          <a:cs typeface="Segoe UI" panose="020B0502040204020203" pitchFamily="34" charset="0"/>
                        </a:rPr>
                        <a:t>Autel</a:t>
                      </a:r>
                      <a:r>
                        <a:rPr lang="en-US" sz="1400" b="0">
                          <a:latin typeface="Segoe UI" panose="020B0502040204020203" pitchFamily="34" charset="0"/>
                          <a:cs typeface="Segoe UI" panose="020B0502040204020203" pitchFamily="34" charset="0"/>
                        </a:rPr>
                        <a:t> Robotics, </a:t>
                      </a:r>
                      <a:r>
                        <a:rPr lang="en-US" sz="1400" b="0" err="1">
                          <a:latin typeface="Segoe UI" panose="020B0502040204020203" pitchFamily="34" charset="0"/>
                          <a:cs typeface="Segoe UI" panose="020B0502040204020203" pitchFamily="34" charset="0"/>
                        </a:rPr>
                        <a:t>Iadea</a:t>
                      </a:r>
                      <a:r>
                        <a:rPr lang="en-US" sz="1400" b="0">
                          <a:latin typeface="Segoe UI" panose="020B0502040204020203" pitchFamily="34" charset="0"/>
                          <a:cs typeface="Segoe UI" panose="020B0502040204020203" pitchFamily="34" charset="0"/>
                        </a:rPr>
                        <a:t>, Ares, and </a:t>
                      </a:r>
                      <a:r>
                        <a:rPr lang="en-US" sz="1400" b="0" err="1">
                          <a:latin typeface="Segoe UI" panose="020B0502040204020203" pitchFamily="34" charset="0"/>
                          <a:cs typeface="Segoe UI" panose="020B0502040204020203" pitchFamily="34" charset="0"/>
                        </a:rPr>
                        <a:t>Verkada</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1434367">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Financial Highlights</a:t>
                      </a:r>
                    </a:p>
                    <a:p>
                      <a:pPr marL="0" indent="0" algn="ctr">
                        <a:buNone/>
                      </a:pPr>
                      <a:r>
                        <a:rPr lang="en-US" sz="1400">
                          <a:solidFill>
                            <a:srgbClr val="FFFFFF"/>
                          </a:solidFill>
                          <a:latin typeface="Segoe UI" pitchFamily="34" charset="0"/>
                          <a:ea typeface="Segoe UI" charset="0"/>
                          <a:cs typeface="Segoe UI" pitchFamily="34" charset="-120"/>
                        </a:rPr>
                        <a:t>(THB M)</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endParaRPr lang="en-US" sz="1400" dirty="0">
                        <a:solidFill>
                          <a:schemeClr val="tx1"/>
                        </a:solidFill>
                        <a:latin typeface="Segoe UI" panose="020B0502040204020203" pitchFamily="34" charset="0"/>
                        <a:ea typeface="Segoe UI" charset="0"/>
                        <a:cs typeface="Segoe UI" panose="020B0502040204020203" pitchFamily="34" charset="0"/>
                      </a:endParaRPr>
                    </a:p>
                    <a:p>
                      <a:pPr marL="0" indent="0" algn="l">
                        <a:buNone/>
                      </a:pPr>
                      <a:endParaRPr lang="en-US" sz="1400" dirty="0">
                        <a:solidFill>
                          <a:schemeClr val="tx1"/>
                        </a:solidFill>
                        <a:latin typeface="Segoe UI" panose="020B0502040204020203" pitchFamily="34" charset="0"/>
                        <a:ea typeface="Segoe UI" charset="0"/>
                        <a:cs typeface="Segoe UI" panose="020B0502040204020203" pitchFamily="34" charset="0"/>
                      </a:endParaRPr>
                    </a:p>
                    <a:p>
                      <a:pPr marL="0" indent="0" algn="l">
                        <a:buNone/>
                      </a:pPr>
                      <a:endParaRPr lang="en-US" sz="1400" dirty="0">
                        <a:solidFill>
                          <a:schemeClr val="tx1"/>
                        </a:solidFill>
                        <a:latin typeface="Segoe UI" panose="020B0502040204020203" pitchFamily="34" charset="0"/>
                        <a:ea typeface="Segoe UI" charset="0"/>
                        <a:cs typeface="Segoe UI" panose="020B0502040204020203" pitchFamily="34" charset="0"/>
                      </a:endParaRPr>
                    </a:p>
                    <a:p>
                      <a:pPr marL="0" indent="0" algn="l">
                        <a:buNone/>
                      </a:pPr>
                      <a:endParaRPr lang="en-US" sz="1400" dirty="0">
                        <a:solidFill>
                          <a:schemeClr val="tx1"/>
                        </a:solidFill>
                        <a:latin typeface="Segoe UI" panose="020B0502040204020203" pitchFamily="34" charset="0"/>
                        <a:ea typeface="Segoe UI" charset="0"/>
                        <a:cs typeface="Segoe UI" panose="020B0502040204020203" pitchFamily="34" charset="0"/>
                      </a:endParaRPr>
                    </a:p>
                    <a:p>
                      <a:pPr marL="0" indent="0" algn="l">
                        <a:buNone/>
                      </a:pPr>
                      <a:endParaRPr lang="en-US" sz="1400" dirty="0">
                        <a:solidFill>
                          <a:schemeClr val="tx1"/>
                        </a:solidFill>
                        <a:latin typeface="Segoe UI" panose="020B0502040204020203" pitchFamily="34" charset="0"/>
                        <a:ea typeface="Segoe UI" charset="0"/>
                        <a:cs typeface="Segoe UI" panose="020B0502040204020203" pitchFamily="34" charset="0"/>
                      </a:endParaRPr>
                    </a:p>
                    <a:p>
                      <a:pPr marL="0" indent="0" algn="l">
                        <a:buNone/>
                      </a:pPr>
                      <a:endParaRPr lang="en-US" sz="1400" dirty="0">
                        <a:solidFill>
                          <a:schemeClr val="tx1"/>
                        </a:solidFill>
                        <a:latin typeface="Segoe UI" panose="020B0502040204020203" pitchFamily="34" charset="0"/>
                        <a:ea typeface="Segoe UI" charset="0"/>
                        <a:cs typeface="Segoe UI" panose="020B0502040204020203" pitchFamily="34" charset="0"/>
                      </a:endParaRPr>
                    </a:p>
                    <a:p>
                      <a:pPr marL="0" indent="0" algn="l">
                        <a:buNone/>
                      </a:pPr>
                      <a:endParaRPr lang="en-US" sz="1400" dirty="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3874080592"/>
              </p:ext>
            </p:extLst>
          </p:nvPr>
        </p:nvGraphicFramePr>
        <p:xfrm>
          <a:off x="6272784" y="1746503"/>
          <a:ext cx="5577840" cy="4353214"/>
        </p:xfrm>
        <a:graphic>
          <a:graphicData uri="http://schemas.openxmlformats.org/drawingml/2006/table">
            <a:tbl>
              <a:tblPr/>
              <a:tblGrid>
                <a:gridCol w="1489888">
                  <a:extLst>
                    <a:ext uri="{9D8B030D-6E8A-4147-A177-3AD203B41FA5}">
                      <a16:colId xmlns:a16="http://schemas.microsoft.com/office/drawing/2014/main" val="20000"/>
                    </a:ext>
                  </a:extLst>
                </a:gridCol>
                <a:gridCol w="4087952">
                  <a:extLst>
                    <a:ext uri="{9D8B030D-6E8A-4147-A177-3AD203B41FA5}">
                      <a16:colId xmlns:a16="http://schemas.microsoft.com/office/drawing/2014/main" val="20001"/>
                    </a:ext>
                  </a:extLst>
                </a:gridCol>
              </a:tblGrid>
              <a:tr h="50761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Cctv Systems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HD/4K surveillance cameras with AI analytics and cloud storage for comprehensive monitoring.</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50761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Access Control</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Biometric and card-based systems with remote management for secure entry.</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50761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Intrusion Detection</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Advanced motion sensors and alarm systems for perimeter security.</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50761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Smart Office Solutions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Integrated security and workspace management for modern office environments.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653765">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Visitor Management Systems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Streamlined visitor registration and parking management solutions.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50761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Digital Signage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Dynamic display solutions for effective communication and engagement.</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50761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Smart Integration</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IoT-enabled devices with mobile app control for automation.</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r h="653765">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Parking Management Systems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Complete parking management solutions including ANPR and e-stamping features.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2" name="Text 6"/>
          <p:cNvSpPr/>
          <p:nvPr/>
        </p:nvSpPr>
        <p:spPr>
          <a:xfrm>
            <a:off x="347472" y="6098350"/>
            <a:ext cx="11430000" cy="493776"/>
          </a:xfrm>
          <a:prstGeom prst="rect">
            <a:avLst/>
          </a:prstGeom>
          <a:noFill/>
          <a:ln/>
        </p:spPr>
        <p:txBody>
          <a:bodyPr wrap="square" lIns="0" tIns="0" rIns="0" bIns="0" rtlCol="0" anchor="t"/>
          <a:lstStyle/>
          <a:p>
            <a:pPr marL="0" indent="0">
              <a:buNone/>
            </a:pPr>
            <a:r>
              <a:rPr lang="en-US" sz="1000" dirty="0" err="1">
                <a:solidFill>
                  <a:srgbClr val="000000"/>
                </a:solidFill>
                <a:latin typeface="Segoe UI" pitchFamily="34" charset="0"/>
                <a:ea typeface="Segoe UI" pitchFamily="34" charset="-122"/>
                <a:cs typeface="Segoe UI" pitchFamily="34" charset="-120"/>
              </a:rPr>
              <a:t>為替レート</a:t>
            </a:r>
            <a:r>
              <a:rPr lang="en-US" sz="1000" dirty="0">
                <a:solidFill>
                  <a:srgbClr val="000000"/>
                </a:solidFill>
                <a:latin typeface="Segoe UI" pitchFamily="34" charset="0"/>
                <a:ea typeface="Segoe UI" pitchFamily="34" charset="-122"/>
                <a:cs typeface="Segoe UI" pitchFamily="34" charset="-120"/>
              </a:rPr>
              <a:t>: THB 100M = 5億円</a:t>
            </a:r>
            <a:endParaRPr lang="en-US" sz="1000" dirty="0"/>
          </a:p>
          <a:p>
            <a:pPr marL="0" indent="0">
              <a:buNone/>
            </a:pPr>
            <a:r>
              <a:rPr lang="en-US" sz="1000" dirty="0">
                <a:solidFill>
                  <a:srgbClr val="000000"/>
                </a:solidFill>
                <a:latin typeface="Segoe UI" pitchFamily="34" charset="0"/>
                <a:ea typeface="Segoe UI" pitchFamily="34" charset="-122"/>
                <a:cs typeface="Segoe UI" pitchFamily="34" charset="-120"/>
              </a:rPr>
              <a:t>Source: Company website</a:t>
            </a:r>
            <a:endParaRPr lang="en-US" sz="1000" dirty="0"/>
          </a:p>
        </p:txBody>
      </p:sp>
      <p:graphicFrame>
        <p:nvGraphicFramePr>
          <p:cNvPr id="13" name="Chart 12">
            <a:extLst>
              <a:ext uri="{FF2B5EF4-FFF2-40B4-BE49-F238E27FC236}">
                <a16:creationId xmlns:a16="http://schemas.microsoft.com/office/drawing/2014/main" id="{E4D09229-1142-CC2C-DC55-E55CC71D9C78}"/>
              </a:ext>
            </a:extLst>
          </p:cNvPr>
          <p:cNvGraphicFramePr/>
          <p:nvPr>
            <p:extLst>
              <p:ext uri="{D42A27DB-BD31-4B8C-83A1-F6EECF244321}">
                <p14:modId xmlns:p14="http://schemas.microsoft.com/office/powerpoint/2010/main" val="677720704"/>
              </p:ext>
            </p:extLst>
          </p:nvPr>
        </p:nvGraphicFramePr>
        <p:xfrm>
          <a:off x="1585814" y="4617156"/>
          <a:ext cx="4330354" cy="1475669"/>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24816-CEC9-4DDC-3AE5-82E216DAB456}"/>
            </a:ext>
          </a:extLst>
        </p:cNvPr>
        <p:cNvGrpSpPr/>
        <p:nvPr/>
      </p:nvGrpSpPr>
      <p:grpSpPr>
        <a:xfrm>
          <a:off x="0" y="0"/>
          <a:ext cx="0" cy="0"/>
          <a:chOff x="0" y="0"/>
          <a:chExt cx="0" cy="0"/>
        </a:xfrm>
      </p:grpSpPr>
      <p:graphicFrame>
        <p:nvGraphicFramePr>
          <p:cNvPr id="25" name="Table 1">
            <a:extLst>
              <a:ext uri="{FF2B5EF4-FFF2-40B4-BE49-F238E27FC236}">
                <a16:creationId xmlns:a16="http://schemas.microsoft.com/office/drawing/2014/main" id="{235DFB1A-A040-EA1F-AFDD-EAFA0CBD39F0}"/>
              </a:ext>
            </a:extLst>
          </p:cNvPr>
          <p:cNvGraphicFramePr>
            <a:graphicFrameLocks noGrp="1"/>
          </p:cNvGraphicFramePr>
          <p:nvPr/>
        </p:nvGraphicFramePr>
        <p:xfrm>
          <a:off x="6266336" y="1698952"/>
          <a:ext cx="5577840" cy="1636231"/>
        </p:xfrm>
        <a:graphic>
          <a:graphicData uri="http://schemas.openxmlformats.org/drawingml/2006/table">
            <a:tbl>
              <a:tblPr/>
              <a:tblGrid>
                <a:gridCol w="1505966">
                  <a:extLst>
                    <a:ext uri="{9D8B030D-6E8A-4147-A177-3AD203B41FA5}">
                      <a16:colId xmlns:a16="http://schemas.microsoft.com/office/drawing/2014/main" val="20000"/>
                    </a:ext>
                  </a:extLst>
                </a:gridCol>
                <a:gridCol w="4071874">
                  <a:extLst>
                    <a:ext uri="{9D8B030D-6E8A-4147-A177-3AD203B41FA5}">
                      <a16:colId xmlns:a16="http://schemas.microsoft.com/office/drawing/2014/main" val="20001"/>
                    </a:ext>
                  </a:extLst>
                </a:gridCol>
              </a:tblGrid>
              <a:tr h="356071">
                <a:tc>
                  <a:txBody>
                    <a:bodyPr/>
                    <a:lstStyle/>
                    <a:p>
                      <a:pPr marL="0" indent="0" algn="ctr">
                        <a:buNone/>
                      </a:pPr>
                      <a:r>
                        <a:rPr lang="en-US" altLang="ja-JP" sz="1400">
                          <a:solidFill>
                            <a:schemeClr val="bg1"/>
                          </a:solidFill>
                          <a:latin typeface="+mn-ea"/>
                          <a:ea typeface="+mn-ea"/>
                          <a:cs typeface="Segoe UI" panose="020B0502040204020203" pitchFamily="34" charset="0"/>
                        </a:rPr>
                        <a:t>CCTV</a:t>
                      </a:r>
                      <a:endParaRPr lang="en-US" sz="1400" b="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buFont typeface="Wingdings" pitchFamily="2" charset="2"/>
                        <a:buNone/>
                      </a:pPr>
                      <a:r>
                        <a:rPr lang="en-US" altLang="ja-JP" sz="1400">
                          <a:latin typeface="+mn-ea"/>
                          <a:ea typeface="+mn-ea"/>
                          <a:cs typeface="Segoe UI" panose="020B0502040204020203" pitchFamily="34" charset="0"/>
                        </a:rPr>
                        <a:t>Dahua (</a:t>
                      </a:r>
                      <a:r>
                        <a:rPr lang="ja-JP" altLang="en-US" sz="1400">
                          <a:latin typeface="+mn-ea"/>
                          <a:ea typeface="+mn-ea"/>
                          <a:cs typeface="Segoe UI" panose="020B0502040204020203" pitchFamily="34" charset="0"/>
                        </a:rPr>
                        <a:t>中国</a:t>
                      </a:r>
                      <a:r>
                        <a:rPr lang="en-US" altLang="ja-JP" sz="1400">
                          <a:latin typeface="+mn-ea"/>
                          <a:ea typeface="+mn-ea"/>
                          <a:cs typeface="Segoe UI" panose="020B0502040204020203" pitchFamily="34" charset="0"/>
                        </a:rPr>
                        <a:t>), Hikvision (</a:t>
                      </a:r>
                      <a:r>
                        <a:rPr lang="ja-JP" altLang="en-US" sz="1400">
                          <a:latin typeface="+mn-ea"/>
                          <a:ea typeface="+mn-ea"/>
                          <a:cs typeface="Segoe UI" panose="020B0502040204020203" pitchFamily="34" charset="0"/>
                        </a:rPr>
                        <a:t>中国</a:t>
                      </a:r>
                      <a:r>
                        <a:rPr lang="en-US" altLang="ja-JP" sz="1400">
                          <a:latin typeface="+mn-ea"/>
                          <a:ea typeface="+mn-ea"/>
                          <a:cs typeface="Segoe UI" panose="020B0502040204020203" pitchFamily="34" charset="0"/>
                        </a:rPr>
                        <a:t>), </a:t>
                      </a:r>
                      <a:r>
                        <a:rPr lang="en-US" altLang="ja-JP" sz="1400" err="1">
                          <a:latin typeface="+mn-ea"/>
                          <a:ea typeface="+mn-ea"/>
                          <a:cs typeface="Segoe UI" panose="020B0502040204020203" pitchFamily="34" charset="0"/>
                        </a:rPr>
                        <a:t>Uniview</a:t>
                      </a:r>
                      <a:r>
                        <a:rPr lang="en-US" altLang="ja-JP" sz="1400">
                          <a:latin typeface="+mn-ea"/>
                          <a:ea typeface="+mn-ea"/>
                          <a:cs typeface="Segoe UI" panose="020B0502040204020203" pitchFamily="34" charset="0"/>
                        </a:rPr>
                        <a:t> (</a:t>
                      </a:r>
                      <a:r>
                        <a:rPr lang="ja-JP" altLang="en-US" sz="1400">
                          <a:latin typeface="+mn-ea"/>
                          <a:ea typeface="+mn-ea"/>
                          <a:cs typeface="Segoe UI" panose="020B0502040204020203" pitchFamily="34" charset="0"/>
                        </a:rPr>
                        <a:t>中国</a:t>
                      </a:r>
                      <a:r>
                        <a:rPr lang="en-US" altLang="ja-JP" sz="1400">
                          <a:latin typeface="+mn-ea"/>
                          <a:ea typeface="+mn-ea"/>
                          <a:cs typeface="Segoe UI" panose="020B0502040204020203" pitchFamily="34" charset="0"/>
                        </a:rPr>
                        <a: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356071">
                <a:tc>
                  <a:txBody>
                    <a:bodyPr/>
                    <a:lstStyle/>
                    <a:p>
                      <a:pPr marL="0" indent="0" algn="ctr">
                        <a:buNone/>
                      </a:pPr>
                      <a:r>
                        <a:rPr lang="en-US" altLang="ja-JP" sz="1400">
                          <a:solidFill>
                            <a:schemeClr val="bg1"/>
                          </a:solidFill>
                          <a:latin typeface="+mn-ea"/>
                          <a:ea typeface="+mn-ea"/>
                          <a:cs typeface="Segoe UI" panose="020B0502040204020203" pitchFamily="34" charset="0"/>
                        </a:rPr>
                        <a:t>侵入検知システム</a:t>
                      </a:r>
                      <a:endParaRPr lang="en-US" sz="1400" b="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altLang="ja-JP" sz="1400" err="1">
                          <a:latin typeface="+mn-ea"/>
                          <a:ea typeface="+mn-ea"/>
                          <a:cs typeface="Segoe UI" panose="020B0502040204020203" pitchFamily="34" charset="0"/>
                        </a:rPr>
                        <a:t>Interlogix</a:t>
                      </a:r>
                      <a:r>
                        <a:rPr lang="en-US" altLang="ja-JP" sz="1400">
                          <a:latin typeface="+mn-ea"/>
                          <a:ea typeface="+mn-ea"/>
                          <a:cs typeface="Segoe UI" panose="020B0502040204020203" pitchFamily="34" charset="0"/>
                        </a:rPr>
                        <a:t> (</a:t>
                      </a:r>
                      <a:r>
                        <a:rPr lang="ja-JP" altLang="en-US" sz="1400">
                          <a:latin typeface="+mn-ea"/>
                          <a:ea typeface="+mn-ea"/>
                          <a:cs typeface="Segoe UI" panose="020B0502040204020203" pitchFamily="34" charset="0"/>
                        </a:rPr>
                        <a:t>アメリカ</a:t>
                      </a:r>
                      <a:r>
                        <a:rPr lang="en-US" altLang="ja-JP" sz="1400">
                          <a:latin typeface="+mn-ea"/>
                          <a:ea typeface="+mn-ea"/>
                          <a:cs typeface="Segoe UI" panose="020B0502040204020203" pitchFamily="34" charset="0"/>
                        </a:rPr>
                        <a:t>), </a:t>
                      </a:r>
                      <a:r>
                        <a:rPr lang="en-US" altLang="ja-JP" sz="1400" err="1">
                          <a:latin typeface="+mn-ea"/>
                          <a:ea typeface="+mn-ea"/>
                          <a:cs typeface="Segoe UI" panose="020B0502040204020203" pitchFamily="34" charset="0"/>
                        </a:rPr>
                        <a:t>Texecom</a:t>
                      </a:r>
                      <a:r>
                        <a:rPr lang="en-US" altLang="ja-JP" sz="1400">
                          <a:latin typeface="+mn-ea"/>
                          <a:ea typeface="+mn-ea"/>
                          <a:cs typeface="Segoe UI" panose="020B0502040204020203" pitchFamily="34" charset="0"/>
                        </a:rPr>
                        <a:t> (</a:t>
                      </a:r>
                      <a:r>
                        <a:rPr lang="ja-TH" altLang="en-US" sz="1400">
                          <a:latin typeface="+mn-ea"/>
                          <a:ea typeface="+mn-ea"/>
                          <a:cs typeface="Segoe UI" panose="020B0502040204020203" pitchFamily="34" charset="0"/>
                        </a:rPr>
                        <a:t>イギリス</a:t>
                      </a:r>
                      <a:r>
                        <a:rPr lang="en-US" altLang="ja-JP" sz="1400">
                          <a:latin typeface="+mn-ea"/>
                          <a:ea typeface="+mn-ea"/>
                          <a:cs typeface="Segoe UI" panose="020B0502040204020203" pitchFamily="34" charset="0"/>
                        </a:rPr>
                        <a:t>), </a:t>
                      </a:r>
                      <a:r>
                        <a:rPr lang="en-US" altLang="ja-JP" sz="1400" err="1">
                          <a:latin typeface="+mn-ea"/>
                          <a:ea typeface="+mn-ea"/>
                          <a:cs typeface="Segoe UI" panose="020B0502040204020203" pitchFamily="34" charset="0"/>
                        </a:rPr>
                        <a:t>Visonic</a:t>
                      </a:r>
                      <a:r>
                        <a:rPr lang="en-US" altLang="ja-JP" sz="1400">
                          <a:latin typeface="+mn-ea"/>
                          <a:ea typeface="+mn-ea"/>
                          <a:cs typeface="Segoe UI" panose="020B0502040204020203" pitchFamily="34" charset="0"/>
                        </a:rPr>
                        <a:t> (</a:t>
                      </a:r>
                      <a:r>
                        <a:rPr lang="ja-TH" altLang="en-US" sz="1400">
                          <a:latin typeface="+mn-ea"/>
                          <a:ea typeface="+mn-ea"/>
                          <a:cs typeface="Segoe UI" panose="020B0502040204020203" pitchFamily="34" charset="0"/>
                        </a:rPr>
                        <a:t>イスラエル</a:t>
                      </a:r>
                      <a:r>
                        <a:rPr lang="en-US" altLang="ja-JP" sz="1400">
                          <a:latin typeface="+mn-ea"/>
                          <a:ea typeface="+mn-ea"/>
                          <a:cs typeface="Segoe UI" panose="020B0502040204020203" pitchFamily="34" charset="0"/>
                        </a:rPr>
                        <a:t>)</a:t>
                      </a:r>
                      <a:endParaRPr lang="en-US" sz="1400" b="0">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356071">
                <a:tc>
                  <a:txBody>
                    <a:bodyPr/>
                    <a:lstStyle/>
                    <a:p>
                      <a:pPr marL="0" indent="0" algn="ctr">
                        <a:buNone/>
                      </a:pPr>
                      <a:r>
                        <a:rPr kumimoji="1" lang="ja-JP" altLang="en-US" sz="1400" b="0" i="0" u="none" strike="noStrike" kern="1200">
                          <a:solidFill>
                            <a:schemeClr val="bg1"/>
                          </a:solidFill>
                          <a:effectLst/>
                          <a:latin typeface="+mn-lt"/>
                          <a:ea typeface="+mn-ea"/>
                          <a:cs typeface="+mn-cs"/>
                        </a:rPr>
                        <a:t>入退室管理・生体認証</a:t>
                      </a:r>
                      <a:endParaRPr lang="en-US" sz="1400" b="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altLang="ja-JP" sz="1400">
                          <a:latin typeface="+mn-ea"/>
                          <a:ea typeface="+mn-ea"/>
                          <a:cs typeface="Segoe UI" panose="020B0502040204020203" pitchFamily="34" charset="0"/>
                        </a:rPr>
                        <a:t>Suprema (</a:t>
                      </a:r>
                      <a:r>
                        <a:rPr lang="ja-TH" altLang="en-US" sz="1400">
                          <a:latin typeface="+mn-ea"/>
                          <a:ea typeface="+mn-ea"/>
                          <a:cs typeface="Segoe UI" panose="020B0502040204020203" pitchFamily="34" charset="0"/>
                        </a:rPr>
                        <a:t>韓国</a:t>
                      </a:r>
                      <a:r>
                        <a:rPr lang="en-US" altLang="ja-JP" sz="1400">
                          <a:latin typeface="+mn-ea"/>
                          <a:ea typeface="+mn-ea"/>
                          <a:cs typeface="Segoe UI" panose="020B0502040204020203" pitchFamily="34" charset="0"/>
                        </a:rPr>
                        <a:t>), </a:t>
                      </a:r>
                      <a:r>
                        <a:rPr lang="en-US" altLang="ja-JP" sz="1400" err="1">
                          <a:latin typeface="+mn-ea"/>
                          <a:ea typeface="+mn-ea"/>
                          <a:cs typeface="Segoe UI" panose="020B0502040204020203" pitchFamily="34" charset="0"/>
                        </a:rPr>
                        <a:t>EntryPass</a:t>
                      </a:r>
                      <a:r>
                        <a:rPr lang="en-US" altLang="ja-JP" sz="1400">
                          <a:latin typeface="+mn-ea"/>
                          <a:ea typeface="+mn-ea"/>
                          <a:cs typeface="Segoe UI" panose="020B0502040204020203" pitchFamily="34" charset="0"/>
                        </a:rPr>
                        <a:t> (</a:t>
                      </a:r>
                      <a:r>
                        <a:rPr lang="ja-TH" altLang="en-US" sz="1400">
                          <a:latin typeface="+mn-ea"/>
                          <a:ea typeface="+mn-ea"/>
                          <a:cs typeface="Segoe UI" panose="020B0502040204020203" pitchFamily="34" charset="0"/>
                        </a:rPr>
                        <a:t>マレーシア</a:t>
                      </a:r>
                      <a:r>
                        <a:rPr lang="en-US" altLang="ja-JP" sz="1400">
                          <a:latin typeface="+mn-ea"/>
                          <a:ea typeface="+mn-ea"/>
                          <a:cs typeface="Segoe UI" panose="020B0502040204020203" pitchFamily="34" charset="0"/>
                        </a:rPr>
                        <a:t>)</a:t>
                      </a:r>
                      <a:endParaRPr lang="en-US" sz="1400" b="0">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356071">
                <a:tc>
                  <a:txBody>
                    <a:bodyPr/>
                    <a:lstStyle/>
                    <a:p>
                      <a:pPr marL="0" indent="0" algn="ctr">
                        <a:buNone/>
                      </a:pPr>
                      <a:r>
                        <a:rPr lang="en-US" altLang="ja-JP" sz="1400" err="1">
                          <a:solidFill>
                            <a:schemeClr val="bg1"/>
                          </a:solidFill>
                          <a:latin typeface="+mn-ea"/>
                          <a:ea typeface="+mn-ea"/>
                          <a:cs typeface="Segoe UI" panose="020B0502040204020203" pitchFamily="34" charset="0"/>
                        </a:rPr>
                        <a:t>サーマル</a:t>
                      </a:r>
                      <a:endParaRPr lang="en-US" altLang="ja-JP" sz="1400">
                        <a:solidFill>
                          <a:schemeClr val="bg1"/>
                        </a:solidFill>
                        <a:latin typeface="+mn-ea"/>
                        <a:ea typeface="+mn-ea"/>
                        <a:cs typeface="Segoe UI" panose="020B0502040204020203" pitchFamily="34" charset="0"/>
                      </a:endParaRPr>
                    </a:p>
                    <a:p>
                      <a:pPr marL="0" indent="0" algn="ctr">
                        <a:buNone/>
                      </a:pPr>
                      <a:r>
                        <a:rPr lang="en-US" altLang="ja-JP" sz="1400" err="1">
                          <a:solidFill>
                            <a:schemeClr val="bg1"/>
                          </a:solidFill>
                          <a:latin typeface="+mn-ea"/>
                          <a:ea typeface="+mn-ea"/>
                          <a:cs typeface="Segoe UI" panose="020B0502040204020203" pitchFamily="34" charset="0"/>
                        </a:rPr>
                        <a:t>セキュリティ</a:t>
                      </a:r>
                      <a:endParaRPr lang="en-US" sz="1400" b="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altLang="ja-JP" sz="1400">
                          <a:latin typeface="+mn-ea"/>
                          <a:ea typeface="+mn-ea"/>
                          <a:cs typeface="Segoe UI" panose="020B0502040204020203" pitchFamily="34" charset="0"/>
                        </a:rPr>
                        <a:t>FLIR (</a:t>
                      </a:r>
                      <a:r>
                        <a:rPr lang="ja-JP" altLang="en-US" sz="1400">
                          <a:latin typeface="+mn-ea"/>
                          <a:ea typeface="+mn-ea"/>
                          <a:cs typeface="Segoe UI" panose="020B0502040204020203" pitchFamily="34" charset="0"/>
                        </a:rPr>
                        <a:t>アメリカ</a:t>
                      </a:r>
                      <a:r>
                        <a:rPr lang="en-US" altLang="ja-JP" sz="1400">
                          <a:latin typeface="+mn-ea"/>
                          <a:ea typeface="+mn-ea"/>
                          <a:cs typeface="Segoe UI" panose="020B0502040204020203" pitchFamily="34" charset="0"/>
                        </a:rPr>
                        <a:t>)</a:t>
                      </a:r>
                      <a:endParaRPr lang="en-US" sz="1400" b="0">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4" name="think-cell data - do not delete" hidden="1">
            <a:extLst>
              <a:ext uri="{FF2B5EF4-FFF2-40B4-BE49-F238E27FC236}">
                <a16:creationId xmlns:a16="http://schemas.microsoft.com/office/drawing/2014/main" id="{4C94CB7A-4B90-3791-4B47-1C9242344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4" name="think-cell data - do not delete" hidden="1">
                        <a:extLst>
                          <a:ext uri="{FF2B5EF4-FFF2-40B4-BE49-F238E27FC236}">
                            <a16:creationId xmlns:a16="http://schemas.microsoft.com/office/drawing/2014/main" id="{4C94CB7A-4B90-3791-4B47-1C9242344B6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9C4DDCD-6FAD-AA40-7719-1A6F44D45F88}"/>
              </a:ext>
            </a:extLst>
          </p:cNvPr>
          <p:cNvSpPr>
            <a:spLocks noGrp="1"/>
          </p:cNvSpPr>
          <p:nvPr>
            <p:ph type="title"/>
          </p:nvPr>
        </p:nvSpPr>
        <p:spPr>
          <a:xfrm>
            <a:off x="343673" y="44624"/>
            <a:ext cx="9319360" cy="831850"/>
          </a:xfrm>
        </p:spPr>
        <p:txBody>
          <a:bodyPr vert="horz"/>
          <a:lstStyle/>
          <a:p>
            <a:pPr>
              <a:spcBef>
                <a:spcPts val="0"/>
              </a:spcBef>
              <a:defRPr/>
            </a:pPr>
            <a:r>
              <a:rPr kumimoji="0" lang="en-US" sz="2000" b="0" i="0" u="none" strike="noStrike" kern="1200" cap="none" spc="0" normalizeH="0" baseline="0" noProof="0">
                <a:ln>
                  <a:noFill/>
                </a:ln>
                <a:solidFill>
                  <a:srgbClr val="000000"/>
                </a:solidFill>
                <a:effectLst/>
                <a:uLnTx/>
                <a:uFillTx/>
                <a:latin typeface="+mj-ea"/>
                <a:cs typeface="Segoe UI" pitchFamily="34" charset="-120"/>
              </a:rPr>
              <a:t>24. Quantum Zeno Solution</a:t>
            </a:r>
            <a:br>
              <a:rPr kumimoji="0" lang="en-US" sz="2400" b="0" i="0" u="none" strike="noStrike" kern="1200" cap="none" spc="0" normalizeH="0" baseline="0" noProof="0">
                <a:ln>
                  <a:noFill/>
                </a:ln>
                <a:solidFill>
                  <a:prstClr val="black"/>
                </a:solidFill>
                <a:effectLst/>
                <a:uLnTx/>
                <a:uFillTx/>
                <a:latin typeface="+mj-ea"/>
                <a:cs typeface="+mn-cs"/>
              </a:rPr>
            </a:br>
            <a:r>
              <a:rPr lang="ja-JP" altLang="en-US" sz="1600">
                <a:latin typeface="Yu Gothic" panose="020B0400000000000000" pitchFamily="34" charset="-128"/>
                <a:ea typeface="Yu Gothic" panose="020B0400000000000000" pitchFamily="34" charset="-128"/>
              </a:rPr>
              <a:t>統合型セキュリティソリューションおよび</a:t>
            </a:r>
            <a:r>
              <a:rPr lang="en-GB" altLang="ja-JP" sz="1600">
                <a:latin typeface="Yu Gothic" panose="020B0400000000000000" pitchFamily="34" charset="-128"/>
                <a:ea typeface="Yu Gothic" panose="020B0400000000000000" pitchFamily="34" charset="-128"/>
              </a:rPr>
              <a:t>IT</a:t>
            </a:r>
            <a:r>
              <a:rPr lang="ja-JP" altLang="en-US" sz="1600">
                <a:latin typeface="Yu Gothic" panose="020B0400000000000000" pitchFamily="34" charset="-128"/>
                <a:ea typeface="Yu Gothic" panose="020B0400000000000000" pitchFamily="34" charset="-128"/>
              </a:rPr>
              <a:t>サポートサービスに特化した、シンガポール拠点の大手セキュリティシステムインテグレーター</a:t>
            </a:r>
            <a:endParaRPr kumimoji="0" lang="en-US" sz="1600" b="0" i="0" u="none" strike="noStrike" kern="1200" cap="none" spc="0" normalizeH="0" baseline="0" noProof="0">
              <a:ln>
                <a:noFill/>
              </a:ln>
              <a:solidFill>
                <a:prstClr val="black"/>
              </a:solidFill>
              <a:effectLst/>
              <a:uLnTx/>
              <a:uFillTx/>
              <a:latin typeface="Yu Gothic" panose="020B0400000000000000" pitchFamily="34" charset="-128"/>
              <a:ea typeface="Yu Gothic" panose="020B0400000000000000" pitchFamily="34" charset="-128"/>
              <a:cs typeface="+mn-cs"/>
            </a:endParaRPr>
          </a:p>
        </p:txBody>
      </p:sp>
      <p:grpSp>
        <p:nvGrpSpPr>
          <p:cNvPr id="7" name="グループ化 58">
            <a:extLst>
              <a:ext uri="{FF2B5EF4-FFF2-40B4-BE49-F238E27FC236}">
                <a16:creationId xmlns:a16="http://schemas.microsoft.com/office/drawing/2014/main" id="{BF2FEEF4-F163-2C71-09EF-CCB6372A3500}"/>
              </a:ext>
            </a:extLst>
          </p:cNvPr>
          <p:cNvGrpSpPr/>
          <p:nvPr/>
        </p:nvGrpSpPr>
        <p:grpSpPr>
          <a:xfrm>
            <a:off x="343673" y="1342160"/>
            <a:ext cx="5570376" cy="307777"/>
            <a:chOff x="1998094" y="1119975"/>
            <a:chExt cx="7884946" cy="465201"/>
          </a:xfrm>
          <a:noFill/>
        </p:grpSpPr>
        <p:sp>
          <p:nvSpPr>
            <p:cNvPr id="8" name="ColumnHeader">
              <a:extLst>
                <a:ext uri="{FF2B5EF4-FFF2-40B4-BE49-F238E27FC236}">
                  <a16:creationId xmlns:a16="http://schemas.microsoft.com/office/drawing/2014/main" id="{058A13C9-6C15-16C5-7B26-963F3C5ED461}"/>
                </a:ext>
              </a:extLst>
            </p:cNvPr>
            <p:cNvSpPr>
              <a:spLocks noChangeArrowheads="1"/>
            </p:cNvSpPr>
            <p:nvPr/>
          </p:nvSpPr>
          <p:spPr bwMode="gray">
            <a:xfrm>
              <a:off x="2125587" y="1119975"/>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algn="ctr"/>
              <a:r>
                <a:rPr lang="ja-JP" altLang="en-US" sz="1400">
                  <a:solidFill>
                    <a:srgbClr val="000000"/>
                  </a:solidFill>
                  <a:latin typeface="+mn-ea"/>
                  <a:cs typeface="Segoe UI" pitchFamily="34" charset="-120"/>
                </a:rPr>
                <a:t>会社基本情報</a:t>
              </a:r>
              <a:endParaRPr lang="en-US" altLang="ja-JP" sz="1400">
                <a:latin typeface="+mn-ea"/>
              </a:endParaRPr>
            </a:p>
          </p:txBody>
        </p:sp>
        <p:cxnSp>
          <p:nvCxnSpPr>
            <p:cNvPr id="9" name="直線コネクタ 60">
              <a:extLst>
                <a:ext uri="{FF2B5EF4-FFF2-40B4-BE49-F238E27FC236}">
                  <a16:creationId xmlns:a16="http://schemas.microsoft.com/office/drawing/2014/main" id="{3460DC61-1F35-CF20-E7FE-DA96B46C6D2E}"/>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A37452F2-9DE7-4249-F4EC-A7F49EEE4DA8}"/>
              </a:ext>
            </a:extLst>
          </p:cNvPr>
          <p:cNvSpPr txBox="1"/>
          <p:nvPr/>
        </p:nvSpPr>
        <p:spPr>
          <a:xfrm>
            <a:off x="343673" y="6136544"/>
            <a:ext cx="11521399" cy="153888"/>
          </a:xfrm>
          <a:prstGeom prst="rect">
            <a:avLst/>
          </a:prstGeom>
          <a:noFill/>
        </p:spPr>
        <p:txBody>
          <a:bodyPr wrap="square" lIns="36000" tIns="0" rIns="36000" bIns="0" anchor="ctr">
            <a:spAutoFit/>
          </a:bodyPr>
          <a:lstStyle/>
          <a:p>
            <a:r>
              <a:rPr kumimoji="1" lang="ja-JP" altLang="en-US" sz="1000" i="0" u="none" strike="noStrike" kern="1200">
                <a:effectLst/>
                <a:latin typeface="+mn-ea"/>
                <a:cs typeface="Segoe UI" panose="020B0502040204020203" pitchFamily="34" charset="0"/>
              </a:rPr>
              <a:t>出典</a:t>
            </a:r>
            <a:r>
              <a:rPr kumimoji="1" lang="en-GB" sz="1000" i="0" u="none" strike="noStrike" kern="1200">
                <a:effectLst/>
                <a:latin typeface="+mn-ea"/>
                <a:cs typeface="Segoe UI" panose="020B0502040204020203" pitchFamily="34" charset="0"/>
              </a:rPr>
              <a:t>: </a:t>
            </a:r>
            <a:r>
              <a:rPr kumimoji="1" lang="ja-JP" altLang="en-US" sz="1000" i="0" u="none" strike="noStrike" kern="1200">
                <a:effectLst/>
                <a:latin typeface="+mn-ea"/>
                <a:cs typeface="Segoe UI" panose="020B0502040204020203" pitchFamily="34" charset="0"/>
              </a:rPr>
              <a:t>会社ウェブサイト</a:t>
            </a:r>
            <a:r>
              <a:rPr lang="en-US" altLang="ja-JP" sz="1000">
                <a:latin typeface="+mn-ea"/>
                <a:cs typeface="Segoe UI" panose="020B0502040204020203" pitchFamily="34" charset="0"/>
              </a:rPr>
              <a:t>, LinkedIn</a:t>
            </a:r>
            <a:endParaRPr lang="en-GB" sz="1000">
              <a:latin typeface="+mn-ea"/>
              <a:cs typeface="Segoe UI" panose="020B0502040204020203" pitchFamily="34" charset="0"/>
            </a:endParaRPr>
          </a:p>
        </p:txBody>
      </p:sp>
      <p:grpSp>
        <p:nvGrpSpPr>
          <p:cNvPr id="2" name="グループ化 58">
            <a:extLst>
              <a:ext uri="{FF2B5EF4-FFF2-40B4-BE49-F238E27FC236}">
                <a16:creationId xmlns:a16="http://schemas.microsoft.com/office/drawing/2014/main" id="{66E92763-3B52-B074-C920-80C7D68C6EAC}"/>
              </a:ext>
            </a:extLst>
          </p:cNvPr>
          <p:cNvGrpSpPr/>
          <p:nvPr/>
        </p:nvGrpSpPr>
        <p:grpSpPr>
          <a:xfrm>
            <a:off x="6273800" y="1342160"/>
            <a:ext cx="5570376" cy="307777"/>
            <a:chOff x="1998094" y="1119975"/>
            <a:chExt cx="7884946" cy="465201"/>
          </a:xfrm>
          <a:noFill/>
        </p:grpSpPr>
        <p:sp>
          <p:nvSpPr>
            <p:cNvPr id="10" name="ColumnHeader">
              <a:extLst>
                <a:ext uri="{FF2B5EF4-FFF2-40B4-BE49-F238E27FC236}">
                  <a16:creationId xmlns:a16="http://schemas.microsoft.com/office/drawing/2014/main" id="{3D4A3C9B-B383-E56C-2D77-2DB46350A5A3}"/>
                </a:ext>
              </a:extLst>
            </p:cNvPr>
            <p:cNvSpPr>
              <a:spLocks noChangeArrowheads="1"/>
            </p:cNvSpPr>
            <p:nvPr/>
          </p:nvSpPr>
          <p:spPr bwMode="gray">
            <a:xfrm>
              <a:off x="2125587" y="1119975"/>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6000" indent="-216000" algn="ctr"/>
              <a:r>
                <a:rPr lang="ja-JP" altLang="en-US" sz="1400">
                  <a:solidFill>
                    <a:srgbClr val="000000"/>
                  </a:solidFill>
                  <a:latin typeface="+mn-ea"/>
                  <a:cs typeface="Segoe UI" panose="020B0502040204020203" pitchFamily="34" charset="0"/>
                </a:rPr>
                <a:t>主要パートナー</a:t>
              </a:r>
              <a:r>
                <a:rPr lang="en-MY" altLang="ja-JP" sz="1400">
                  <a:solidFill>
                    <a:srgbClr val="000000"/>
                  </a:solidFill>
                  <a:latin typeface="+mn-ea"/>
                  <a:cs typeface="Segoe UI" panose="020B0502040204020203" pitchFamily="34" charset="0"/>
                </a:rPr>
                <a:t> (</a:t>
              </a:r>
              <a:r>
                <a:rPr lang="ja-JP" altLang="en-US" sz="1400">
                  <a:solidFill>
                    <a:srgbClr val="000000"/>
                  </a:solidFill>
                  <a:latin typeface="+mn-ea"/>
                  <a:cs typeface="Segoe UI" panose="020B0502040204020203" pitchFamily="34" charset="0"/>
                </a:rPr>
                <a:t>本社</a:t>
              </a:r>
              <a:r>
                <a:rPr lang="en-MY" altLang="ja-JP" sz="1400">
                  <a:solidFill>
                    <a:srgbClr val="000000"/>
                  </a:solidFill>
                  <a:latin typeface="+mn-ea"/>
                  <a:cs typeface="Segoe UI" panose="020B0502040204020203" pitchFamily="34" charset="0"/>
                </a:rPr>
                <a:t>)</a:t>
              </a:r>
              <a:endParaRPr lang="ja-JP" altLang="en-US" sz="1400">
                <a:solidFill>
                  <a:srgbClr val="000000"/>
                </a:solidFill>
                <a:latin typeface="+mn-ea"/>
                <a:cs typeface="Segoe UI" panose="020B0502040204020203" pitchFamily="34" charset="0"/>
              </a:endParaRPr>
            </a:p>
          </p:txBody>
        </p:sp>
        <p:cxnSp>
          <p:nvCxnSpPr>
            <p:cNvPr id="11" name="直線コネクタ 60">
              <a:extLst>
                <a:ext uri="{FF2B5EF4-FFF2-40B4-BE49-F238E27FC236}">
                  <a16:creationId xmlns:a16="http://schemas.microsoft.com/office/drawing/2014/main" id="{AF7DE991-A078-0622-1E5A-5F63C236982B}"/>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9427488E-3E87-B646-F448-201C4F256150}"/>
              </a:ext>
            </a:extLst>
          </p:cNvPr>
          <p:cNvGraphicFramePr>
            <a:graphicFrameLocks noGrp="1"/>
          </p:cNvGraphicFramePr>
          <p:nvPr/>
        </p:nvGraphicFramePr>
        <p:xfrm>
          <a:off x="326927" y="1695951"/>
          <a:ext cx="5577840" cy="4396867"/>
        </p:xfrm>
        <a:graphic>
          <a:graphicData uri="http://schemas.openxmlformats.org/drawingml/2006/table">
            <a:tbl>
              <a:tblPr/>
              <a:tblGrid>
                <a:gridCol w="1188720">
                  <a:extLst>
                    <a:ext uri="{9D8B030D-6E8A-4147-A177-3AD203B41FA5}">
                      <a16:colId xmlns:a16="http://schemas.microsoft.com/office/drawing/2014/main" val="1856092752"/>
                    </a:ext>
                  </a:extLst>
                </a:gridCol>
                <a:gridCol w="4389120">
                  <a:extLst>
                    <a:ext uri="{9D8B030D-6E8A-4147-A177-3AD203B41FA5}">
                      <a16:colId xmlns:a16="http://schemas.microsoft.com/office/drawing/2014/main" val="2767211961"/>
                    </a:ext>
                  </a:extLst>
                </a:gridCol>
              </a:tblGrid>
              <a:tr h="258639">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会社名</a:t>
                      </a:r>
                      <a:endParaRPr lang="en-US" altLang="ja-JP"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indent="0" algn="l">
                        <a:buNone/>
                      </a:pPr>
                      <a:r>
                        <a:rPr kumimoji="1" lang="en-US" sz="1400" b="0" i="0" u="none" strike="noStrike" kern="1200">
                          <a:solidFill>
                            <a:schemeClr val="tx1"/>
                          </a:solidFill>
                          <a:effectLst/>
                          <a:latin typeface="+mn-ea"/>
                          <a:ea typeface="+mn-ea"/>
                          <a:cs typeface="Segoe UI" panose="020B0502040204020203" pitchFamily="34" charset="0"/>
                          <a:hlinkClick r:id="rId6" tooltip="Visit company website">
                            <a:extLst>
                              <a:ext uri="{A12FA001-AC4F-418D-AE19-62706E023703}">
                                <ahyp:hlinkClr xmlns:ahyp="http://schemas.microsoft.com/office/drawing/2018/hyperlinkcolor" val="tx"/>
                              </a:ext>
                            </a:extLst>
                          </a:hlinkClick>
                        </a:rPr>
                        <a:t>Quantum Zeno Solution</a:t>
                      </a:r>
                      <a:endParaRPr kumimoji="1" lang="en-US" sz="1400" b="0" i="0" u="none" strike="noStrike" kern="1200">
                        <a:solidFill>
                          <a:schemeClr val="tx1"/>
                        </a:solidFill>
                        <a:effectLst/>
                        <a:latin typeface="+mn-ea"/>
                        <a:ea typeface="+mn-ea"/>
                        <a:cs typeface="Segoe UI" panose="020B0502040204020203" pitchFamily="34" charset="0"/>
                      </a:endParaRP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39986481"/>
                  </a:ext>
                </a:extLst>
              </a:tr>
              <a:tr h="258639">
                <a:tc>
                  <a:txBody>
                    <a:bodyPr/>
                    <a:lstStyle/>
                    <a:p>
                      <a:pPr algn="ctr" fontAlgn="base">
                        <a:spcBef>
                          <a:spcPts val="0"/>
                        </a:spcBef>
                      </a:pPr>
                      <a:r>
                        <a:rPr lang="ja-JP" altLang="en-US" sz="1400" b="0" i="0">
                          <a:solidFill>
                            <a:schemeClr val="bg1"/>
                          </a:solidFill>
                          <a:effectLst/>
                          <a:latin typeface="+mn-ea"/>
                          <a:ea typeface="+mn-ea"/>
                          <a:cs typeface="Segoe UI"/>
                        </a:rPr>
                        <a:t>設立年</a:t>
                      </a:r>
                      <a:endParaRPr lang="en-US" sz="1400" b="0" i="0">
                        <a:solidFill>
                          <a:schemeClr val="bg1"/>
                        </a:solidFill>
                        <a:effectLst/>
                        <a:latin typeface="+mn-ea"/>
                        <a:ea typeface="+mn-ea"/>
                        <a:cs typeface="Segoe UI"/>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indent="0" algn="l">
                        <a:buNone/>
                      </a:pPr>
                      <a:r>
                        <a:rPr lang="en-US" sz="1400">
                          <a:latin typeface="+mn-ea"/>
                          <a:ea typeface="+mn-ea"/>
                          <a:cs typeface="Segoe UI" charset="0"/>
                        </a:rPr>
                        <a:t>2009年</a:t>
                      </a: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685350836"/>
                  </a:ext>
                </a:extLst>
              </a:tr>
              <a:tr h="258639">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本社</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indent="0" algn="l">
                        <a:buNone/>
                      </a:pPr>
                      <a:r>
                        <a:rPr lang="ja-TH" altLang="en-US" sz="1400">
                          <a:solidFill>
                            <a:srgbClr val="000000"/>
                          </a:solidFill>
                          <a:latin typeface="+mn-ea"/>
                          <a:ea typeface="+mn-ea"/>
                          <a:cs typeface="Segoe UI" pitchFamily="34" charset="-120"/>
                        </a:rPr>
                        <a:t>シンガポール、</a:t>
                      </a:r>
                      <a:r>
                        <a:rPr lang="ja-JP" altLang="en-US" sz="1400">
                          <a:solidFill>
                            <a:srgbClr val="000000"/>
                          </a:solidFill>
                          <a:latin typeface="+mn-ea"/>
                          <a:ea typeface="+mn-ea"/>
                          <a:cs typeface="Segoe UI" pitchFamily="34" charset="-120"/>
                        </a:rPr>
                        <a:t>セレター・ウェスト・ファームウェイ</a:t>
                      </a:r>
                      <a:endParaRPr lang="en-US" sz="1400">
                        <a:latin typeface="+mn-ea"/>
                        <a:ea typeface="+mn-ea"/>
                        <a:cs typeface="Segoe UI" charset="0"/>
                      </a:endParaRPr>
                    </a:p>
                  </a:txBody>
                  <a:tcPr marL="36576" marR="36576"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81925738"/>
                  </a:ext>
                </a:extLst>
              </a:tr>
              <a:tr h="258639">
                <a:tc>
                  <a:txBody>
                    <a:bodyPr/>
                    <a:lstStyle/>
                    <a:p>
                      <a:pPr lvl="0" algn="ctr">
                        <a:spcBef>
                          <a:spcPts val="0"/>
                        </a:spcBef>
                        <a:buNone/>
                      </a:pPr>
                      <a:r>
                        <a:rPr lang="ja-JP" altLang="en-US" sz="1400" b="0" i="0">
                          <a:solidFill>
                            <a:schemeClr val="bg1"/>
                          </a:solidFill>
                          <a:effectLst/>
                          <a:latin typeface="+mn-ea"/>
                          <a:ea typeface="+mn-ea"/>
                          <a:cs typeface="Segoe UI" panose="020B0502040204020203" pitchFamily="34" charset="0"/>
                        </a:rPr>
                        <a:t>株主構成</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7">
                      <a:solidFill>
                        <a:srgbClr val="FFFFFF"/>
                      </a:solidFill>
                    </a:lnB>
                    <a:solidFill>
                      <a:schemeClr val="accent3"/>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err="1">
                          <a:solidFill>
                            <a:schemeClr val="tx1"/>
                          </a:solidFill>
                          <a:effectLst/>
                          <a:latin typeface="+mn-ea"/>
                          <a:ea typeface="+mn-ea"/>
                          <a:cs typeface="Segoe UI" panose="020B0502040204020203" pitchFamily="34" charset="0"/>
                        </a:rPr>
                        <a:t>創設者</a:t>
                      </a:r>
                      <a:r>
                        <a:rPr kumimoji="1" lang="en-US" sz="1400" b="0" kern="1200">
                          <a:solidFill>
                            <a:schemeClr val="tx1"/>
                          </a:solidFill>
                          <a:effectLst/>
                          <a:latin typeface="+mn-ea"/>
                          <a:ea typeface="+mn-ea"/>
                          <a:cs typeface="Segoe UI" panose="020B0502040204020203" pitchFamily="34" charset="0"/>
                        </a:rPr>
                        <a:t>: Don Yang</a:t>
                      </a: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880121072"/>
                  </a:ext>
                </a:extLst>
              </a:tr>
              <a:tr h="258639">
                <a:tc>
                  <a:txBody>
                    <a:bodyPr/>
                    <a:lstStyle/>
                    <a:p>
                      <a:pPr lvl="0" algn="ctr">
                        <a:spcBef>
                          <a:spcPts val="0"/>
                        </a:spcBef>
                        <a:buNone/>
                      </a:pPr>
                      <a:r>
                        <a:rPr lang="ja-JP" altLang="en-US" sz="1400" b="0" i="0">
                          <a:solidFill>
                            <a:schemeClr val="bg1"/>
                          </a:solidFill>
                          <a:effectLst/>
                          <a:latin typeface="+mn-ea"/>
                          <a:ea typeface="+mn-ea"/>
                          <a:cs typeface="Segoe UI" panose="020B0502040204020203" pitchFamily="34" charset="0"/>
                        </a:rPr>
                        <a:t>従業員数</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a:solidFill>
                        <a:srgbClr val="FFFFFF"/>
                      </a:solidFill>
                    </a:lnB>
                    <a:solidFill>
                      <a:schemeClr val="accent3"/>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a:solidFill>
                            <a:schemeClr val="tx1"/>
                          </a:solidFill>
                          <a:effectLst/>
                          <a:latin typeface="+mn-ea"/>
                          <a:ea typeface="+mn-ea"/>
                          <a:cs typeface="Segoe UI" panose="020B0502040204020203" pitchFamily="34" charset="0"/>
                        </a:rPr>
                        <a:t>11-50名</a:t>
                      </a: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343338381"/>
                  </a:ext>
                </a:extLst>
              </a:tr>
              <a:tr h="2327754">
                <a:tc>
                  <a:txBody>
                    <a:bodyPr/>
                    <a:lstStyle/>
                    <a:p>
                      <a:pPr lvl="0" algn="ctr">
                        <a:spcBef>
                          <a:spcPts val="0"/>
                        </a:spcBef>
                        <a:buNone/>
                      </a:pPr>
                      <a:r>
                        <a:rPr lang="ja-JP" altLang="en-US" sz="1400" b="0" i="0">
                          <a:solidFill>
                            <a:schemeClr val="bg1"/>
                          </a:solidFill>
                          <a:effectLst/>
                          <a:latin typeface="+mn-ea"/>
                          <a:ea typeface="+mn-ea"/>
                          <a:cs typeface="Segoe UI" panose="020B0502040204020203" pitchFamily="34" charset="0"/>
                        </a:rPr>
                        <a:t>事業概要</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effectLst/>
                          <a:latin typeface="Yu Gothic" panose="020B0400000000000000" pitchFamily="34" charset="-128"/>
                          <a:ea typeface="Yu Gothic" panose="020B0400000000000000" pitchFamily="34" charset="-128"/>
                          <a:cs typeface="Segoe UI" panose="020B0502040204020203" pitchFamily="34" charset="0"/>
                        </a:rPr>
                        <a:t>CCTV</a:t>
                      </a:r>
                      <a:r>
                        <a:rPr kumimoji="1" lang="ja-JP" altLang="en-US" sz="1400" b="0" kern="1200">
                          <a:solidFill>
                            <a:schemeClr val="tx1"/>
                          </a:solidFill>
                          <a:effectLst/>
                          <a:latin typeface="Yu Gothic" panose="020B0400000000000000" pitchFamily="34" charset="-128"/>
                          <a:ea typeface="Yu Gothic" panose="020B0400000000000000" pitchFamily="34" charset="-128"/>
                          <a:cs typeface="Segoe UI" panose="020B0502040204020203" pitchFamily="34" charset="0"/>
                        </a:rPr>
                        <a:t>設置、</a:t>
                      </a: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入退室管理システム</a:t>
                      </a:r>
                      <a:r>
                        <a:rPr kumimoji="1" lang="ja-JP" altLang="en-US" sz="1400" b="0" kern="1200">
                          <a:solidFill>
                            <a:schemeClr val="tx1"/>
                          </a:solidFill>
                          <a:effectLst/>
                          <a:latin typeface="Yu Gothic" panose="020B0400000000000000" pitchFamily="34" charset="-128"/>
                          <a:ea typeface="Yu Gothic" panose="020B0400000000000000" pitchFamily="34" charset="-128"/>
                          <a:cs typeface="Segoe UI" panose="020B0502040204020203" pitchFamily="34" charset="0"/>
                        </a:rPr>
                        <a:t>、</a:t>
                      </a: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侵入警報などの統合型セキュリティソリューションの提供</a:t>
                      </a:r>
                      <a:endParaRPr kumimoji="1" lang="ja-JP" altLang="en-US" sz="1400" b="0" kern="1200">
                        <a:solidFill>
                          <a:schemeClr val="tx1"/>
                        </a:solidFill>
                        <a:effectLst/>
                        <a:latin typeface="Yu Gothic" panose="020B0400000000000000" pitchFamily="34" charset="-128"/>
                        <a:ea typeface="Yu Gothic" panose="020B0400000000000000" pitchFamily="34" charset="-128"/>
                        <a:cs typeface="Segoe UI" panose="020B0502040204020203" pitchFamily="34" charset="0"/>
                      </a:endParaRP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ja-JP" altLang="en-US" sz="1400" b="0" kern="1200">
                          <a:solidFill>
                            <a:schemeClr val="tx1"/>
                          </a:solidFill>
                          <a:effectLst/>
                          <a:latin typeface="Yu Gothic" panose="020B0400000000000000" pitchFamily="34" charset="-128"/>
                          <a:ea typeface="Yu Gothic" panose="020B0400000000000000" pitchFamily="34" charset="-128"/>
                          <a:cs typeface="Segoe UI" panose="020B0502040204020203" pitchFamily="34" charset="0"/>
                        </a:rPr>
                        <a:t>デスクトップサポート、マネージドサービス、海事</a:t>
                      </a:r>
                      <a:r>
                        <a:rPr kumimoji="1" lang="en-US" sz="1400" b="0" kern="1200">
                          <a:solidFill>
                            <a:schemeClr val="tx1"/>
                          </a:solidFill>
                          <a:effectLst/>
                          <a:latin typeface="Yu Gothic" panose="020B0400000000000000" pitchFamily="34" charset="-128"/>
                          <a:ea typeface="Yu Gothic" panose="020B0400000000000000" pitchFamily="34" charset="-128"/>
                          <a:cs typeface="Segoe UI" panose="020B0502040204020203" pitchFamily="34" charset="0"/>
                        </a:rPr>
                        <a:t>IT</a:t>
                      </a:r>
                      <a:r>
                        <a:rPr kumimoji="1" lang="ja-JP" altLang="en-US" sz="1400" b="0" kern="1200">
                          <a:solidFill>
                            <a:schemeClr val="tx1"/>
                          </a:solidFill>
                          <a:effectLst/>
                          <a:latin typeface="Yu Gothic" panose="020B0400000000000000" pitchFamily="34" charset="-128"/>
                          <a:ea typeface="Yu Gothic" panose="020B0400000000000000" pitchFamily="34" charset="-128"/>
                          <a:cs typeface="Segoe UI" panose="020B0502040204020203" pitchFamily="34" charset="0"/>
                        </a:rPr>
                        <a:t>ソリューションなどの</a:t>
                      </a:r>
                      <a:r>
                        <a:rPr kumimoji="1" lang="en-US" sz="1400" b="0" kern="1200">
                          <a:solidFill>
                            <a:schemeClr val="tx1"/>
                          </a:solidFill>
                          <a:effectLst/>
                          <a:latin typeface="Yu Gothic" panose="020B0400000000000000" pitchFamily="34" charset="-128"/>
                          <a:ea typeface="Yu Gothic" panose="020B0400000000000000" pitchFamily="34" charset="-128"/>
                          <a:cs typeface="Segoe UI" panose="020B0502040204020203" pitchFamily="34" charset="0"/>
                        </a:rPr>
                        <a:t>IT</a:t>
                      </a:r>
                      <a:r>
                        <a:rPr kumimoji="1" lang="ja-JP" altLang="en-US" sz="1400" b="0" kern="1200">
                          <a:solidFill>
                            <a:schemeClr val="tx1"/>
                          </a:solidFill>
                          <a:effectLst/>
                          <a:latin typeface="Yu Gothic" panose="020B0400000000000000" pitchFamily="34" charset="-128"/>
                          <a:ea typeface="Yu Gothic" panose="020B0400000000000000" pitchFamily="34" charset="-128"/>
                          <a:cs typeface="Segoe UI" panose="020B0502040204020203" pitchFamily="34" charset="0"/>
                        </a:rPr>
                        <a:t>サポートサービスを提供</a:t>
                      </a: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データ配線工事、電源トラブル対応、ホームオートメーションなどの電気・配線関連サービスの提供</a:t>
                      </a:r>
                      <a:endParaRPr kumimoji="1" lang="en-US" sz="1400" b="0" kern="1200">
                        <a:solidFill>
                          <a:schemeClr val="tx1"/>
                        </a:solidFill>
                        <a:effectLst/>
                        <a:latin typeface="Yu Gothic" panose="020B0400000000000000" pitchFamily="34" charset="-128"/>
                        <a:ea typeface="Yu Gothic" panose="020B0400000000000000" pitchFamily="34" charset="-128"/>
                        <a:cs typeface="Segoe UI" panose="020B0502040204020203" pitchFamily="34" charset="0"/>
                      </a:endParaRP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39953510"/>
                  </a:ext>
                </a:extLst>
              </a:tr>
              <a:tr h="775918">
                <a:tc>
                  <a:txBody>
                    <a:bodyPr/>
                    <a:lstStyle/>
                    <a:p>
                      <a:pPr lvl="0" algn="ctr">
                        <a:spcBef>
                          <a:spcPts val="0"/>
                        </a:spcBef>
                        <a:buNone/>
                      </a:pPr>
                      <a:r>
                        <a:rPr lang="ja-JP" altLang="en-US" sz="1400" b="0" i="0">
                          <a:solidFill>
                            <a:schemeClr val="bg1"/>
                          </a:solidFill>
                          <a:effectLst/>
                          <a:latin typeface="+mn-ea"/>
                          <a:ea typeface="+mn-ea"/>
                          <a:cs typeface="Segoe UI" panose="020B0502040204020203" pitchFamily="34" charset="0"/>
                        </a:rPr>
                        <a:t>主要顧客</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a:solidFill>
                        <a:srgbClr val="FFFFFF"/>
                      </a:solidFill>
                    </a:lnB>
                    <a:solidFill>
                      <a:schemeClr val="accent3"/>
                    </a:solidFill>
                  </a:tcPr>
                </a:tc>
                <a:tc>
                  <a:txBody>
                    <a:bodyPr/>
                    <a:lstStyle/>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lang="ja-JP" altLang="en-US" sz="1400">
                          <a:solidFill>
                            <a:srgbClr val="000000"/>
                          </a:solidFill>
                          <a:latin typeface="+mn-ea"/>
                          <a:ea typeface="+mn-ea"/>
                          <a:cs typeface="Segoe UI"/>
                        </a:rPr>
                        <a:t>飲食</a:t>
                      </a:r>
                      <a:r>
                        <a:rPr lang="en-US" sz="1400">
                          <a:solidFill>
                            <a:srgbClr val="000000"/>
                          </a:solidFill>
                          <a:latin typeface="+mn-ea"/>
                          <a:ea typeface="+mn-ea"/>
                          <a:cs typeface="Segoe UI"/>
                        </a:rPr>
                        <a:t>: Gaoji Foods</a:t>
                      </a: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lang="ja-JP" altLang="en-US" sz="1400">
                          <a:solidFill>
                            <a:srgbClr val="000000"/>
                          </a:solidFill>
                          <a:latin typeface="+mn-ea"/>
                          <a:ea typeface="+mn-ea"/>
                          <a:cs typeface="Segoe UI" pitchFamily="34" charset="-120"/>
                        </a:rPr>
                        <a:t>産業分野</a:t>
                      </a:r>
                      <a:r>
                        <a:rPr lang="en-US" sz="1400">
                          <a:solidFill>
                            <a:srgbClr val="000000"/>
                          </a:solidFill>
                          <a:latin typeface="+mn-ea"/>
                          <a:ea typeface="+mn-ea"/>
                          <a:cs typeface="Segoe UI" pitchFamily="34" charset="-120"/>
                        </a:rPr>
                        <a:t>: Marke</a:t>
                      </a: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solidFill>
                            <a:srgbClr val="000000"/>
                          </a:solidFill>
                          <a:latin typeface="+mn-ea"/>
                          <a:ea typeface="+mn-ea"/>
                          <a:cs typeface="Segoe UI" pitchFamily="34" charset="-120"/>
                        </a:rPr>
                        <a:t>エネルギー: Great Offshore</a:t>
                      </a: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560884854"/>
                  </a:ext>
                </a:extLst>
              </a:tr>
            </a:tbl>
          </a:graphicData>
        </a:graphic>
      </p:graphicFrame>
      <p:pic>
        <p:nvPicPr>
          <p:cNvPr id="19" name="Image 0" descr="preencoded.png">
            <a:extLst>
              <a:ext uri="{FF2B5EF4-FFF2-40B4-BE49-F238E27FC236}">
                <a16:creationId xmlns:a16="http://schemas.microsoft.com/office/drawing/2014/main" id="{B4AC4334-C30B-0884-D6AC-37A0E1666E70}"/>
              </a:ext>
            </a:extLst>
          </p:cNvPr>
          <p:cNvPicPr>
            <a:picLocks noChangeAspect="1"/>
          </p:cNvPicPr>
          <p:nvPr/>
        </p:nvPicPr>
        <p:blipFill>
          <a:blip r:embed="rId7"/>
          <a:stretch>
            <a:fillRect/>
          </a:stretch>
        </p:blipFill>
        <p:spPr>
          <a:xfrm>
            <a:off x="9729216" y="201168"/>
            <a:ext cx="758952" cy="502920"/>
          </a:xfrm>
          <a:prstGeom prst="rect">
            <a:avLst/>
          </a:prstGeom>
          <a:ln>
            <a:solidFill>
              <a:schemeClr val="tx1"/>
            </a:solidFill>
          </a:ln>
        </p:spPr>
      </p:pic>
      <p:pic>
        <p:nvPicPr>
          <p:cNvPr id="21" name="Picture 20">
            <a:extLst>
              <a:ext uri="{FF2B5EF4-FFF2-40B4-BE49-F238E27FC236}">
                <a16:creationId xmlns:a16="http://schemas.microsoft.com/office/drawing/2014/main" id="{FDB09055-A01B-C25E-4154-2EB225CFDC63}"/>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6534763" y="3761640"/>
            <a:ext cx="1039852" cy="951465"/>
          </a:xfrm>
          <a:prstGeom prst="rect">
            <a:avLst/>
          </a:prstGeom>
        </p:spPr>
      </p:pic>
      <p:pic>
        <p:nvPicPr>
          <p:cNvPr id="22" name="Picture 21">
            <a:extLst>
              <a:ext uri="{FF2B5EF4-FFF2-40B4-BE49-F238E27FC236}">
                <a16:creationId xmlns:a16="http://schemas.microsoft.com/office/drawing/2014/main" id="{0F0E75E6-F61D-7E2B-A67B-7092BBD307DD}"/>
              </a:ext>
            </a:extLst>
          </p:cNvPr>
          <p:cNvPicPr>
            <a:picLocks noChangeAspect="1"/>
          </p:cNvPicPr>
          <p:nvPr/>
        </p:nvPicPr>
        <p:blipFill>
          <a:blip r:embed="rId9"/>
          <a:stretch>
            <a:fillRect/>
          </a:stretch>
        </p:blipFill>
        <p:spPr>
          <a:xfrm>
            <a:off x="7644158" y="3808944"/>
            <a:ext cx="1120905" cy="951465"/>
          </a:xfrm>
          <a:prstGeom prst="rect">
            <a:avLst/>
          </a:prstGeom>
        </p:spPr>
      </p:pic>
      <p:pic>
        <p:nvPicPr>
          <p:cNvPr id="23" name="Picture 2">
            <a:extLst>
              <a:ext uri="{FF2B5EF4-FFF2-40B4-BE49-F238E27FC236}">
                <a16:creationId xmlns:a16="http://schemas.microsoft.com/office/drawing/2014/main" id="{BF40B7E2-C07D-B634-1B12-38745EFD2AFB}"/>
              </a:ext>
            </a:extLst>
          </p:cNvPr>
          <p:cNvPicPr>
            <a:picLocks noChangeAspect="1" noChangeArrowheads="1"/>
          </p:cNvPicPr>
          <p:nvPr/>
        </p:nvPicPr>
        <p:blipFill>
          <a:blip r:embed="rId10" cstate="screen">
            <a:extLst>
              <a:ext uri="{BEBA8EAE-BF5A-486C-A8C5-ECC9F3942E4B}">
                <a14:imgProps xmlns:a14="http://schemas.microsoft.com/office/drawing/2010/main">
                  <a14:imgLayer r:embed="rId11">
                    <a14:imgEffect>
                      <a14:backgroundRemoval t="10000" b="90000" l="10000" r="90000"/>
                    </a14:imgEffect>
                  </a14:imgLayer>
                </a14:imgProps>
              </a:ext>
              <a:ext uri="{28A0092B-C50C-407E-A947-70E740481C1C}">
                <a14:useLocalDpi xmlns:a14="http://schemas.microsoft.com/office/drawing/2010/main"/>
              </a:ext>
            </a:extLst>
          </a:blip>
          <a:srcRect/>
          <a:stretch>
            <a:fillRect/>
          </a:stretch>
        </p:blipFill>
        <p:spPr bwMode="auto">
          <a:xfrm>
            <a:off x="9814984" y="3750906"/>
            <a:ext cx="1222116" cy="97866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B56FDB7E-479E-49F9-726F-AFF25170B086}"/>
              </a:ext>
            </a:extLst>
          </p:cNvPr>
          <p:cNvPicPr>
            <a:picLocks noChangeAspect="1"/>
          </p:cNvPicPr>
          <p:nvPr/>
        </p:nvPicPr>
        <p:blipFill rotWithShape="1">
          <a:blip r:embed="rId12" cstate="screen">
            <a:extLst>
              <a:ext uri="{28A0092B-C50C-407E-A947-70E740481C1C}">
                <a14:useLocalDpi xmlns:a14="http://schemas.microsoft.com/office/drawing/2010/main"/>
              </a:ext>
            </a:extLst>
          </a:blip>
          <a:srcRect/>
          <a:stretch/>
        </p:blipFill>
        <p:spPr>
          <a:xfrm>
            <a:off x="9877110" y="5043109"/>
            <a:ext cx="1222116" cy="814744"/>
          </a:xfrm>
          <a:prstGeom prst="rect">
            <a:avLst/>
          </a:prstGeom>
        </p:spPr>
      </p:pic>
      <p:pic>
        <p:nvPicPr>
          <p:cNvPr id="26" name="Picture 4">
            <a:extLst>
              <a:ext uri="{FF2B5EF4-FFF2-40B4-BE49-F238E27FC236}">
                <a16:creationId xmlns:a16="http://schemas.microsoft.com/office/drawing/2014/main" id="{034B0576-D99A-5943-3B2D-1EAFB8E02249}"/>
              </a:ext>
            </a:extLst>
          </p:cNvPr>
          <p:cNvPicPr>
            <a:picLocks noChangeAspect="1" noChangeArrowheads="1"/>
          </p:cNvPicPr>
          <p:nvPr/>
        </p:nvPicPr>
        <p:blipFill rotWithShape="1">
          <a:blip r:embed="rId13" cstate="screen">
            <a:extLst>
              <a:ext uri="{28A0092B-C50C-407E-A947-70E740481C1C}">
                <a14:useLocalDpi xmlns:a14="http://schemas.microsoft.com/office/drawing/2010/main"/>
              </a:ext>
            </a:extLst>
          </a:blip>
          <a:srcRect/>
          <a:stretch/>
        </p:blipFill>
        <p:spPr bwMode="auto">
          <a:xfrm>
            <a:off x="6963557" y="5043109"/>
            <a:ext cx="1222116" cy="814744"/>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F9E7CAE9-7B13-0D05-D13E-4D92AD35649F}"/>
              </a:ext>
            </a:extLst>
          </p:cNvPr>
          <p:cNvSpPr txBox="1"/>
          <p:nvPr/>
        </p:nvSpPr>
        <p:spPr>
          <a:xfrm>
            <a:off x="6343592" y="4647405"/>
            <a:ext cx="3163045" cy="307777"/>
          </a:xfrm>
          <a:prstGeom prst="rect">
            <a:avLst/>
          </a:prstGeom>
          <a:noFill/>
        </p:spPr>
        <p:txBody>
          <a:bodyPr wrap="none" rtlCol="0">
            <a:spAutoFit/>
          </a:bodyPr>
          <a:lstStyle/>
          <a:p>
            <a:r>
              <a:rPr lang="en-US" sz="1400">
                <a:latin typeface="+mn-ea"/>
                <a:cs typeface="Segoe UI" panose="020B0502040204020203" pitchFamily="34" charset="0"/>
              </a:rPr>
              <a:t>CCTV</a:t>
            </a:r>
            <a:r>
              <a:rPr lang="ja-JP" altLang="en-US" sz="1400">
                <a:latin typeface="+mn-ea"/>
                <a:cs typeface="Segoe UI" panose="020B0502040204020203" pitchFamily="34" charset="0"/>
              </a:rPr>
              <a:t>および</a:t>
            </a:r>
            <a:r>
              <a:rPr lang="en-US" sz="1400">
                <a:latin typeface="+mn-ea"/>
                <a:cs typeface="Segoe UI" panose="020B0502040204020203" pitchFamily="34" charset="0"/>
              </a:rPr>
              <a:t>IP</a:t>
            </a:r>
            <a:r>
              <a:rPr lang="ja-JP" altLang="en-US" sz="1400">
                <a:latin typeface="+mn-ea"/>
                <a:cs typeface="Segoe UI" panose="020B0502040204020203" pitchFamily="34" charset="0"/>
              </a:rPr>
              <a:t>カメラソリューション</a:t>
            </a:r>
            <a:endParaRPr lang="en-SG" sz="1400">
              <a:latin typeface="+mn-ea"/>
              <a:cs typeface="Segoe UI" panose="020B0502040204020203" pitchFamily="34" charset="0"/>
            </a:endParaRPr>
          </a:p>
        </p:txBody>
      </p:sp>
      <p:sp>
        <p:nvSpPr>
          <p:cNvPr id="29" name="TextBox 28">
            <a:extLst>
              <a:ext uri="{FF2B5EF4-FFF2-40B4-BE49-F238E27FC236}">
                <a16:creationId xmlns:a16="http://schemas.microsoft.com/office/drawing/2014/main" id="{44092F84-124B-DCC1-19E5-230B17867AFF}"/>
              </a:ext>
            </a:extLst>
          </p:cNvPr>
          <p:cNvSpPr txBox="1"/>
          <p:nvPr/>
        </p:nvSpPr>
        <p:spPr>
          <a:xfrm>
            <a:off x="9974636" y="4650314"/>
            <a:ext cx="902811" cy="307777"/>
          </a:xfrm>
          <a:prstGeom prst="rect">
            <a:avLst/>
          </a:prstGeom>
          <a:noFill/>
        </p:spPr>
        <p:txBody>
          <a:bodyPr wrap="none" rtlCol="0">
            <a:spAutoFit/>
          </a:bodyPr>
          <a:lstStyle/>
          <a:p>
            <a:r>
              <a:rPr lang="ja-JP" altLang="en-US" sz="1400">
                <a:latin typeface="+mn-ea"/>
                <a:cs typeface="Segoe UI" panose="020B0502040204020203" pitchFamily="34" charset="0"/>
              </a:rPr>
              <a:t>侵入警報</a:t>
            </a:r>
            <a:endParaRPr lang="en-SG" sz="1400">
              <a:latin typeface="+mn-ea"/>
              <a:cs typeface="Segoe UI" panose="020B0502040204020203" pitchFamily="34" charset="0"/>
            </a:endParaRPr>
          </a:p>
        </p:txBody>
      </p:sp>
      <p:sp>
        <p:nvSpPr>
          <p:cNvPr id="30" name="TextBox 29">
            <a:extLst>
              <a:ext uri="{FF2B5EF4-FFF2-40B4-BE49-F238E27FC236}">
                <a16:creationId xmlns:a16="http://schemas.microsoft.com/office/drawing/2014/main" id="{ED895F55-167C-FF16-1C5F-44E4EA9256BF}"/>
              </a:ext>
            </a:extLst>
          </p:cNvPr>
          <p:cNvSpPr txBox="1"/>
          <p:nvPr/>
        </p:nvSpPr>
        <p:spPr>
          <a:xfrm>
            <a:off x="7131224" y="5836039"/>
            <a:ext cx="886781" cy="307777"/>
          </a:xfrm>
          <a:prstGeom prst="rect">
            <a:avLst/>
          </a:prstGeom>
          <a:noFill/>
        </p:spPr>
        <p:txBody>
          <a:bodyPr wrap="none" rtlCol="0">
            <a:spAutoFit/>
          </a:bodyPr>
          <a:lstStyle/>
          <a:p>
            <a:r>
              <a:rPr lang="en-US" sz="1400">
                <a:latin typeface="+mn-ea"/>
                <a:cs typeface="Segoe UI" panose="020B0502040204020203" pitchFamily="34" charset="0"/>
              </a:rPr>
              <a:t>AI</a:t>
            </a:r>
            <a:r>
              <a:rPr lang="ja-JP" altLang="en-US" sz="1400">
                <a:latin typeface="+mn-ea"/>
                <a:cs typeface="Segoe UI" panose="020B0502040204020203" pitchFamily="34" charset="0"/>
              </a:rPr>
              <a:t>顔認識</a:t>
            </a:r>
            <a:endParaRPr lang="en-SG" sz="1400">
              <a:latin typeface="+mn-ea"/>
              <a:cs typeface="Segoe UI" panose="020B0502040204020203" pitchFamily="34" charset="0"/>
            </a:endParaRPr>
          </a:p>
        </p:txBody>
      </p:sp>
      <p:sp>
        <p:nvSpPr>
          <p:cNvPr id="31" name="TextBox 30">
            <a:extLst>
              <a:ext uri="{FF2B5EF4-FFF2-40B4-BE49-F238E27FC236}">
                <a16:creationId xmlns:a16="http://schemas.microsoft.com/office/drawing/2014/main" id="{C3F18054-65FE-000A-CA4F-DC25371D9FF9}"/>
              </a:ext>
            </a:extLst>
          </p:cNvPr>
          <p:cNvSpPr txBox="1"/>
          <p:nvPr/>
        </p:nvSpPr>
        <p:spPr>
          <a:xfrm>
            <a:off x="9278618" y="5843310"/>
            <a:ext cx="2339102" cy="307777"/>
          </a:xfrm>
          <a:prstGeom prst="rect">
            <a:avLst/>
          </a:prstGeom>
          <a:noFill/>
        </p:spPr>
        <p:txBody>
          <a:bodyPr wrap="none" rtlCol="0">
            <a:spAutoFit/>
          </a:bodyPr>
          <a:lstStyle/>
          <a:p>
            <a:r>
              <a:rPr lang="ja-JP" altLang="en-US" sz="1400">
                <a:latin typeface="+mn-ea"/>
              </a:rPr>
              <a:t>ネットワーク配線の標準化</a:t>
            </a:r>
            <a:endParaRPr lang="en-SG" sz="1400">
              <a:latin typeface="+mn-ea"/>
              <a:cs typeface="Segoe UI" panose="020B0502040204020203" pitchFamily="34" charset="0"/>
            </a:endParaRPr>
          </a:p>
        </p:txBody>
      </p:sp>
      <p:pic>
        <p:nvPicPr>
          <p:cNvPr id="1026" name="Picture 2" descr="Quantum Zeno Solution">
            <a:extLst>
              <a:ext uri="{FF2B5EF4-FFF2-40B4-BE49-F238E27FC236}">
                <a16:creationId xmlns:a16="http://schemas.microsoft.com/office/drawing/2014/main" id="{2B3A266B-C618-3D5F-BC02-655E800BB9F2}"/>
              </a:ext>
            </a:extLst>
          </p:cNvPr>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10750735" y="383420"/>
            <a:ext cx="1003373" cy="191553"/>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グループ化 58">
            <a:extLst>
              <a:ext uri="{FF2B5EF4-FFF2-40B4-BE49-F238E27FC236}">
                <a16:creationId xmlns:a16="http://schemas.microsoft.com/office/drawing/2014/main" id="{264D61DC-B9DF-1577-1D59-0C1126F97B03}"/>
              </a:ext>
            </a:extLst>
          </p:cNvPr>
          <p:cNvGrpSpPr/>
          <p:nvPr/>
        </p:nvGrpSpPr>
        <p:grpSpPr>
          <a:xfrm>
            <a:off x="6269918" y="3461850"/>
            <a:ext cx="5587119" cy="318126"/>
            <a:chOff x="1998094" y="1100134"/>
            <a:chExt cx="7884946" cy="480843"/>
          </a:xfrm>
          <a:noFill/>
        </p:grpSpPr>
        <p:sp>
          <p:nvSpPr>
            <p:cNvPr id="15" name="ColumnHeader">
              <a:extLst>
                <a:ext uri="{FF2B5EF4-FFF2-40B4-BE49-F238E27FC236}">
                  <a16:creationId xmlns:a16="http://schemas.microsoft.com/office/drawing/2014/main" id="{1873FC0E-E2C8-6FF7-B255-8D70F434DD92}"/>
                </a:ext>
              </a:extLst>
            </p:cNvPr>
            <p:cNvSpPr>
              <a:spLocks noChangeArrowheads="1"/>
            </p:cNvSpPr>
            <p:nvPr/>
          </p:nvSpPr>
          <p:spPr bwMode="gray">
            <a:xfrm>
              <a:off x="2125586" y="1100134"/>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5900" indent="-215900" algn="ctr"/>
              <a:r>
                <a:rPr lang="ja-TH" altLang="en-US" sz="1400">
                  <a:solidFill>
                    <a:srgbClr val="000000"/>
                  </a:solidFill>
                  <a:latin typeface="+mn-ea"/>
                  <a:cs typeface="Segoe UI" panose="020B0502040204020203" pitchFamily="34" charset="0"/>
                </a:rPr>
                <a:t>製品</a:t>
              </a:r>
              <a:r>
                <a:rPr lang="en-US" altLang="ja-TH" sz="1400">
                  <a:solidFill>
                    <a:srgbClr val="000000"/>
                  </a:solidFill>
                  <a:latin typeface="+mn-ea"/>
                  <a:cs typeface="Segoe UI" panose="020B0502040204020203" pitchFamily="34" charset="0"/>
                </a:rPr>
                <a:t>/</a:t>
              </a:r>
              <a:r>
                <a:rPr lang="ja-JP" altLang="en-US" sz="1400">
                  <a:solidFill>
                    <a:srgbClr val="000000"/>
                  </a:solidFill>
                  <a:latin typeface="+mn-ea"/>
                  <a:cs typeface="Segoe UI" panose="020B0502040204020203" pitchFamily="34" charset="0"/>
                </a:rPr>
                <a:t>サービス</a:t>
              </a:r>
            </a:p>
          </p:txBody>
        </p:sp>
        <p:cxnSp>
          <p:nvCxnSpPr>
            <p:cNvPr id="16" name="直線コネクタ 60">
              <a:extLst>
                <a:ext uri="{FF2B5EF4-FFF2-40B4-BE49-F238E27FC236}">
                  <a16:creationId xmlns:a16="http://schemas.microsoft.com/office/drawing/2014/main" id="{96DD32DA-90E9-F9C6-EC8B-34697F7283C7}"/>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7645320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F57E8-52FD-1EE2-F345-EE204778615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70E777F-0AE6-5B28-9CE5-375B2C2FF8A5}"/>
              </a:ext>
            </a:extLst>
          </p:cNvPr>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25. Integrating Technology</a:t>
            </a:r>
            <a:endParaRPr lang="en-US" sz="2400"/>
          </a:p>
          <a:p>
            <a:r>
              <a:rPr lang="en-US" sz="1600">
                <a:latin typeface="Segoe UI" panose="020B0502040204020203" pitchFamily="34" charset="0"/>
                <a:cs typeface="Segoe UI" panose="020B0502040204020203" pitchFamily="34" charset="0"/>
              </a:rPr>
              <a:t>End-to-end solutions delivering integrated security and access systems</a:t>
            </a:r>
          </a:p>
        </p:txBody>
      </p:sp>
      <p:pic>
        <p:nvPicPr>
          <p:cNvPr id="3" name="Image 0" descr="preencoded.png">
            <a:extLst>
              <a:ext uri="{FF2B5EF4-FFF2-40B4-BE49-F238E27FC236}">
                <a16:creationId xmlns:a16="http://schemas.microsoft.com/office/drawing/2014/main" id="{68586823-BB49-E997-6A57-BDABD60EEDED}"/>
              </a:ext>
            </a:extLst>
          </p:cNvPr>
          <p:cNvPicPr>
            <a:picLocks noChangeAspect="1"/>
          </p:cNvPicPr>
          <p:nvPr/>
        </p:nvPicPr>
        <p:blipFill>
          <a:blip r:embed="rId3"/>
          <a:stretch>
            <a:fillRect/>
          </a:stretch>
        </p:blipFill>
        <p:spPr>
          <a:xfrm>
            <a:off x="9729216" y="201168"/>
            <a:ext cx="758952" cy="502920"/>
          </a:xfrm>
          <a:prstGeom prst="rect">
            <a:avLst/>
          </a:prstGeom>
        </p:spPr>
      </p:pic>
      <p:sp>
        <p:nvSpPr>
          <p:cNvPr id="4" name="Shape 1">
            <a:extLst>
              <a:ext uri="{FF2B5EF4-FFF2-40B4-BE49-F238E27FC236}">
                <a16:creationId xmlns:a16="http://schemas.microsoft.com/office/drawing/2014/main" id="{DEDF794A-B273-2EC2-97CA-0294174EDE94}"/>
              </a:ext>
            </a:extLst>
          </p:cNvPr>
          <p:cNvSpPr/>
          <p:nvPr/>
        </p:nvSpPr>
        <p:spPr>
          <a:xfrm>
            <a:off x="9729216" y="201168"/>
            <a:ext cx="758952" cy="502920"/>
          </a:xfrm>
          <a:prstGeom prst="rect">
            <a:avLst/>
          </a:prstGeom>
          <a:ln w="12700">
            <a:solidFill>
              <a:srgbClr val="000000"/>
            </a:solidFill>
            <a:prstDash val="solid"/>
          </a:ln>
        </p:spPr>
        <p:txBody>
          <a:bodyPr/>
          <a:lstStyle/>
          <a:p>
            <a:endParaRPr lang="en-MY"/>
          </a:p>
        </p:txBody>
      </p:sp>
      <p:sp>
        <p:nvSpPr>
          <p:cNvPr id="7" name="Shape 3">
            <a:extLst>
              <a:ext uri="{FF2B5EF4-FFF2-40B4-BE49-F238E27FC236}">
                <a16:creationId xmlns:a16="http://schemas.microsoft.com/office/drawing/2014/main" id="{838C74C7-8DAF-D6C7-F240-2E918A439025}"/>
              </a:ext>
            </a:extLst>
          </p:cNvPr>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a:extLst>
              <a:ext uri="{FF2B5EF4-FFF2-40B4-BE49-F238E27FC236}">
                <a16:creationId xmlns:a16="http://schemas.microsoft.com/office/drawing/2014/main" id="{5A744B02-AA87-3E1C-C558-D741023F02CF}"/>
              </a:ext>
            </a:extLst>
          </p:cNvPr>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a:extLst>
              <a:ext uri="{FF2B5EF4-FFF2-40B4-BE49-F238E27FC236}">
                <a16:creationId xmlns:a16="http://schemas.microsoft.com/office/drawing/2014/main" id="{1EB465F1-D910-9B13-516B-2E6FE2C73D43}"/>
              </a:ext>
            </a:extLst>
          </p:cNvPr>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19" name="Table 0">
            <a:extLst>
              <a:ext uri="{FF2B5EF4-FFF2-40B4-BE49-F238E27FC236}">
                <a16:creationId xmlns:a16="http://schemas.microsoft.com/office/drawing/2014/main" id="{757E6ED8-A5E9-D12B-C209-BF23BC8E8EEF}"/>
              </a:ext>
            </a:extLst>
          </p:cNvPr>
          <p:cNvGraphicFramePr>
            <a:graphicFrameLocks noGrp="1"/>
          </p:cNvGraphicFramePr>
          <p:nvPr>
            <p:extLst>
              <p:ext uri="{D42A27DB-BD31-4B8C-83A1-F6EECF244321}">
                <p14:modId xmlns:p14="http://schemas.microsoft.com/office/powerpoint/2010/main" val="2160242988"/>
              </p:ext>
            </p:extLst>
          </p:nvPr>
        </p:nvGraphicFramePr>
        <p:xfrm>
          <a:off x="338328" y="1746502"/>
          <a:ext cx="5577840" cy="4346315"/>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698800">
                <a:tc>
                  <a:txBody>
                    <a:bodyPr/>
                    <a:lstStyle/>
                    <a:p>
                      <a:pPr marL="0" indent="0" algn="ctr">
                        <a:buNone/>
                      </a:pPr>
                      <a:r>
                        <a:rPr lang="en-US" sz="1400">
                          <a:solidFill>
                            <a:schemeClr val="bg1"/>
                          </a:solidFill>
                          <a:latin typeface="Segoe UI" pitchFamily="34" charset="0"/>
                          <a:ea typeface="Segoe UI" pitchFamily="34" charset="-122"/>
                          <a:cs typeface="Segoe UI" pitchFamily="34" charset="-120"/>
                        </a:rPr>
                        <a:t>Name</a:t>
                      </a:r>
                      <a:endParaRPr lang="en-US" sz="1400">
                        <a:solidFill>
                          <a:schemeClr val="bg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solidFill>
                            <a:srgbClr val="000000"/>
                          </a:solidFill>
                          <a:latin typeface="Segoe UI" panose="020B0502040204020203" pitchFamily="34" charset="0"/>
                          <a:ea typeface="Segoe UI" pitchFamily="34" charset="-122"/>
                          <a:cs typeface="Segoe UI" panose="020B0502040204020203" pitchFamily="34" charset="0"/>
                          <a:hlinkClick r:id="rId4"/>
                        </a:rPr>
                        <a:t>Integrating Technology</a:t>
                      </a:r>
                      <a:endParaRPr lang="en-US" sz="1400">
                        <a:latin typeface="Segoe UI" panose="020B0502040204020203" pitchFamily="34"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698800">
                <a:tc>
                  <a:txBody>
                    <a:bodyPr/>
                    <a:lstStyle/>
                    <a:p>
                      <a:pPr marL="0" indent="0" algn="ctr">
                        <a:buNone/>
                      </a:pPr>
                      <a:r>
                        <a:rPr lang="en-US" sz="1400">
                          <a:solidFill>
                            <a:schemeClr val="bg1"/>
                          </a:solidFill>
                          <a:latin typeface="Segoe UI" pitchFamily="34" charset="0"/>
                          <a:ea typeface="Segoe UI" pitchFamily="34" charset="-122"/>
                          <a:cs typeface="Segoe UI" pitchFamily="34" charset="-120"/>
                        </a:rPr>
                        <a:t>Est. Year</a:t>
                      </a:r>
                      <a:endParaRPr lang="en-US" sz="1400">
                        <a:solidFill>
                          <a:schemeClr val="bg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anose="020B0502040204020203" pitchFamily="34" charset="0"/>
                          <a:ea typeface="Segoe UI" charset="0"/>
                          <a:cs typeface="Segoe UI" panose="020B0502040204020203" pitchFamily="34" charset="0"/>
                        </a:rPr>
                        <a:t>2014</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698800">
                <a:tc>
                  <a:txBody>
                    <a:bodyPr/>
                    <a:lstStyle/>
                    <a:p>
                      <a:pPr marL="0" indent="0" algn="ctr">
                        <a:buNone/>
                      </a:pPr>
                      <a:r>
                        <a:rPr lang="en-US" sz="1400">
                          <a:solidFill>
                            <a:schemeClr val="bg1"/>
                          </a:solidFill>
                          <a:latin typeface="Segoe UI" pitchFamily="34" charset="0"/>
                          <a:ea typeface="Segoe UI" pitchFamily="34" charset="-122"/>
                          <a:cs typeface="Segoe UI" pitchFamily="34" charset="-120"/>
                        </a:rPr>
                        <a:t>HQ</a:t>
                      </a:r>
                      <a:endParaRPr lang="en-US" sz="1400">
                        <a:solidFill>
                          <a:schemeClr val="bg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dirty="0">
                          <a:solidFill>
                            <a:schemeClr val="tx1"/>
                          </a:solidFill>
                          <a:latin typeface="Segoe UI" panose="020B0502040204020203" pitchFamily="34" charset="0"/>
                          <a:ea typeface="Segoe UI" charset="0"/>
                          <a:cs typeface="Segoe UI" panose="020B0502040204020203" pitchFamily="34" charset="0"/>
                        </a:rPr>
                        <a:t>Shun Li Industrial Park, Singapore</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939248">
                <a:tc>
                  <a:txBody>
                    <a:bodyPr/>
                    <a:lstStyle/>
                    <a:p>
                      <a:pPr marL="0" indent="0" algn="ctr">
                        <a:buNone/>
                      </a:pPr>
                      <a:r>
                        <a:rPr lang="en-US" sz="1400">
                          <a:solidFill>
                            <a:schemeClr val="bg1"/>
                          </a:solidFill>
                          <a:latin typeface="Segoe UI" pitchFamily="34" charset="0"/>
                          <a:ea typeface="Segoe UI" pitchFamily="34" charset="-122"/>
                          <a:cs typeface="Segoe UI" pitchFamily="34" charset="-120"/>
                        </a:rPr>
                        <a:t>Business</a:t>
                      </a:r>
                      <a:endParaRPr lang="en-US" sz="1400">
                        <a:solidFill>
                          <a:schemeClr val="bg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latin typeface="Segoe UI" panose="020B0502040204020203" pitchFamily="34" charset="0"/>
                          <a:cs typeface="Segoe UI" panose="020B0502040204020203" pitchFamily="34" charset="0"/>
                        </a:rPr>
                        <a:t>Provides security and access solutions</a:t>
                      </a:r>
                      <a:endParaRPr kumimoji="1" lang="en-US" sz="1400" b="0" i="0" kern="1200">
                        <a:solidFill>
                          <a:schemeClr val="tx1"/>
                        </a:solidFill>
                        <a:effectLst/>
                        <a:latin typeface="Segoe UI" panose="020B0502040204020203" pitchFamily="34" charset="0"/>
                        <a:ea typeface="+mn-ea"/>
                        <a:cs typeface="Segoe UI" panose="020B0502040204020203" pitchFamily="34" charset="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i="0" kern="1200">
                          <a:solidFill>
                            <a:schemeClr val="tx1"/>
                          </a:solidFill>
                          <a:effectLst/>
                          <a:latin typeface="Segoe UI" panose="020B0502040204020203" pitchFamily="34" charset="0"/>
                          <a:ea typeface="+mn-ea"/>
                          <a:cs typeface="Segoe UI" panose="020B0502040204020203" pitchFamily="34" charset="0"/>
                        </a:rPr>
                        <a:t>Services from design, installation, commissioning and maintenance to end to end </a:t>
                      </a:r>
                      <a:r>
                        <a:rPr kumimoji="1" lang="en-US" sz="1400" b="0" i="0" kern="1200" err="1">
                          <a:solidFill>
                            <a:schemeClr val="tx1"/>
                          </a:solidFill>
                          <a:effectLst/>
                          <a:latin typeface="Segoe UI" panose="020B0502040204020203" pitchFamily="34" charset="0"/>
                          <a:ea typeface="+mn-ea"/>
                          <a:cs typeface="Segoe UI" panose="020B0502040204020203" pitchFamily="34" charset="0"/>
                        </a:rPr>
                        <a:t>digitalisation</a:t>
                      </a:r>
                      <a:endParaRPr kumimoji="1" lang="en-US" sz="140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1310667">
                <a:tc>
                  <a:txBody>
                    <a:bodyPr/>
                    <a:lstStyle/>
                    <a:p>
                      <a:pPr marL="0" indent="0" algn="ctr">
                        <a:buNone/>
                      </a:pPr>
                      <a:r>
                        <a:rPr lang="en-US" sz="1400">
                          <a:solidFill>
                            <a:schemeClr val="bg1"/>
                          </a:solidFill>
                          <a:latin typeface="Segoe UI" charset="0"/>
                          <a:ea typeface="Segoe UI" charset="0"/>
                          <a:cs typeface="Segoe UI" charset="0"/>
                        </a:rPr>
                        <a:t>Key Industries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dirty="0">
                          <a:solidFill>
                            <a:schemeClr val="tx1"/>
                          </a:solidFill>
                          <a:latin typeface="Segoe UI" panose="020B0502040204020203" pitchFamily="34" charset="0"/>
                          <a:ea typeface="Segoe UI" charset="0"/>
                          <a:cs typeface="Segoe UI" panose="020B0502040204020203" pitchFamily="34" charset="0"/>
                        </a:rPr>
                        <a:t>Technology</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dirty="0">
                          <a:solidFill>
                            <a:schemeClr val="tx1"/>
                          </a:solidFill>
                          <a:latin typeface="Segoe UI" panose="020B0502040204020203" pitchFamily="34" charset="0"/>
                          <a:ea typeface="Segoe UI" charset="0"/>
                          <a:cs typeface="Segoe UI" panose="020B0502040204020203" pitchFamily="34" charset="0"/>
                        </a:rPr>
                        <a:t>Hospitality</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dirty="0">
                          <a:solidFill>
                            <a:schemeClr val="tx1"/>
                          </a:solidFill>
                          <a:latin typeface="Segoe UI" panose="020B0502040204020203" pitchFamily="34" charset="0"/>
                          <a:ea typeface="Segoe UI" charset="0"/>
                          <a:cs typeface="Segoe UI" panose="020B0502040204020203" pitchFamily="34" charset="0"/>
                        </a:rPr>
                        <a:t>Manufacturing</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dirty="0">
                          <a:solidFill>
                            <a:schemeClr val="tx1"/>
                          </a:solidFill>
                          <a:latin typeface="Segoe UI" panose="020B0502040204020203" pitchFamily="34" charset="0"/>
                          <a:ea typeface="Segoe UI" charset="0"/>
                          <a:cs typeface="Segoe UI" panose="020B0502040204020203" pitchFamily="34" charset="0"/>
                        </a:rPr>
                        <a:t>Finance and Banking</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dirty="0">
                          <a:solidFill>
                            <a:schemeClr val="tx1"/>
                          </a:solidFill>
                          <a:latin typeface="Segoe UI" panose="020B0502040204020203" pitchFamily="34" charset="0"/>
                          <a:ea typeface="Segoe UI" charset="0"/>
                          <a:cs typeface="Segoe UI" panose="020B0502040204020203" pitchFamily="34" charset="0"/>
                        </a:rPr>
                        <a:t>Property and Development </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4225653478"/>
                  </a:ext>
                </a:extLst>
              </a:tr>
            </a:tbl>
          </a:graphicData>
        </a:graphic>
      </p:graphicFrame>
      <p:sp>
        <p:nvSpPr>
          <p:cNvPr id="12" name="Text 6">
            <a:extLst>
              <a:ext uri="{FF2B5EF4-FFF2-40B4-BE49-F238E27FC236}">
                <a16:creationId xmlns:a16="http://schemas.microsoft.com/office/drawing/2014/main" id="{8F535A96-6FF9-9266-B3C3-A05EFA69BA5F}"/>
              </a:ext>
            </a:extLst>
          </p:cNvPr>
          <p:cNvSpPr/>
          <p:nvPr/>
        </p:nvSpPr>
        <p:spPr>
          <a:xfrm>
            <a:off x="381000" y="6156832"/>
            <a:ext cx="11430000" cy="493776"/>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
        <p:nvSpPr>
          <p:cNvPr id="16" name="Text 4">
            <a:extLst>
              <a:ext uri="{FF2B5EF4-FFF2-40B4-BE49-F238E27FC236}">
                <a16:creationId xmlns:a16="http://schemas.microsoft.com/office/drawing/2014/main" id="{CBFE7523-974C-FBAA-D73A-C6F37AB88D98}"/>
              </a:ext>
            </a:extLst>
          </p:cNvPr>
          <p:cNvSpPr/>
          <p:nvPr/>
        </p:nvSpPr>
        <p:spPr>
          <a:xfrm>
            <a:off x="381000"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Company Profile</a:t>
            </a:r>
            <a:endParaRPr lang="en-US" sz="1400"/>
          </a:p>
        </p:txBody>
      </p:sp>
      <p:pic>
        <p:nvPicPr>
          <p:cNvPr id="1026" name="Picture 2" descr="Integrating Technology">
            <a:extLst>
              <a:ext uri="{FF2B5EF4-FFF2-40B4-BE49-F238E27FC236}">
                <a16:creationId xmlns:a16="http://schemas.microsoft.com/office/drawing/2014/main" id="{8673F90F-4430-7DFE-D20D-9CA22998D7B7}"/>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0625512" y="224027"/>
            <a:ext cx="1129036" cy="45720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1">
            <a:extLst>
              <a:ext uri="{FF2B5EF4-FFF2-40B4-BE49-F238E27FC236}">
                <a16:creationId xmlns:a16="http://schemas.microsoft.com/office/drawing/2014/main" id="{29C4B65E-95FE-EF18-90F8-CF4A3A2C3B54}"/>
              </a:ext>
            </a:extLst>
          </p:cNvPr>
          <p:cNvGraphicFramePr>
            <a:graphicFrameLocks noGrp="1"/>
          </p:cNvGraphicFramePr>
          <p:nvPr>
            <p:extLst>
              <p:ext uri="{D42A27DB-BD31-4B8C-83A1-F6EECF244321}">
                <p14:modId xmlns:p14="http://schemas.microsoft.com/office/powerpoint/2010/main" val="171861757"/>
              </p:ext>
            </p:extLst>
          </p:nvPr>
        </p:nvGraphicFramePr>
        <p:xfrm>
          <a:off x="6272784" y="1746502"/>
          <a:ext cx="5577840" cy="4346316"/>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6">
                <a:tc>
                  <a:txBody>
                    <a:bodyPr/>
                    <a:lstStyle/>
                    <a:p>
                      <a:pPr algn="ctr">
                        <a:buNone/>
                      </a:pPr>
                      <a:r>
                        <a:rPr lang="en-MY" sz="1400">
                          <a:solidFill>
                            <a:schemeClr val="bg1"/>
                          </a:solidFill>
                          <a:latin typeface="Segoe UI" panose="020B0502040204020203" pitchFamily="34" charset="0"/>
                          <a:cs typeface="Segoe UI" panose="020B0502040204020203" pitchFamily="34" charset="0"/>
                        </a:rPr>
                        <a:t>CCTV &amp; Alarms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CCTV, Alarm System, video surveillance, intrusion/perimeter protection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6">
                <a:tc>
                  <a:txBody>
                    <a:bodyPr/>
                    <a:lstStyle/>
                    <a:p>
                      <a:pPr algn="ctr">
                        <a:buNone/>
                      </a:pPr>
                      <a:r>
                        <a:rPr lang="en-MY" sz="1400">
                          <a:solidFill>
                            <a:schemeClr val="bg1"/>
                          </a:solidFill>
                          <a:latin typeface="Segoe UI" panose="020B0502040204020203" pitchFamily="34" charset="0"/>
                          <a:cs typeface="Segoe UI" panose="020B0502040204020203" pitchFamily="34" charset="0"/>
                        </a:rPr>
                        <a:t>Door &amp; Identity Access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Card Access, Biometric, card entry control, fingerprint/face verification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6">
                <a:tc>
                  <a:txBody>
                    <a:bodyPr/>
                    <a:lstStyle/>
                    <a:p>
                      <a:pPr algn="ctr">
                        <a:buNone/>
                      </a:pPr>
                      <a:r>
                        <a:rPr lang="en-MY" sz="1400">
                          <a:solidFill>
                            <a:schemeClr val="bg1"/>
                          </a:solidFill>
                          <a:latin typeface="Segoe UI" panose="020B0502040204020203" pitchFamily="34" charset="0"/>
                          <a:cs typeface="Segoe UI" panose="020B0502040204020203" pitchFamily="34" charset="0"/>
                        </a:rPr>
                        <a:t>Thermal Screening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Thermal Solutions, temperature and safety screening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6">
                <a:tc>
                  <a:txBody>
                    <a:bodyPr/>
                    <a:lstStyle/>
                    <a:p>
                      <a:pPr algn="ctr">
                        <a:buNone/>
                      </a:pPr>
                      <a:r>
                        <a:rPr lang="en-MY" sz="1400">
                          <a:solidFill>
                            <a:schemeClr val="bg1"/>
                          </a:solidFill>
                          <a:latin typeface="Segoe UI" panose="020B0502040204020203" pitchFamily="34" charset="0"/>
                          <a:cs typeface="Segoe UI" panose="020B0502040204020203" pitchFamily="34" charset="0"/>
                        </a:rPr>
                        <a:t>Visitor Communication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pt-BR" sz="1400">
                          <a:latin typeface="Segoe UI" panose="020B0502040204020203" pitchFamily="34" charset="0"/>
                          <a:cs typeface="Segoe UI" panose="020B0502040204020203" pitchFamily="34" charset="0"/>
                        </a:rPr>
                        <a:t>Intercom System, audio/video visitor communication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6">
                <a:tc>
                  <a:txBody>
                    <a:bodyPr/>
                    <a:lstStyle/>
                    <a:p>
                      <a:pPr algn="ctr">
                        <a:buNone/>
                      </a:pPr>
                      <a:r>
                        <a:rPr lang="en-MY" sz="1400">
                          <a:solidFill>
                            <a:schemeClr val="bg1"/>
                          </a:solidFill>
                          <a:latin typeface="Segoe UI" panose="020B0502040204020203" pitchFamily="34" charset="0"/>
                          <a:cs typeface="Segoe UI" panose="020B0502040204020203" pitchFamily="34" charset="0"/>
                        </a:rPr>
                        <a:t>Meeting Room AV</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Conference System, Video Wall, AV for meeting rooms, large displays for control rooms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6">
                <a:tc>
                  <a:txBody>
                    <a:bodyPr/>
                    <a:lstStyle/>
                    <a:p>
                      <a:pPr algn="ctr">
                        <a:buNone/>
                      </a:pPr>
                      <a:r>
                        <a:rPr lang="en-MY" sz="1400">
                          <a:solidFill>
                            <a:schemeClr val="bg1"/>
                          </a:solidFill>
                          <a:latin typeface="Segoe UI" panose="020B0502040204020203" pitchFamily="34" charset="0"/>
                          <a:cs typeface="Segoe UI" panose="020B0502040204020203" pitchFamily="34" charset="0"/>
                        </a:rPr>
                        <a:t>Content &amp; Room Management</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Digital Signage, Room Scheduling, centralized displays, meeting room booking/utilization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6712163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26. TT RELIANCE</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Singapore-based provider specializing in security and communication solutions.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19" name="Table 0"/>
          <p:cNvGraphicFramePr>
            <a:graphicFrameLocks noGrp="1"/>
          </p:cNvGraphicFramePr>
          <p:nvPr>
            <p:extLst>
              <p:ext uri="{D42A27DB-BD31-4B8C-83A1-F6EECF244321}">
                <p14:modId xmlns:p14="http://schemas.microsoft.com/office/powerpoint/2010/main" val="3431448894"/>
              </p:ext>
            </p:extLst>
          </p:nvPr>
        </p:nvGraphicFramePr>
        <p:xfrm>
          <a:off x="338328" y="1746501"/>
          <a:ext cx="5577840" cy="4346318"/>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053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chemeClr val="tx1"/>
                          </a:solidFill>
                          <a:latin typeface="Segoe UI" pitchFamily="34" charset="0"/>
                          <a:ea typeface="Segoe UI" pitchFamily="34" charset="-122"/>
                          <a:cs typeface="Segoe UI" pitchFamily="34" charset="-120"/>
                          <a:hlinkClick r:id="rId4" tooltip="Visit company website">
                            <a:extLst>
                              <a:ext uri="{A12FA001-AC4F-418D-AE19-62706E023703}">
                                <ahyp:hlinkClr xmlns:ahyp="http://schemas.microsoft.com/office/drawing/2018/hyperlinkcolor" val="tx"/>
                              </a:ext>
                            </a:extLst>
                          </a:hlinkClick>
                        </a:rPr>
                        <a:t>TT RELIANCE</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72053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2015</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053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Northpoint Bizhub, Singapore</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1365453">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solidFill>
                            <a:schemeClr val="tx1"/>
                          </a:solidFill>
                          <a:latin typeface="Segoe UI" pitchFamily="34" charset="0"/>
                          <a:ea typeface="Segoe UI" pitchFamily="34" charset="-122"/>
                          <a:cs typeface="Segoe UI" pitchFamily="34" charset="-120"/>
                        </a:rPr>
                        <a:t>Provide security solutions including CCTV surveillance, access control, and alarm intrusion </a:t>
                      </a:r>
                      <a:r>
                        <a:rPr kumimoji="1" lang="en-US" sz="1400" kern="1200">
                          <a:solidFill>
                            <a:schemeClr val="tx1"/>
                          </a:solidFill>
                          <a:latin typeface="Segoe UI" pitchFamily="34" charset="0"/>
                          <a:ea typeface="Segoe UI" pitchFamily="34" charset="-122"/>
                          <a:cs typeface="Segoe UI" pitchFamily="34" charset="-120"/>
                        </a:rPr>
                        <a:t>systems</a:t>
                      </a:r>
                      <a:endParaRPr kumimoji="1" lang="en-US" sz="1400" kern="1200">
                        <a:solidFill>
                          <a:schemeClr val="tx1"/>
                        </a:solidFill>
                        <a:latin typeface="Segoe UI" pitchFamily="34" charset="0"/>
                        <a:ea typeface="Segoe UI" charset="0"/>
                        <a:cs typeface="Segoe UI" pitchFamily="34" charset="-12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chemeClr val="tx1"/>
                          </a:solidFill>
                          <a:latin typeface="Segoe UI" pitchFamily="34" charset="0"/>
                          <a:ea typeface="Segoe UI" pitchFamily="34" charset="-122"/>
                          <a:cs typeface="Segoe UI" pitchFamily="34" charset="-120"/>
                        </a:rPr>
                        <a:t>Offer communication systems for intercom and public address applications</a:t>
                      </a:r>
                      <a:endParaRPr kumimoji="1" lang="en-US" sz="1400" kern="1200">
                        <a:solidFill>
                          <a:schemeClr val="tx1"/>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819272">
                <a:tc>
                  <a:txBody>
                    <a:bodyPr/>
                    <a:lstStyle/>
                    <a:p>
                      <a:pPr marL="0" indent="0" algn="ctr">
                        <a:buNone/>
                      </a:pPr>
                      <a:r>
                        <a:rPr lang="en-US" sz="1400">
                          <a:solidFill>
                            <a:schemeClr val="bg1"/>
                          </a:solidFill>
                          <a:latin typeface="Segoe UI" charset="0"/>
                          <a:ea typeface="Segoe UI" charset="0"/>
                          <a:cs typeface="Segoe UI" charset="0"/>
                        </a:rPr>
                        <a:t>Principal Partners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itchFamily="34" charset="0"/>
                          <a:ea typeface="Segoe UI" charset="0"/>
                          <a:cs typeface="Segoe UI" pitchFamily="34" charset="-120"/>
                        </a:rPr>
                        <a:t>Samsung, Axis, Dahua, Hikvision, </a:t>
                      </a:r>
                      <a:r>
                        <a:rPr kumimoji="1" lang="en-US" sz="1400" kern="1200" err="1">
                          <a:solidFill>
                            <a:schemeClr val="tx1"/>
                          </a:solidFill>
                          <a:latin typeface="Segoe UI" pitchFamily="34" charset="0"/>
                          <a:ea typeface="Segoe UI" charset="0"/>
                          <a:cs typeface="Segoe UI" pitchFamily="34" charset="-120"/>
                        </a:rPr>
                        <a:t>ZKTeco</a:t>
                      </a:r>
                      <a:r>
                        <a:rPr kumimoji="1" lang="en-US" sz="1400" kern="1200">
                          <a:solidFill>
                            <a:schemeClr val="tx1"/>
                          </a:solidFill>
                          <a:latin typeface="Segoe UI" pitchFamily="34" charset="0"/>
                          <a:ea typeface="Segoe UI" charset="0"/>
                          <a:cs typeface="Segoe UI" pitchFamily="34" charset="-120"/>
                        </a:rPr>
                        <a:t>, HID, </a:t>
                      </a:r>
                      <a:r>
                        <a:rPr kumimoji="1" lang="en-US" sz="1400" kern="1200" err="1">
                          <a:solidFill>
                            <a:schemeClr val="tx1"/>
                          </a:solidFill>
                          <a:latin typeface="Segoe UI" pitchFamily="34" charset="0"/>
                          <a:ea typeface="Segoe UI" charset="0"/>
                          <a:cs typeface="Segoe UI" pitchFamily="34" charset="-120"/>
                        </a:rPr>
                        <a:t>Aiphone</a:t>
                      </a:r>
                      <a:r>
                        <a:rPr kumimoji="1" lang="en-US" sz="1400" kern="1200">
                          <a:solidFill>
                            <a:schemeClr val="tx1"/>
                          </a:solidFill>
                          <a:latin typeface="Segoe UI" pitchFamily="34" charset="0"/>
                          <a:ea typeface="Segoe UI" charset="0"/>
                          <a:cs typeface="Segoe UI" pitchFamily="34" charset="-120"/>
                        </a:rPr>
                        <a:t>, </a:t>
                      </a:r>
                      <a:r>
                        <a:rPr kumimoji="1" lang="en-US" sz="1400" kern="1200" err="1">
                          <a:solidFill>
                            <a:schemeClr val="tx1"/>
                          </a:solidFill>
                          <a:latin typeface="Segoe UI" pitchFamily="34" charset="0"/>
                          <a:ea typeface="Segoe UI" charset="0"/>
                          <a:cs typeface="Segoe UI" pitchFamily="34" charset="-120"/>
                        </a:rPr>
                        <a:t>AVTech</a:t>
                      </a:r>
                      <a:r>
                        <a:rPr kumimoji="1" lang="en-US" sz="1400" kern="1200">
                          <a:solidFill>
                            <a:schemeClr val="tx1"/>
                          </a:solidFill>
                          <a:latin typeface="Segoe UI" pitchFamily="34" charset="0"/>
                          <a:ea typeface="Segoe UI" charset="0"/>
                          <a:cs typeface="Segoe UI" pitchFamily="34" charset="-120"/>
                        </a:rPr>
                        <a:t>, ACTI, </a:t>
                      </a:r>
                      <a:r>
                        <a:rPr kumimoji="1" lang="en-US" sz="1400" kern="1200" err="1">
                          <a:solidFill>
                            <a:schemeClr val="tx1"/>
                          </a:solidFill>
                          <a:latin typeface="Segoe UI" pitchFamily="34" charset="0"/>
                          <a:ea typeface="Segoe UI" charset="0"/>
                          <a:cs typeface="Segoe UI" pitchFamily="34" charset="-120"/>
                        </a:rPr>
                        <a:t>Impaq</a:t>
                      </a:r>
                      <a:r>
                        <a:rPr kumimoji="1" lang="en-US" sz="1400" kern="1200">
                          <a:solidFill>
                            <a:schemeClr val="tx1"/>
                          </a:solidFill>
                          <a:latin typeface="Segoe UI" pitchFamily="34" charset="0"/>
                          <a:ea typeface="Segoe UI" charset="0"/>
                          <a:cs typeface="Segoe UI" pitchFamily="34" charset="-120"/>
                        </a:rPr>
                        <a:t>, Suprema, </a:t>
                      </a:r>
                      <a:r>
                        <a:rPr kumimoji="1" lang="en-US" sz="1400" kern="1200" err="1">
                          <a:solidFill>
                            <a:schemeClr val="tx1"/>
                          </a:solidFill>
                          <a:latin typeface="Segoe UI" pitchFamily="34" charset="0"/>
                          <a:ea typeface="Segoe UI" charset="0"/>
                          <a:cs typeface="Segoe UI" pitchFamily="34" charset="-120"/>
                        </a:rPr>
                        <a:t>Techsphere</a:t>
                      </a:r>
                      <a:r>
                        <a:rPr kumimoji="1" lang="en-US" sz="1400" kern="1200">
                          <a:solidFill>
                            <a:schemeClr val="tx1"/>
                          </a:solidFill>
                          <a:latin typeface="Segoe UI" pitchFamily="34" charset="0"/>
                          <a:ea typeface="Segoe UI" charset="0"/>
                          <a:cs typeface="Segoe UI" pitchFamily="34" charset="-120"/>
                        </a:rPr>
                        <a:t>, </a:t>
                      </a:r>
                      <a:r>
                        <a:rPr kumimoji="1" lang="en-US" sz="1400" kern="1200" err="1">
                          <a:solidFill>
                            <a:schemeClr val="tx1"/>
                          </a:solidFill>
                          <a:latin typeface="Segoe UI" pitchFamily="34" charset="0"/>
                          <a:ea typeface="Segoe UI" charset="0"/>
                          <a:cs typeface="Segoe UI" pitchFamily="34" charset="-120"/>
                        </a:rPr>
                        <a:t>Texecom</a:t>
                      </a:r>
                      <a:r>
                        <a:rPr kumimoji="1" lang="en-US" sz="1400" kern="1200">
                          <a:solidFill>
                            <a:schemeClr val="tx1"/>
                          </a:solidFill>
                          <a:latin typeface="Segoe UI" pitchFamily="34" charset="0"/>
                          <a:ea typeface="Segoe UI" charset="0"/>
                          <a:cs typeface="Segoe UI" pitchFamily="34" charset="-120"/>
                        </a:rPr>
                        <a:t>, </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606048504"/>
                  </a:ext>
                </a:extLst>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705091308"/>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CCTV Monitoring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CCTV Surveillance, HD indoor/outdoor camera monitoring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Secure Entry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keycards, biometric scanners for entry</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Visitor Communication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Audio/Video Intercom, two-way residential/commercial communication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Vehicle Access &amp; Parking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Barrier Arm Solution, Carpark Management Solution, automated vehicle barriers, parking access/space management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Intrusion Protection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Alarm Intrusion &amp; Detection System, property alarm protection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Emergency &amp; Alerts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Emergency Call Solution, Public Address System, quick-response comms, announcements and alerts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81000" y="6156832"/>
            <a:ext cx="11430000" cy="493776"/>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pic>
        <p:nvPicPr>
          <p:cNvPr id="11" name="Picture 10">
            <a:extLst>
              <a:ext uri="{FF2B5EF4-FFF2-40B4-BE49-F238E27FC236}">
                <a16:creationId xmlns:a16="http://schemas.microsoft.com/office/drawing/2014/main" id="{C22322D1-1697-2D70-EE76-C3D53CE8ABD6}"/>
              </a:ext>
            </a:extLst>
          </p:cNvPr>
          <p:cNvPicPr>
            <a:picLocks noChangeAspect="1"/>
          </p:cNvPicPr>
          <p:nvPr/>
        </p:nvPicPr>
        <p:blipFill>
          <a:blip r:embed="rId5"/>
          <a:stretch>
            <a:fillRect/>
          </a:stretch>
        </p:blipFill>
        <p:spPr>
          <a:xfrm>
            <a:off x="11068130" y="100154"/>
            <a:ext cx="685896" cy="704948"/>
          </a:xfrm>
          <a:prstGeom prst="rect">
            <a:avLst/>
          </a:prstGeom>
        </p:spPr>
      </p:pic>
      <p:sp>
        <p:nvSpPr>
          <p:cNvPr id="16" name="Text 4">
            <a:extLst>
              <a:ext uri="{FF2B5EF4-FFF2-40B4-BE49-F238E27FC236}">
                <a16:creationId xmlns:a16="http://schemas.microsoft.com/office/drawing/2014/main" id="{400A0ABF-5185-2AF4-4795-37AB9BD6E55F}"/>
              </a:ext>
            </a:extLst>
          </p:cNvPr>
          <p:cNvSpPr/>
          <p:nvPr/>
        </p:nvSpPr>
        <p:spPr>
          <a:xfrm>
            <a:off x="381000"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Company Profile</a:t>
            </a:r>
            <a:endParaRPr lang="en-US" sz="14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27. </a:t>
            </a:r>
            <a:r>
              <a:rPr lang="en-US" sz="2400" err="1">
                <a:solidFill>
                  <a:srgbClr val="000000"/>
                </a:solidFill>
                <a:latin typeface="Segoe UI" pitchFamily="34" charset="0"/>
                <a:ea typeface="Segoe UI" pitchFamily="34" charset="-122"/>
                <a:cs typeface="Segoe UI" pitchFamily="34" charset="-120"/>
              </a:rPr>
              <a:t>Tsi</a:t>
            </a:r>
            <a:r>
              <a:rPr lang="en-US" sz="2400">
                <a:solidFill>
                  <a:srgbClr val="000000"/>
                </a:solidFill>
                <a:latin typeface="Segoe UI" pitchFamily="34" charset="0"/>
                <a:ea typeface="Segoe UI" pitchFamily="34" charset="-122"/>
                <a:cs typeface="Segoe UI" pitchFamily="34" charset="-120"/>
              </a:rPr>
              <a:t> Security Solutions</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Singapore-based provider specializing in video surveillance and security systems for various businesses.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pic>
        <p:nvPicPr>
          <p:cNvPr id="5" name="Image 1" descr="preencoded.png"/>
          <p:cNvPicPr>
            <a:picLocks noChangeAspect="1"/>
          </p:cNvPicPr>
          <p:nvPr/>
        </p:nvPicPr>
        <p:blipFill>
          <a:blip r:embed="rId4"/>
          <a:srcRect/>
          <a:stretch/>
        </p:blipFill>
        <p:spPr>
          <a:xfrm>
            <a:off x="11064240" y="109728"/>
            <a:ext cx="640080" cy="64008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20" name="Table 0"/>
          <p:cNvGraphicFramePr>
            <a:graphicFrameLocks noGrp="1"/>
          </p:cNvGraphicFramePr>
          <p:nvPr>
            <p:extLst>
              <p:ext uri="{D42A27DB-BD31-4B8C-83A1-F6EECF244321}">
                <p14:modId xmlns:p14="http://schemas.microsoft.com/office/powerpoint/2010/main" val="2152400664"/>
              </p:ext>
            </p:extLst>
          </p:nvPr>
        </p:nvGraphicFramePr>
        <p:xfrm>
          <a:off x="338328" y="1691639"/>
          <a:ext cx="5577840" cy="4401187"/>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02417">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Name</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u="sng">
                          <a:solidFill>
                            <a:schemeClr val="tx1"/>
                          </a:solidFill>
                          <a:latin typeface="Segoe UI" panose="020B0502040204020203" pitchFamily="34" charset="0"/>
                          <a:ea typeface="Segoe UI" pitchFamily="34" charset="-122"/>
                          <a:cs typeface="Segoe UI" panose="020B0502040204020203" pitchFamily="34" charset="0"/>
                          <a:hlinkClick r:id="rId5" tooltip="Visit company website">
                            <a:extLst>
                              <a:ext uri="{A12FA001-AC4F-418D-AE19-62706E023703}">
                                <ahyp:hlinkClr xmlns:ahyp="http://schemas.microsoft.com/office/drawing/2018/hyperlinkcolor" val="tx"/>
                              </a:ext>
                            </a:extLst>
                          </a:hlinkClick>
                        </a:rPr>
                        <a:t>Tsi Security Solutions</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702417">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Est. Year</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2017</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02417">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HQ</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Vertex Tower, Singapore</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02417">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Business</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Provide video surveillance systems including CCTV, access control systems, and video analytics solutions</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1591519">
                <a:tc>
                  <a:txBody>
                    <a:bodyPr/>
                    <a:lstStyle/>
                    <a:p>
                      <a:pPr marL="0" indent="0" algn="ctr">
                        <a:buNone/>
                      </a:pPr>
                      <a:r>
                        <a:rPr lang="en-US" sz="1400" b="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solidFill>
                            <a:schemeClr val="tx1"/>
                          </a:solidFill>
                          <a:latin typeface="Segoe UI" panose="020B0502040204020203" pitchFamily="34" charset="0"/>
                          <a:cs typeface="Segoe UI" panose="020B0502040204020203" pitchFamily="34" charset="0"/>
                        </a:rPr>
                        <a:t>Infrastructure &amp; Media: SMRT, SBS Transit, SMH</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solidFill>
                            <a:schemeClr val="tx1"/>
                          </a:solidFill>
                          <a:latin typeface="Segoe UI" panose="020B0502040204020203" pitchFamily="34" charset="0"/>
                          <a:cs typeface="Segoe UI" panose="020B0502040204020203" pitchFamily="34" charset="0"/>
                        </a:rPr>
                        <a:t>Community &amp; Property: St Luke’s Eldercare, Smart Property Management, Barker Road Methodist Church, NS Country Club</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solidFill>
                            <a:schemeClr val="tx1"/>
                          </a:solidFill>
                          <a:latin typeface="Segoe UI" panose="020B0502040204020203" pitchFamily="34" charset="0"/>
                          <a:cs typeface="Segoe UI" panose="020B0502040204020203" pitchFamily="34" charset="0"/>
                        </a:rPr>
                        <a:t>Consumer: Seafood In A Pan, Eastern Harvest</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79583278"/>
                  </a:ext>
                </a:extLst>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4063752464"/>
              </p:ext>
            </p:extLst>
          </p:nvPr>
        </p:nvGraphicFramePr>
        <p:xfrm>
          <a:off x="6272784" y="1746502"/>
          <a:ext cx="5577840" cy="4346508"/>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418">
                <a:tc>
                  <a:txBody>
                    <a:bodyPr/>
                    <a:lstStyle/>
                    <a:p>
                      <a:pPr algn="ctr">
                        <a:buNone/>
                      </a:pPr>
                      <a:r>
                        <a:rPr lang="en-MY" sz="1400" dirty="0">
                          <a:solidFill>
                            <a:schemeClr val="bg1"/>
                          </a:solidFill>
                          <a:latin typeface="Segoe UI" panose="020B0502040204020203" pitchFamily="34" charset="0"/>
                          <a:cs typeface="Segoe UI" panose="020B0502040204020203" pitchFamily="34" charset="0"/>
                        </a:rPr>
                        <a:t>CCTV Monitoring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dirty="0">
                          <a:latin typeface="Segoe UI" panose="020B0502040204020203" pitchFamily="34" charset="0"/>
                          <a:cs typeface="Segoe UI" panose="020B0502040204020203" pitchFamily="34" charset="0"/>
                        </a:rPr>
                        <a:t>Video Surveillance Systems, 24/7 monitoring, recording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7438660"/>
                  </a:ext>
                </a:extLst>
              </a:tr>
              <a:tr h="724418">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Entry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biometric access, card access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4066553454"/>
                  </a:ext>
                </a:extLst>
              </a:tr>
              <a:tr h="724418">
                <a:tc>
                  <a:txBody>
                    <a:bodyPr/>
                    <a:lstStyle/>
                    <a:p>
                      <a:pPr algn="ctr">
                        <a:buNone/>
                      </a:pPr>
                      <a:r>
                        <a:rPr lang="en-MY" sz="1400">
                          <a:solidFill>
                            <a:schemeClr val="bg1"/>
                          </a:solidFill>
                          <a:latin typeface="Segoe UI" panose="020B0502040204020203" pitchFamily="34" charset="0"/>
                          <a:cs typeface="Segoe UI" panose="020B0502040204020203" pitchFamily="34" charset="0"/>
                        </a:rPr>
                        <a:t>Video Analytics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Video Analytics Solutions, recognition software, safety and productivity monitoring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870457854"/>
                  </a:ext>
                </a:extLst>
              </a:tr>
              <a:tr h="724418">
                <a:tc>
                  <a:txBody>
                    <a:bodyPr/>
                    <a:lstStyle/>
                    <a:p>
                      <a:pPr algn="ctr">
                        <a:buNone/>
                      </a:pPr>
                      <a:r>
                        <a:rPr lang="en-MY" sz="1400">
                          <a:solidFill>
                            <a:schemeClr val="bg1"/>
                          </a:solidFill>
                          <a:latin typeface="Segoe UI" panose="020B0502040204020203" pitchFamily="34" charset="0"/>
                          <a:cs typeface="Segoe UI" panose="020B0502040204020203" pitchFamily="34" charset="0"/>
                        </a:rPr>
                        <a:t>AI Oversight</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AI-enabled Surveillance, site progress analysis, safety oversight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418">
                <a:tc>
                  <a:txBody>
                    <a:bodyPr/>
                    <a:lstStyle/>
                    <a:p>
                      <a:pPr algn="ctr">
                        <a:buNone/>
                      </a:pPr>
                      <a:r>
                        <a:rPr lang="en-MY" sz="1400">
                          <a:solidFill>
                            <a:schemeClr val="bg1"/>
                          </a:solidFill>
                          <a:latin typeface="Segoe UI" panose="020B0502040204020203" pitchFamily="34" charset="0"/>
                          <a:cs typeface="Segoe UI" panose="020B0502040204020203" pitchFamily="34" charset="0"/>
                        </a:rPr>
                        <a:t>Camera Hardware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Robust Surveillance Cameras, durable cameras, updated software</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418">
                <a:tc>
                  <a:txBody>
                    <a:bodyPr/>
                    <a:lstStyle/>
                    <a:p>
                      <a:pPr algn="ctr">
                        <a:buNone/>
                      </a:pPr>
                      <a:r>
                        <a:rPr lang="en-MY" sz="1400">
                          <a:solidFill>
                            <a:schemeClr val="bg1"/>
                          </a:solidFill>
                          <a:latin typeface="Segoe UI" panose="020B0502040204020203" pitchFamily="34" charset="0"/>
                          <a:cs typeface="Segoe UI" panose="020B0502040204020203" pitchFamily="34" charset="0"/>
                        </a:rPr>
                        <a:t>IP &amp; Continuity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dirty="0">
                          <a:latin typeface="Segoe UI" panose="020B0502040204020203" pitchFamily="34" charset="0"/>
                          <a:cs typeface="Segoe UI" panose="020B0502040204020203" pitchFamily="34" charset="0"/>
                        </a:rPr>
                        <a:t>IP Surveillance Systems, Redundancy Backup Systems, Integrated Security Solutions, quick deployment, continuous operation, combined security</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Text 6"/>
          <p:cNvSpPr/>
          <p:nvPr/>
        </p:nvSpPr>
        <p:spPr>
          <a:xfrm>
            <a:off x="347472" y="6157020"/>
            <a:ext cx="11430000" cy="408079"/>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pic>
        <p:nvPicPr>
          <p:cNvPr id="11" name="Picture 10">
            <a:extLst>
              <a:ext uri="{FF2B5EF4-FFF2-40B4-BE49-F238E27FC236}">
                <a16:creationId xmlns:a16="http://schemas.microsoft.com/office/drawing/2014/main" id="{245444F0-056B-9C5B-B487-D3F99E62662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624316" y="322472"/>
            <a:ext cx="1220212" cy="2804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28. Starlite Systems Technologies</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Singapore-based provider of comprehensive security solutions for businesses and property owners.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t="12756" b="14580"/>
          <a:stretch>
            <a:fillRect/>
          </a:stretch>
        </p:blipFill>
        <p:spPr>
          <a:xfrm>
            <a:off x="10700632" y="94550"/>
            <a:ext cx="964959" cy="701167"/>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21" name="Table 0"/>
          <p:cNvGraphicFramePr>
            <a:graphicFrameLocks noGrp="1"/>
          </p:cNvGraphicFramePr>
          <p:nvPr>
            <p:extLst>
              <p:ext uri="{D42A27DB-BD31-4B8C-83A1-F6EECF244321}">
                <p14:modId xmlns:p14="http://schemas.microsoft.com/office/powerpoint/2010/main" val="1518890162"/>
              </p:ext>
            </p:extLst>
          </p:nvPr>
        </p:nvGraphicFramePr>
        <p:xfrm>
          <a:off x="338328" y="1691640"/>
          <a:ext cx="5577840" cy="4401185"/>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641417">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Name</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u="sng">
                          <a:solidFill>
                            <a:schemeClr val="tx1"/>
                          </a:solidFill>
                          <a:latin typeface="Segoe UI" pitchFamily="34" charset="0"/>
                          <a:ea typeface="Segoe UI" pitchFamily="34" charset="-122"/>
                          <a:cs typeface="Segoe UI" pitchFamily="34" charset="-120"/>
                          <a:hlinkClick r:id="rId5" tooltip="Visit company website">
                            <a:extLst>
                              <a:ext uri="{A12FA001-AC4F-418D-AE19-62706E023703}">
                                <ahyp:hlinkClr xmlns:ahyp="http://schemas.microsoft.com/office/drawing/2018/hyperlinkcolor" val="tx"/>
                              </a:ext>
                            </a:extLst>
                          </a:hlinkClick>
                        </a:rPr>
                        <a:t>Starlite Systems Technologies</a:t>
                      </a:r>
                      <a:endParaRPr lang="en-US" sz="1400" b="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641417">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Est. Year</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itchFamily="34" charset="0"/>
                          <a:ea typeface="Segoe UI" pitchFamily="34" charset="-122"/>
                          <a:cs typeface="Segoe UI" pitchFamily="34" charset="-120"/>
                        </a:rPr>
                        <a:t>2013</a:t>
                      </a:r>
                      <a:endParaRPr lang="en-US" sz="1400" b="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641417">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HQ</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itchFamily="34" charset="0"/>
                          <a:ea typeface="Segoe UI" pitchFamily="34" charset="-122"/>
                          <a:cs typeface="Segoe UI" pitchFamily="34" charset="-120"/>
                        </a:rPr>
                        <a:t>Paya Lebar, Singapore</a:t>
                      </a:r>
                      <a:endParaRPr lang="en-US" sz="1400" b="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1238467">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Business</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Provide security system solutions including access control systems, video surveillance systems, and anti-intrusion alarm systems</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Offer data protection services for compliance with personal data protection regulations</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1238467">
                <a:tc>
                  <a:txBody>
                    <a:bodyPr/>
                    <a:lstStyle/>
                    <a:p>
                      <a:pPr marL="0" indent="0" algn="ctr">
                        <a:buNone/>
                      </a:pPr>
                      <a:r>
                        <a:rPr lang="en-US" sz="1400" b="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Segoe UI" charset="0"/>
                          <a:cs typeface="Segoe UI" panose="020B0502040204020203" pitchFamily="34" charset="0"/>
                        </a:rPr>
                        <a:t>Industrial: Sharp, </a:t>
                      </a:r>
                      <a:r>
                        <a:rPr kumimoji="1" lang="en-US" sz="1400" b="0" kern="1200" err="1">
                          <a:solidFill>
                            <a:schemeClr val="tx1"/>
                          </a:solidFill>
                          <a:latin typeface="Segoe UI" panose="020B0502040204020203" pitchFamily="34" charset="0"/>
                          <a:ea typeface="Segoe UI" charset="0"/>
                          <a:cs typeface="Segoe UI" panose="020B0502040204020203" pitchFamily="34" charset="0"/>
                        </a:rPr>
                        <a:t>Kenanga</a:t>
                      </a:r>
                      <a:r>
                        <a:rPr kumimoji="1" lang="en-US" sz="1400" b="0" kern="1200">
                          <a:solidFill>
                            <a:schemeClr val="tx1"/>
                          </a:solidFill>
                          <a:latin typeface="Segoe UI" panose="020B0502040204020203" pitchFamily="34" charset="0"/>
                          <a:ea typeface="Segoe UI" charset="0"/>
                          <a:cs typeface="Segoe UI" panose="020B0502040204020203" pitchFamily="34" charset="0"/>
                        </a:rPr>
                        <a:t>, </a:t>
                      </a:r>
                      <a:r>
                        <a:rPr kumimoji="1" lang="en-US" sz="1400" b="0" kern="1200" err="1">
                          <a:solidFill>
                            <a:schemeClr val="tx1"/>
                          </a:solidFill>
                          <a:latin typeface="Segoe UI" panose="020B0502040204020203" pitchFamily="34" charset="0"/>
                          <a:ea typeface="Segoe UI" charset="0"/>
                          <a:cs typeface="Segoe UI" panose="020B0502040204020203" pitchFamily="34" charset="0"/>
                        </a:rPr>
                        <a:t>Simedarby</a:t>
                      </a:r>
                      <a:r>
                        <a:rPr kumimoji="1" lang="en-US" sz="1400" b="0" kern="1200">
                          <a:solidFill>
                            <a:schemeClr val="tx1"/>
                          </a:solidFill>
                          <a:latin typeface="Segoe UI" panose="020B0502040204020203" pitchFamily="34" charset="0"/>
                          <a:ea typeface="Segoe UI" charset="0"/>
                          <a:cs typeface="Segoe UI" panose="020B0502040204020203" pitchFamily="34" charset="0"/>
                        </a:rPr>
                        <a:t>, AECOM, MMSB, GREY, </a:t>
                      </a:r>
                      <a:r>
                        <a:rPr kumimoji="1" lang="en-US" sz="1400" b="0" kern="1200" err="1">
                          <a:solidFill>
                            <a:schemeClr val="tx1"/>
                          </a:solidFill>
                          <a:latin typeface="Segoe UI" panose="020B0502040204020203" pitchFamily="34" charset="0"/>
                          <a:ea typeface="Segoe UI" charset="0"/>
                          <a:cs typeface="Segoe UI" panose="020B0502040204020203" pitchFamily="34" charset="0"/>
                        </a:rPr>
                        <a:t>Tenega</a:t>
                      </a:r>
                      <a:r>
                        <a:rPr kumimoji="1" lang="en-US" sz="1400" b="0" kern="1200">
                          <a:solidFill>
                            <a:schemeClr val="tx1"/>
                          </a:solidFill>
                          <a:latin typeface="Segoe UI" panose="020B0502040204020203" pitchFamily="34" charset="0"/>
                          <a:ea typeface="Segoe UI" charset="0"/>
                          <a:cs typeface="Segoe UI" panose="020B0502040204020203" pitchFamily="34" charset="0"/>
                        </a:rPr>
                        <a:t> National Berhad</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Education: Monash, UCSI College, UiTM</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Hospitality &amp; Healthcare: Mandarin Oriental, Novotel, DEMC</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376203751"/>
                  </a:ext>
                </a:extLst>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822518706"/>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&amp; Entry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smart card access, biometric entry</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Video 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Video Surveillance Systems, CCTV monitoring, recording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Intrusion Alerts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Anti-intrusion Alarm Systems, alerts, notifications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Physical Perimeter</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Perimeter Security Systems, fencing, boundary detection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Automated Doors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Automated Door Systems, automatic operators, secure access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Data &amp; Network Security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Network Server Systems, Data Protection Services, Intrusion Detection And Prevention Systems, secure data, compliance, unauthorized access mitigation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47472" y="6159747"/>
            <a:ext cx="11430000" cy="370981"/>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29. Genesis Systems Integration</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Singapore-based provider specializing in security solutions and system integration for various applications.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pic>
        <p:nvPicPr>
          <p:cNvPr id="5" name="Image 1" descr="preencoded.png"/>
          <p:cNvPicPr>
            <a:picLocks noChangeAspect="1"/>
          </p:cNvPicPr>
          <p:nvPr/>
        </p:nvPicPr>
        <p:blipFill>
          <a:blip r:embed="rId4"/>
          <a:srcRect/>
          <a:stretch/>
        </p:blipFill>
        <p:spPr>
          <a:xfrm>
            <a:off x="11064240" y="109728"/>
            <a:ext cx="640080" cy="64008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algn="ct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22" name="Table 0"/>
          <p:cNvGraphicFramePr>
            <a:graphicFrameLocks noGrp="1"/>
          </p:cNvGraphicFramePr>
          <p:nvPr>
            <p:extLst>
              <p:ext uri="{D42A27DB-BD31-4B8C-83A1-F6EECF244321}">
                <p14:modId xmlns:p14="http://schemas.microsoft.com/office/powerpoint/2010/main" val="692090547"/>
              </p:ext>
            </p:extLst>
          </p:nvPr>
        </p:nvGraphicFramePr>
        <p:xfrm>
          <a:off x="338328" y="1691640"/>
          <a:ext cx="5577840" cy="4389126"/>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3152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chemeClr val="tx1"/>
                          </a:solidFill>
                          <a:latin typeface="Segoe UI" pitchFamily="34" charset="0"/>
                          <a:ea typeface="Segoe UI" pitchFamily="34" charset="-122"/>
                          <a:cs typeface="Segoe UI" pitchFamily="34" charset="-120"/>
                          <a:hlinkClick r:id="rId5" tooltip="Visit company website">
                            <a:extLst>
                              <a:ext uri="{A12FA001-AC4F-418D-AE19-62706E023703}">
                                <ahyp:hlinkClr xmlns:ahyp="http://schemas.microsoft.com/office/drawing/2018/hyperlinkcolor" val="tx"/>
                              </a:ext>
                            </a:extLst>
                          </a:hlinkClick>
                        </a:rPr>
                        <a:t>Genesis Systems Integration</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73152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1995</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3152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Vertex Tower, Singapore</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3152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itchFamily="34" charset="0"/>
                          <a:ea typeface="Segoe UI" pitchFamily="34" charset="-122"/>
                          <a:cs typeface="Segoe UI" pitchFamily="34" charset="-120"/>
                        </a:rPr>
                        <a:t>Manage integrated security projects including CCTV video surveillance, access control, alarm detection and system integration</a:t>
                      </a:r>
                      <a:endParaRPr kumimoji="1" lang="en-US" sz="1400" kern="1200">
                        <a:solidFill>
                          <a:schemeClr val="tx1"/>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31521">
                <a:tc>
                  <a:txBody>
                    <a:bodyPr/>
                    <a:lstStyle/>
                    <a:p>
                      <a:pPr marL="0" indent="0" algn="ctr">
                        <a:buNone/>
                      </a:pPr>
                      <a:r>
                        <a:rPr lang="en-US" sz="140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chemeClr val="tx1"/>
                          </a:solidFill>
                          <a:latin typeface="Segoe UI" pitchFamily="34" charset="0"/>
                          <a:ea typeface="Segoe UI" charset="0"/>
                          <a:cs typeface="Segoe UI" pitchFamily="34" charset="-120"/>
                        </a:rPr>
                        <a:t>Residential: Public &amp; Private Housing, Condominiums &amp; Apartments</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chemeClr val="tx1"/>
                          </a:solidFill>
                          <a:latin typeface="Segoe UI" pitchFamily="34" charset="0"/>
                          <a:ea typeface="Segoe UI" charset="0"/>
                          <a:cs typeface="Segoe UI" pitchFamily="34" charset="-120"/>
                        </a:rPr>
                        <a:t>Commercial, Industrial, Oil &amp; Gas Terminal</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358156189"/>
                  </a:ext>
                </a:extLst>
              </a:tr>
              <a:tr h="731521">
                <a:tc>
                  <a:txBody>
                    <a:bodyPr/>
                    <a:lstStyle/>
                    <a:p>
                      <a:pPr marL="0" indent="0" algn="ctr">
                        <a:buNone/>
                      </a:pPr>
                      <a:r>
                        <a:rPr lang="en-US" sz="1400">
                          <a:solidFill>
                            <a:schemeClr val="bg1"/>
                          </a:solidFill>
                          <a:latin typeface="Segoe UI" charset="0"/>
                          <a:ea typeface="Segoe UI" charset="0"/>
                          <a:cs typeface="Segoe UI" charset="0"/>
                        </a:rPr>
                        <a:t>Principal Partners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itchFamily="34" charset="0"/>
                          <a:ea typeface="Segoe UI" charset="0"/>
                          <a:cs typeface="Segoe UI" pitchFamily="34" charset="-120"/>
                        </a:rPr>
                        <a:t>Open Options, Auto, Morse </a:t>
                      </a:r>
                      <a:r>
                        <a:rPr kumimoji="1" lang="en-US" sz="1400" kern="1200" err="1">
                          <a:solidFill>
                            <a:schemeClr val="tx1"/>
                          </a:solidFill>
                          <a:latin typeface="Segoe UI" pitchFamily="34" charset="0"/>
                          <a:ea typeface="Segoe UI" charset="0"/>
                          <a:cs typeface="Segoe UI" pitchFamily="34" charset="-120"/>
                        </a:rPr>
                        <a:t>Watchmans</a:t>
                      </a:r>
                      <a:endParaRPr kumimoji="1" lang="en-US" sz="1400" kern="1200">
                        <a:solidFill>
                          <a:schemeClr val="tx1"/>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76465838"/>
                  </a:ext>
                </a:extLst>
              </a:tr>
            </a:tbl>
          </a:graphicData>
        </a:graphic>
      </p:graphicFrame>
      <p:sp>
        <p:nvSpPr>
          <p:cNvPr id="13" name="Text 7"/>
          <p:cNvSpPr/>
          <p:nvPr/>
        </p:nvSpPr>
        <p:spPr>
          <a:xfrm>
            <a:off x="347472" y="6167091"/>
            <a:ext cx="11430000" cy="370981"/>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pic>
        <p:nvPicPr>
          <p:cNvPr id="17" name="Picture 16">
            <a:extLst>
              <a:ext uri="{FF2B5EF4-FFF2-40B4-BE49-F238E27FC236}">
                <a16:creationId xmlns:a16="http://schemas.microsoft.com/office/drawing/2014/main" id="{2B2C555E-7F64-5769-0FE1-3194591454F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786507" y="219621"/>
            <a:ext cx="935859" cy="486797"/>
          </a:xfrm>
          <a:prstGeom prst="rect">
            <a:avLst/>
          </a:prstGeom>
        </p:spPr>
      </p:pic>
      <p:graphicFrame>
        <p:nvGraphicFramePr>
          <p:cNvPr id="10" name="Table 1">
            <a:extLst>
              <a:ext uri="{FF2B5EF4-FFF2-40B4-BE49-F238E27FC236}">
                <a16:creationId xmlns:a16="http://schemas.microsoft.com/office/drawing/2014/main" id="{1E23EA16-4B36-E790-E7C6-A30913DBB819}"/>
              </a:ext>
            </a:extLst>
          </p:cNvPr>
          <p:cNvGraphicFramePr>
            <a:graphicFrameLocks noGrp="1"/>
          </p:cNvGraphicFramePr>
          <p:nvPr>
            <p:extLst>
              <p:ext uri="{D42A27DB-BD31-4B8C-83A1-F6EECF244321}">
                <p14:modId xmlns:p14="http://schemas.microsoft.com/office/powerpoint/2010/main" val="2983427440"/>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a:solidFill>
                            <a:schemeClr val="bg1"/>
                          </a:solidFill>
                          <a:latin typeface="Segoe UI" panose="020B0502040204020203" pitchFamily="34" charset="0"/>
                          <a:cs typeface="Segoe UI" panose="020B0502040204020203" pitchFamily="34" charset="0"/>
                        </a:rPr>
                        <a:t>CCTV &amp; Video 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Segoe UI" panose="020B0502040204020203" pitchFamily="34" charset="0"/>
                          <a:cs typeface="Segoe UI" panose="020B0502040204020203" pitchFamily="34" charset="0"/>
                        </a:rPr>
                        <a:t>IP cameras, network video recorders (NVR), video management software (VMS)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US" sz="1400" b="0">
                          <a:solidFill>
                            <a:schemeClr val="bg1"/>
                          </a:solidFill>
                          <a:latin typeface="Segoe UI" panose="020B0502040204020203" pitchFamily="34" charset="0"/>
                          <a:cs typeface="Segoe UI" panose="020B0502040204020203" pitchFamily="34" charset="0"/>
                        </a:rPr>
                        <a:t>Access Control Systems</a:t>
                      </a:r>
                      <a:endParaRPr lang="en-MY" sz="1400" b="0">
                        <a:solidFill>
                          <a:schemeClr val="bg1"/>
                        </a:solidFill>
                        <a:latin typeface="Segoe UI" panose="020B0502040204020203" pitchFamily="34"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Segoe UI" panose="020B0502040204020203" pitchFamily="34" charset="0"/>
                          <a:cs typeface="Segoe UI" panose="020B0502040204020203" pitchFamily="34" charset="0"/>
                        </a:rPr>
                        <a:t>Card &amp; RFID readers, biometric readers, door controllers, electric locks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US" sz="1400" b="0">
                          <a:solidFill>
                            <a:schemeClr val="bg1"/>
                          </a:solidFill>
                          <a:latin typeface="Segoe UI" panose="020B0502040204020203" pitchFamily="34" charset="0"/>
                          <a:cs typeface="Segoe UI" panose="020B0502040204020203" pitchFamily="34" charset="0"/>
                        </a:rPr>
                        <a:t>Intrusion &amp; Alarm Systems</a:t>
                      </a:r>
                      <a:endParaRPr lang="en-MY" sz="1400" b="0">
                        <a:solidFill>
                          <a:schemeClr val="bg1"/>
                        </a:solidFill>
                        <a:latin typeface="Segoe UI" panose="020B0502040204020203" pitchFamily="34"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Motion sensors, door/window sensors, alarm panels, sirens</a:t>
                      </a:r>
                      <a:endParaRPr lang="en-MY" sz="1400">
                        <a:latin typeface="Segoe UI" panose="020B0502040204020203" pitchFamily="34"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US" sz="1400" b="0">
                          <a:solidFill>
                            <a:schemeClr val="bg1"/>
                          </a:solidFill>
                          <a:latin typeface="Segoe UI" panose="020B0502040204020203" pitchFamily="34" charset="0"/>
                          <a:cs typeface="Segoe UI" panose="020B0502040204020203" pitchFamily="34" charset="0"/>
                        </a:rPr>
                        <a:t>Integrated Security Platforms</a:t>
                      </a:r>
                      <a:endParaRPr lang="en-MY" sz="1400" b="0">
                        <a:solidFill>
                          <a:schemeClr val="bg1"/>
                        </a:solidFill>
                        <a:latin typeface="Segoe UI" panose="020B0502040204020203" pitchFamily="34"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Segoe UI" panose="020B0502040204020203" pitchFamily="34" charset="0"/>
                          <a:cs typeface="Segoe UI" panose="020B0502040204020203" pitchFamily="34" charset="0"/>
                        </a:rPr>
                        <a:t>Central management software, system integration middleware, unified monitoring dashboards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US" sz="1400" b="0">
                          <a:solidFill>
                            <a:schemeClr val="bg1"/>
                          </a:solidFill>
                          <a:latin typeface="Segoe UI" panose="020B0502040204020203" pitchFamily="34" charset="0"/>
                          <a:cs typeface="Segoe UI" panose="020B0502040204020203" pitchFamily="34" charset="0"/>
                        </a:rPr>
                        <a:t>Monitoring</a:t>
                      </a:r>
                      <a:endParaRPr lang="en-MY" sz="1400" b="0">
                        <a:solidFill>
                          <a:schemeClr val="bg1"/>
                        </a:solidFill>
                        <a:latin typeface="Segoe UI" panose="020B0502040204020203" pitchFamily="34"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Segoe UI" panose="020B0502040204020203" pitchFamily="34" charset="0"/>
                          <a:cs typeface="Segoe UI" panose="020B0502040204020203" pitchFamily="34" charset="0"/>
                        </a:rPr>
                        <a:t>Video walls, display controllers, operator workstations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US" sz="1400" b="0">
                          <a:solidFill>
                            <a:schemeClr val="bg1"/>
                          </a:solidFill>
                          <a:latin typeface="Segoe UI" panose="020B0502040204020203" pitchFamily="34" charset="0"/>
                          <a:cs typeface="Segoe UI" panose="020B0502040204020203" pitchFamily="34" charset="0"/>
                        </a:rPr>
                        <a:t>Networking &amp; Infrastructure</a:t>
                      </a:r>
                      <a:endParaRPr lang="en-MY" sz="1400" b="0">
                        <a:solidFill>
                          <a:schemeClr val="bg1"/>
                        </a:solidFill>
                        <a:latin typeface="Segoe UI" panose="020B0502040204020203" pitchFamily="34"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Segoe UI" panose="020B0502040204020203" pitchFamily="34" charset="0"/>
                          <a:cs typeface="Segoe UI" panose="020B0502040204020203" pitchFamily="34" charset="0"/>
                        </a:rPr>
                        <a:t>PoE switches, servers, structured cabling, storage devices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30. Frontier Security</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Singapore-based company specializing in security solutions and systems integration.</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0989426" y="132588"/>
            <a:ext cx="640080" cy="64008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23" name="Table 0"/>
          <p:cNvGraphicFramePr>
            <a:graphicFrameLocks noGrp="1"/>
          </p:cNvGraphicFramePr>
          <p:nvPr>
            <p:extLst>
              <p:ext uri="{D42A27DB-BD31-4B8C-83A1-F6EECF244321}">
                <p14:modId xmlns:p14="http://schemas.microsoft.com/office/powerpoint/2010/main" val="878234273"/>
              </p:ext>
            </p:extLst>
          </p:nvPr>
        </p:nvGraphicFramePr>
        <p:xfrm>
          <a:off x="338328" y="1691639"/>
          <a:ext cx="5577840" cy="4401185"/>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258893">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Name</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u="sng">
                          <a:solidFill>
                            <a:schemeClr val="tx1"/>
                          </a:solidFill>
                          <a:latin typeface="Segoe UI" panose="020B0502040204020203" pitchFamily="34" charset="0"/>
                          <a:ea typeface="Segoe UI" pitchFamily="34" charset="-122"/>
                          <a:cs typeface="Segoe UI" panose="020B0502040204020203" pitchFamily="34" charset="0"/>
                          <a:hlinkClick r:id="rId5" tooltip="Visit company website">
                            <a:extLst>
                              <a:ext uri="{A12FA001-AC4F-418D-AE19-62706E023703}">
                                <ahyp:hlinkClr xmlns:ahyp="http://schemas.microsoft.com/office/drawing/2018/hyperlinkcolor" val="tx"/>
                              </a:ext>
                            </a:extLst>
                          </a:hlinkClick>
                        </a:rPr>
                        <a:t>Frontier Security</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258893">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Est. Year</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2016</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258893">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HQ</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Jurong, Singapore</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76680">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Business</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Distribute and install security solutions including CCTV installation, door access systems, thermal cameras, audio/video intercom systems</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1035573">
                <a:tc>
                  <a:txBody>
                    <a:bodyPr/>
                    <a:lstStyle/>
                    <a:p>
                      <a:pPr marL="0" indent="0" algn="ctr">
                        <a:buNone/>
                      </a:pPr>
                      <a:r>
                        <a:rPr lang="en-US" sz="1400" b="0" dirty="0">
                          <a:solidFill>
                            <a:srgbClr val="FFFFFF"/>
                          </a:solidFill>
                          <a:latin typeface="Segoe UI" pitchFamily="34" charset="0"/>
                          <a:ea typeface="Segoe UI" pitchFamily="34" charset="-122"/>
                          <a:cs typeface="Segoe UI" pitchFamily="34" charset="-120"/>
                        </a:rPr>
                        <a:t>Principal Partners</a:t>
                      </a:r>
                      <a:endParaRPr lang="en-US" sz="1400" b="0" dirty="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dirty="0">
                          <a:solidFill>
                            <a:schemeClr val="tx1"/>
                          </a:solidFill>
                          <a:latin typeface="Segoe UI" panose="020B0502040204020203" pitchFamily="34" charset="0"/>
                          <a:ea typeface="Segoe UI" pitchFamily="34" charset="-122"/>
                          <a:cs typeface="Segoe UI" panose="020B0502040204020203" pitchFamily="34" charset="0"/>
                        </a:rPr>
                        <a:t>CCTV: Hikvision, Dahua, Panasonic, Samsung</a:t>
                      </a:r>
                      <a:endParaRPr kumimoji="1" lang="en-US" sz="1400" b="0" kern="1200" dirty="0">
                        <a:solidFill>
                          <a:schemeClr val="tx1"/>
                        </a:solidFill>
                        <a:latin typeface="Segoe UI" panose="020B0502040204020203" pitchFamily="34" charset="0"/>
                        <a:ea typeface="Segoe UI" charset="0"/>
                        <a:cs typeface="Segoe UI" panose="020B0502040204020203" pitchFamily="34" charset="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dirty="0">
                          <a:solidFill>
                            <a:schemeClr val="tx1"/>
                          </a:solidFill>
                          <a:latin typeface="Segoe UI" panose="020B0502040204020203" pitchFamily="34" charset="0"/>
                          <a:ea typeface="Segoe UI" pitchFamily="34" charset="-122"/>
                          <a:cs typeface="Segoe UI" panose="020B0502040204020203" pitchFamily="34" charset="0"/>
                        </a:rPr>
                        <a:t>Access Systems: Apollo, </a:t>
                      </a:r>
                      <a:r>
                        <a:rPr kumimoji="1" lang="en-US" sz="1400" b="0" kern="1200" dirty="0" err="1">
                          <a:solidFill>
                            <a:schemeClr val="tx1"/>
                          </a:solidFill>
                          <a:latin typeface="Segoe UI" panose="020B0502040204020203" pitchFamily="34" charset="0"/>
                          <a:ea typeface="Segoe UI" pitchFamily="34" charset="-122"/>
                          <a:cs typeface="Segoe UI" panose="020B0502040204020203" pitchFamily="34" charset="0"/>
                        </a:rPr>
                        <a:t>Entrypass</a:t>
                      </a:r>
                      <a:r>
                        <a:rPr kumimoji="1" lang="en-US" sz="1400" b="0" kern="1200" dirty="0">
                          <a:solidFill>
                            <a:schemeClr val="tx1"/>
                          </a:solidFill>
                          <a:latin typeface="Segoe UI" panose="020B0502040204020203" pitchFamily="34" charset="0"/>
                          <a:ea typeface="Segoe UI" pitchFamily="34" charset="-122"/>
                          <a:cs typeface="Segoe UI" panose="020B0502040204020203" pitchFamily="34" charset="0"/>
                        </a:rPr>
                        <a:t>, HID, Suprema, TDSI, Vanderbilt, </a:t>
                      </a:r>
                      <a:r>
                        <a:rPr kumimoji="1" lang="en-US" sz="1400" b="0" kern="1200" dirty="0" err="1">
                          <a:solidFill>
                            <a:schemeClr val="tx1"/>
                          </a:solidFill>
                          <a:latin typeface="Segoe UI" panose="020B0502040204020203" pitchFamily="34" charset="0"/>
                          <a:ea typeface="Segoe UI" pitchFamily="34" charset="-122"/>
                          <a:cs typeface="Segoe UI" panose="020B0502040204020203" pitchFamily="34" charset="0"/>
                        </a:rPr>
                        <a:t>ZKTeco</a:t>
                      </a:r>
                      <a:endParaRPr kumimoji="1" lang="en-US" sz="1400" b="0" kern="1200" dirty="0">
                        <a:solidFill>
                          <a:schemeClr val="tx1"/>
                        </a:solidFill>
                        <a:latin typeface="Segoe UI" panose="020B0502040204020203" pitchFamily="34" charset="0"/>
                        <a:ea typeface="Segoe UI" charset="0"/>
                        <a:cs typeface="Segoe UI" panose="020B0502040204020203" pitchFamily="34" charset="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dirty="0">
                          <a:solidFill>
                            <a:schemeClr val="tx1"/>
                          </a:solidFill>
                          <a:latin typeface="Segoe UI" panose="020B0502040204020203" pitchFamily="34" charset="0"/>
                          <a:ea typeface="Segoe UI" pitchFamily="34" charset="-122"/>
                          <a:cs typeface="Segoe UI" panose="020B0502040204020203" pitchFamily="34" charset="0"/>
                        </a:rPr>
                        <a:t>Intercom: </a:t>
                      </a:r>
                      <a:r>
                        <a:rPr kumimoji="1" lang="en-US" sz="1400" b="0" kern="1200" dirty="0" err="1">
                          <a:solidFill>
                            <a:schemeClr val="tx1"/>
                          </a:solidFill>
                          <a:latin typeface="Segoe UI" panose="020B0502040204020203" pitchFamily="34" charset="0"/>
                          <a:ea typeface="Segoe UI" pitchFamily="34" charset="-122"/>
                          <a:cs typeface="Segoe UI" panose="020B0502040204020203" pitchFamily="34" charset="0"/>
                        </a:rPr>
                        <a:t>Kocom</a:t>
                      </a:r>
                      <a:r>
                        <a:rPr kumimoji="1" lang="en-US" sz="1400" b="0" kern="1200" dirty="0">
                          <a:solidFill>
                            <a:schemeClr val="tx1"/>
                          </a:solidFill>
                          <a:latin typeface="Segoe UI" panose="020B0502040204020203" pitchFamily="34" charset="0"/>
                          <a:ea typeface="Segoe UI" pitchFamily="34" charset="-122"/>
                          <a:cs typeface="Segoe UI" panose="020B0502040204020203" pitchFamily="34" charset="0"/>
                        </a:rPr>
                        <a:t>, </a:t>
                      </a:r>
                      <a:r>
                        <a:rPr kumimoji="1" lang="en-US" sz="1400" b="0" kern="1200" dirty="0" err="1">
                          <a:solidFill>
                            <a:schemeClr val="tx1"/>
                          </a:solidFill>
                          <a:latin typeface="Segoe UI" panose="020B0502040204020203" pitchFamily="34" charset="0"/>
                          <a:ea typeface="Segoe UI" pitchFamily="34" charset="-122"/>
                          <a:cs typeface="Segoe UI" panose="020B0502040204020203" pitchFamily="34" charset="0"/>
                        </a:rPr>
                        <a:t>Comelit</a:t>
                      </a:r>
                      <a:r>
                        <a:rPr kumimoji="1" lang="en-US" sz="1400" b="0" kern="1200" dirty="0">
                          <a:solidFill>
                            <a:schemeClr val="tx1"/>
                          </a:solidFill>
                          <a:latin typeface="Segoe UI" panose="020B0502040204020203" pitchFamily="34" charset="0"/>
                          <a:ea typeface="Segoe UI" pitchFamily="34" charset="-122"/>
                          <a:cs typeface="Segoe UI" panose="020B0502040204020203" pitchFamily="34" charset="0"/>
                        </a:rPr>
                        <a:t>, </a:t>
                      </a:r>
                      <a:r>
                        <a:rPr kumimoji="1" lang="en-US" sz="1400" b="0" kern="1200" dirty="0" err="1">
                          <a:solidFill>
                            <a:schemeClr val="tx1"/>
                          </a:solidFill>
                          <a:latin typeface="Segoe UI" panose="020B0502040204020203" pitchFamily="34" charset="0"/>
                          <a:ea typeface="Segoe UI" pitchFamily="34" charset="-122"/>
                          <a:cs typeface="Segoe UI" panose="020B0502040204020203" pitchFamily="34" charset="0"/>
                        </a:rPr>
                        <a:t>Aiphone</a:t>
                      </a:r>
                      <a:endParaRPr kumimoji="1" lang="en-US" sz="1400" b="0" kern="1200" dirty="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r h="1812253">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Customers</a:t>
                      </a:r>
                      <a:endParaRPr lang="en-US" sz="1400" b="0" dirty="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dirty="0">
                          <a:latin typeface="Segoe UI" panose="020B0502040204020203" pitchFamily="34" charset="0"/>
                          <a:cs typeface="Segoe UI" panose="020B0502040204020203" pitchFamily="34" charset="0"/>
                        </a:rPr>
                        <a:t>Residential &amp; Commercial Properties: Orchard Gateway, </a:t>
                      </a:r>
                      <a:r>
                        <a:rPr lang="en-US" sz="1400" b="0" dirty="0" err="1">
                          <a:latin typeface="Segoe UI" panose="020B0502040204020203" pitchFamily="34" charset="0"/>
                          <a:cs typeface="Segoe UI" panose="020B0502040204020203" pitchFamily="34" charset="0"/>
                        </a:rPr>
                        <a:t>Westlite</a:t>
                      </a:r>
                      <a:r>
                        <a:rPr lang="en-US" sz="1400" b="0" dirty="0">
                          <a:latin typeface="Segoe UI" panose="020B0502040204020203" pitchFamily="34" charset="0"/>
                          <a:cs typeface="Segoe UI" panose="020B0502040204020203" pitchFamily="34" charset="0"/>
                        </a:rPr>
                        <a:t> Dormitory, Far Horizon Garden</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dirty="0">
                          <a:latin typeface="Segoe UI" panose="020B0502040204020203" pitchFamily="34" charset="0"/>
                          <a:cs typeface="Segoe UI" panose="020B0502040204020203" pitchFamily="34" charset="0"/>
                        </a:rPr>
                        <a:t>Public Infrastructure: Republic of Singapore Navy Museum, Changi Airport Group, Greenridge Primary School, NCS Waste Management</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dirty="0">
                          <a:latin typeface="Segoe UI" panose="020B0502040204020203" pitchFamily="34" charset="0"/>
                          <a:cs typeface="Segoe UI" panose="020B0502040204020203" pitchFamily="34" charset="0"/>
                        </a:rPr>
                        <a:t>Healthcare: St Andrew Nursing Home, Biosensors Interventional</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graphicFrame>
        <p:nvGraphicFramePr>
          <p:cNvPr id="45" name="Table 1"/>
          <p:cNvGraphicFramePr>
            <a:graphicFrameLocks noGrp="1"/>
          </p:cNvGraphicFramePr>
          <p:nvPr>
            <p:extLst>
              <p:ext uri="{D42A27DB-BD31-4B8C-83A1-F6EECF244321}">
                <p14:modId xmlns:p14="http://schemas.microsoft.com/office/powerpoint/2010/main" val="1374496801"/>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CCTV &amp; Thermal Cameras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CCTV &amp; Thermal Cameras, CCTV/network/analogue cameras, thermal cameras with temperature detection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Door Access Control</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Door Access Control, card access, fingerprint readers, facial recognition, multi-door controllers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Intercom &amp; PA</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Intercom &amp; Public Address, audio/video intercom, PA systems, speakers, call stations, message managers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Intrusion Alarms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Intrusion Alarms, intruder alarm systems for residential and commercial sites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Video Communication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Video Communication, video conferencing systems, webcams, video bars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Physical &amp; Network Infrastructure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Physical Barriers, Network Infrastructure, turnstiles/barriers, switches/access points/routers for security systems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2" name="Text 6"/>
          <p:cNvSpPr/>
          <p:nvPr/>
        </p:nvSpPr>
        <p:spPr>
          <a:xfrm>
            <a:off x="347472" y="6122847"/>
            <a:ext cx="11430000" cy="493776"/>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31. CA Integration</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Singapore-based provider specializing in integrated security solutions and services.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0642189" y="201168"/>
            <a:ext cx="1118657" cy="50292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24" name="Table 0"/>
          <p:cNvGraphicFramePr>
            <a:graphicFrameLocks noGrp="1"/>
          </p:cNvGraphicFramePr>
          <p:nvPr>
            <p:extLst>
              <p:ext uri="{D42A27DB-BD31-4B8C-83A1-F6EECF244321}">
                <p14:modId xmlns:p14="http://schemas.microsoft.com/office/powerpoint/2010/main" val="974401314"/>
              </p:ext>
            </p:extLst>
          </p:nvPr>
        </p:nvGraphicFramePr>
        <p:xfrm>
          <a:off x="338328" y="1691639"/>
          <a:ext cx="5577840" cy="4394820"/>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87896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chemeClr val="tx1"/>
                          </a:solidFill>
                          <a:latin typeface="Segoe UI" pitchFamily="34" charset="0"/>
                          <a:ea typeface="Segoe UI" pitchFamily="34" charset="-122"/>
                          <a:cs typeface="Segoe UI" pitchFamily="34" charset="-120"/>
                          <a:hlinkClick r:id="rId5" tooltip="Visit company website">
                            <a:extLst>
                              <a:ext uri="{A12FA001-AC4F-418D-AE19-62706E023703}">
                                <ahyp:hlinkClr xmlns:ahyp="http://schemas.microsoft.com/office/drawing/2018/hyperlinkcolor" val="tx"/>
                              </a:ext>
                            </a:extLst>
                          </a:hlinkClick>
                        </a:rPr>
                        <a:t>CA Integration</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87896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2013</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87896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Genting Lane, Singapore</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87896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Tx/>
                        <a:buNone/>
                        <a:tabLst/>
                        <a:defRPr/>
                      </a:pPr>
                      <a:r>
                        <a:rPr kumimoji="1" lang="en-US" sz="1400" kern="1200">
                          <a:solidFill>
                            <a:schemeClr val="tx1"/>
                          </a:solidFill>
                          <a:latin typeface="Segoe UI" pitchFamily="34" charset="0"/>
                          <a:ea typeface="Segoe UI" pitchFamily="34" charset="-122"/>
                          <a:cs typeface="Segoe UI" pitchFamily="34" charset="-120"/>
                        </a:rPr>
                        <a:t>Design, install and maintain integrated security solutions including surveillance systems, intruder alarm systems, and access control systems</a:t>
                      </a:r>
                      <a:endParaRPr kumimoji="1" lang="en-US" sz="1400" kern="1200">
                        <a:solidFill>
                          <a:schemeClr val="tx1"/>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878964">
                <a:tc>
                  <a:txBody>
                    <a:bodyPr/>
                    <a:lstStyle/>
                    <a:p>
                      <a:pPr marL="0" indent="0" algn="ctr">
                        <a:buNone/>
                      </a:pPr>
                      <a:r>
                        <a:rPr lang="en-US" sz="1400">
                          <a:solidFill>
                            <a:schemeClr val="bg1"/>
                          </a:solidFill>
                          <a:latin typeface="Segoe UI" charset="0"/>
                          <a:ea typeface="Segoe UI" charset="0"/>
                          <a:cs typeface="Segoe UI" charset="0"/>
                        </a:rPr>
                        <a:t>Key Metrics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Tx/>
                        <a:buNone/>
                        <a:tabLst/>
                        <a:defRPr/>
                      </a:pPr>
                      <a:r>
                        <a:rPr kumimoji="1" lang="en-US" sz="1400" kern="1200">
                          <a:solidFill>
                            <a:schemeClr val="tx1"/>
                          </a:solidFill>
                          <a:latin typeface="Segoe UI" pitchFamily="34" charset="0"/>
                          <a:ea typeface="Segoe UI" charset="0"/>
                          <a:cs typeface="Segoe UI" pitchFamily="34" charset="-120"/>
                        </a:rPr>
                        <a:t>Served 3,650 customers cumulatively</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188266670"/>
                  </a:ext>
                </a:extLst>
              </a:tr>
            </a:tbl>
          </a:graphicData>
        </a:graphic>
      </p:graphicFrame>
      <p:graphicFrame>
        <p:nvGraphicFramePr>
          <p:cNvPr id="47" name="Table 1"/>
          <p:cNvGraphicFramePr>
            <a:graphicFrameLocks noGrp="1"/>
          </p:cNvGraphicFramePr>
          <p:nvPr>
            <p:extLst>
              <p:ext uri="{D42A27DB-BD31-4B8C-83A1-F6EECF244321}">
                <p14:modId xmlns:p14="http://schemas.microsoft.com/office/powerpoint/2010/main" val="3906961727"/>
              </p:ext>
            </p:extLst>
          </p:nvPr>
        </p:nvGraphicFramePr>
        <p:xfrm>
          <a:off x="6272784" y="1746504"/>
          <a:ext cx="5577840" cy="4334256"/>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237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Surveillance Systems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CCTV systems for monitoring and recording activities in various environments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72237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Intruder Alarm Systems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Advanced alarm systems designed to detect unauthorized entry and alert users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237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Access Control Systems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Systems for managing and controlling access to secured areas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237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Auto Gate / Barrier Systems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Automated solutions for vehicle access control and security</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237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Intercom Systems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Communication systems for secure entry management and visitor interaction</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237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PIDS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Technologies for detecting breaches in perimeter security</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Text 6"/>
          <p:cNvSpPr/>
          <p:nvPr/>
        </p:nvSpPr>
        <p:spPr>
          <a:xfrm>
            <a:off x="347472" y="6167335"/>
            <a:ext cx="11430000" cy="337255"/>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Note: PIDS (Perimeter Intrusion Detection Systems)</a:t>
            </a:r>
          </a:p>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32. JAE Surveillance Insights</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Singapore-based security and networking system integrator specializing in CCTV solutions and networking products.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0531570" y="233171"/>
            <a:ext cx="1303084" cy="576073"/>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algn="ctr"/>
            <a:r>
              <a:rPr lang="en-US" sz="1400">
                <a:solidFill>
                  <a:srgbClr val="000000"/>
                </a:solidFill>
                <a:latin typeface="Segoe UI" pitchFamily="34" charset="0"/>
                <a:ea typeface="Segoe UI" pitchFamily="34" charset="-122"/>
                <a:cs typeface="Segoe UI" pitchFamily="34" charset="-120"/>
              </a:rPr>
              <a:t>Products and Services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25" name="Table 0"/>
          <p:cNvGraphicFramePr>
            <a:graphicFrameLocks noGrp="1"/>
          </p:cNvGraphicFramePr>
          <p:nvPr>
            <p:extLst>
              <p:ext uri="{D42A27DB-BD31-4B8C-83A1-F6EECF244321}">
                <p14:modId xmlns:p14="http://schemas.microsoft.com/office/powerpoint/2010/main" val="3474335268"/>
              </p:ext>
            </p:extLst>
          </p:nvPr>
        </p:nvGraphicFramePr>
        <p:xfrm>
          <a:off x="338328" y="1691639"/>
          <a:ext cx="5577840" cy="4401185"/>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880237">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chemeClr val="tx1"/>
                          </a:solidFill>
                          <a:latin typeface="Segoe UI" pitchFamily="34" charset="0"/>
                          <a:ea typeface="Segoe UI" pitchFamily="34" charset="-122"/>
                          <a:cs typeface="Segoe UI" pitchFamily="34" charset="-120"/>
                          <a:hlinkClick r:id="rId5" tooltip="Visit company website">
                            <a:extLst>
                              <a:ext uri="{A12FA001-AC4F-418D-AE19-62706E023703}">
                                <ahyp:hlinkClr xmlns:ahyp="http://schemas.microsoft.com/office/drawing/2018/hyperlinkcolor" val="tx"/>
                              </a:ext>
                            </a:extLst>
                          </a:hlinkClick>
                        </a:rPr>
                        <a:t>JAE Surveillance Insights</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880237">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2025</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880237">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Sim Lim Square, Singapore</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880237">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itchFamily="34" charset="0"/>
                          <a:ea typeface="Segoe UI" pitchFamily="34" charset="-122"/>
                          <a:cs typeface="Segoe UI" pitchFamily="34" charset="-120"/>
                        </a:rPr>
                        <a:t>Distribute networking and surveillance products such as CCTV solutions for homes, offices, and businesses</a:t>
                      </a:r>
                      <a:endParaRPr kumimoji="1" lang="en-US" sz="1400" kern="1200">
                        <a:solidFill>
                          <a:schemeClr val="tx1"/>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880237">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Principal Partners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itchFamily="34" charset="0"/>
                          <a:ea typeface="Segoe UI" pitchFamily="34" charset="-122"/>
                          <a:cs typeface="Segoe UI" pitchFamily="34" charset="-120"/>
                        </a:rPr>
                        <a:t>TP-Link</a:t>
                      </a:r>
                      <a:endParaRPr kumimoji="1" lang="en-US" sz="1400" kern="1200">
                        <a:solidFill>
                          <a:schemeClr val="tx1"/>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5" name="Text 10"/>
          <p:cNvSpPr/>
          <p:nvPr/>
        </p:nvSpPr>
        <p:spPr>
          <a:xfrm>
            <a:off x="347472" y="6178777"/>
            <a:ext cx="11430000" cy="493776"/>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graphicFrame>
        <p:nvGraphicFramePr>
          <p:cNvPr id="11" name="Table 1">
            <a:extLst>
              <a:ext uri="{FF2B5EF4-FFF2-40B4-BE49-F238E27FC236}">
                <a16:creationId xmlns:a16="http://schemas.microsoft.com/office/drawing/2014/main" id="{A34B1AED-72F4-4FA4-C566-5DC73DE5694C}"/>
              </a:ext>
            </a:extLst>
          </p:cNvPr>
          <p:cNvGraphicFramePr>
            <a:graphicFrameLocks noGrp="1"/>
          </p:cNvGraphicFramePr>
          <p:nvPr>
            <p:extLst>
              <p:ext uri="{D42A27DB-BD31-4B8C-83A1-F6EECF244321}">
                <p14:modId xmlns:p14="http://schemas.microsoft.com/office/powerpoint/2010/main" val="3657521813"/>
              </p:ext>
            </p:extLst>
          </p:nvPr>
        </p:nvGraphicFramePr>
        <p:xfrm>
          <a:off x="6272784" y="1746504"/>
          <a:ext cx="5577840" cy="4346320"/>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869264">
                <a:tc>
                  <a:txBody>
                    <a:bodyPr/>
                    <a:lstStyle/>
                    <a:p>
                      <a:pPr marL="0" indent="0" algn="ctr">
                        <a:buNone/>
                      </a:pPr>
                      <a:r>
                        <a:rPr lang="en-US" sz="1400" b="0">
                          <a:solidFill>
                            <a:schemeClr val="bg1"/>
                          </a:solidFill>
                          <a:latin typeface="Segoe UI" panose="020B0502040204020203" pitchFamily="34" charset="0"/>
                          <a:cs typeface="Segoe UI" panose="020B0502040204020203" pitchFamily="34" charset="0"/>
                        </a:rPr>
                        <a:t>Security &amp; Surveillance Solutions</a:t>
                      </a:r>
                      <a:endParaRPr lang="en-US" sz="1400" b="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Segoe UI" panose="020B0502040204020203" pitchFamily="34" charset="0"/>
                          <a:cs typeface="Segoe UI" panose="020B0502040204020203" pitchFamily="34" charset="0"/>
                        </a:rPr>
                        <a:t>Design and delivery of CCTV and surveillance solutions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869264">
                <a:tc>
                  <a:txBody>
                    <a:bodyPr/>
                    <a:lstStyle/>
                    <a:p>
                      <a:pPr marL="0" indent="0" algn="ctr">
                        <a:buNone/>
                      </a:pPr>
                      <a:r>
                        <a:rPr lang="en-US" sz="1400" b="0">
                          <a:solidFill>
                            <a:schemeClr val="bg1"/>
                          </a:solidFill>
                          <a:latin typeface="Segoe UI" panose="020B0502040204020203" pitchFamily="34" charset="0"/>
                          <a:cs typeface="Segoe UI" panose="020B0502040204020203" pitchFamily="34" charset="0"/>
                        </a:rPr>
                        <a:t>Networking Solutions</a:t>
                      </a:r>
                      <a:endParaRPr lang="en-US" sz="1400" b="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latin typeface="Segoe UI" panose="020B0502040204020203" pitchFamily="34" charset="0"/>
                          <a:cs typeface="Segoe UI" panose="020B0502040204020203" pitchFamily="34" charset="0"/>
                        </a:rPr>
                        <a:t>Provision of networking products and solutions</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latin typeface="Segoe UI" panose="020B0502040204020203" pitchFamily="34" charset="0"/>
                          <a:cs typeface="Segoe UI" panose="020B0502040204020203" pitchFamily="34" charset="0"/>
                        </a:rPr>
                        <a:t>Authorized TP-Link Singapore dealer with product demonstration support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8692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a:solidFill>
                            <a:schemeClr val="bg1"/>
                          </a:solidFill>
                          <a:latin typeface="Segoe UI" panose="020B0502040204020203" pitchFamily="34" charset="0"/>
                          <a:cs typeface="Segoe UI" panose="020B0502040204020203" pitchFamily="34" charset="0"/>
                        </a:rPr>
                        <a:t>System Integration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latin typeface="Segoe UI" panose="020B0502040204020203" pitchFamily="34" charset="0"/>
                          <a:cs typeface="Segoe UI" panose="020B0502040204020203" pitchFamily="34" charset="0"/>
                        </a:rPr>
                        <a:t>Integration of security, surveillance, and networking systems</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latin typeface="Segoe UI" panose="020B0502040204020203" pitchFamily="34" charset="0"/>
                          <a:cs typeface="Segoe UI" panose="020B0502040204020203" pitchFamily="34" charset="0"/>
                        </a:rPr>
                        <a:t>Customized solutions based on specific client requirements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869264">
                <a:tc>
                  <a:txBody>
                    <a:bodyPr/>
                    <a:lstStyle/>
                    <a:p>
                      <a:pPr marL="0" indent="0" algn="ctr">
                        <a:buNone/>
                      </a:pPr>
                      <a:r>
                        <a:rPr lang="en-US" sz="1400" b="0">
                          <a:solidFill>
                            <a:schemeClr val="bg1"/>
                          </a:solidFill>
                          <a:latin typeface="Segoe UI" panose="020B0502040204020203" pitchFamily="34" charset="0"/>
                          <a:cs typeface="Segoe UI" panose="020B0502040204020203" pitchFamily="34" charset="0"/>
                        </a:rPr>
                        <a:t>Consultation &amp; Commissioning</a:t>
                      </a:r>
                      <a:endParaRPr lang="en-US" sz="1400" b="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latin typeface="Segoe UI" panose="020B0502040204020203" pitchFamily="34" charset="0"/>
                          <a:cs typeface="Segoe UI" panose="020B0502040204020203" pitchFamily="34" charset="0"/>
                        </a:rPr>
                        <a:t>Pre-deployment consultation and solution planning</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latin typeface="Segoe UI" panose="020B0502040204020203" pitchFamily="34" charset="0"/>
                          <a:cs typeface="Segoe UI" panose="020B0502040204020203" pitchFamily="34" charset="0"/>
                        </a:rPr>
                        <a:t>System commissioning to ensure operational readiness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8692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a:solidFill>
                            <a:schemeClr val="bg1"/>
                          </a:solidFill>
                          <a:latin typeface="Segoe UI" panose="020B0502040204020203" pitchFamily="34" charset="0"/>
                          <a:cs typeface="Segoe UI" panose="020B0502040204020203" pitchFamily="34" charset="0"/>
                        </a:rPr>
                        <a:t>Support &amp; Ongoing Services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latin typeface="Segoe UI" panose="020B0502040204020203" pitchFamily="34" charset="0"/>
                          <a:cs typeface="Segoe UI" panose="020B0502040204020203" pitchFamily="34" charset="0"/>
                        </a:rPr>
                        <a:t>Ongoing technical support and maintenance</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latin typeface="Segoe UI" panose="020B0502040204020203" pitchFamily="34" charset="0"/>
                          <a:cs typeface="Segoe UI" panose="020B0502040204020203" pitchFamily="34" charset="0"/>
                        </a:rPr>
                        <a:t>Long-term service support to ensure system reliability</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0CE55-45A1-BEF1-889A-25FC8EF3B5DB}"/>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8170F80-D18C-DC19-9CD6-3E1D1B6F196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4" name="think-cell data - do not delete" hidden="1">
                        <a:extLst>
                          <a:ext uri="{FF2B5EF4-FFF2-40B4-BE49-F238E27FC236}">
                            <a16:creationId xmlns:a16="http://schemas.microsoft.com/office/drawing/2014/main" id="{18170F80-D18C-DC19-9CD6-3E1D1B6F19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D995F76C-703F-0CA0-7DC9-7B64D1121792}"/>
              </a:ext>
            </a:extLst>
          </p:cNvPr>
          <p:cNvSpPr>
            <a:spLocks noGrp="1"/>
          </p:cNvSpPr>
          <p:nvPr>
            <p:ph type="title"/>
          </p:nvPr>
        </p:nvSpPr>
        <p:spPr>
          <a:xfrm>
            <a:off x="343673" y="44624"/>
            <a:ext cx="9319360" cy="831850"/>
          </a:xfrm>
        </p:spPr>
        <p:txBody>
          <a:bodyPr vert="horz"/>
          <a:lstStyle/>
          <a:p>
            <a:r>
              <a:rPr lang="en-GB">
                <a:latin typeface="+mj-ea"/>
                <a:cs typeface="Segoe UI"/>
              </a:rPr>
              <a:t>33. </a:t>
            </a:r>
            <a:r>
              <a:rPr lang="en-GB" err="1">
                <a:latin typeface="+mj-ea"/>
                <a:cs typeface="Segoe UI"/>
              </a:rPr>
              <a:t>Keydence</a:t>
            </a:r>
            <a:r>
              <a:rPr lang="en-GB">
                <a:latin typeface="+mj-ea"/>
                <a:cs typeface="Segoe UI"/>
              </a:rPr>
              <a:t> Systems</a:t>
            </a:r>
            <a:br>
              <a:rPr lang="en-GB">
                <a:latin typeface="+mj-ea"/>
                <a:cs typeface="Segoe UI"/>
              </a:rPr>
            </a:br>
            <a:r>
              <a:rPr lang="ja-JP" altLang="en-US" sz="1600">
                <a:latin typeface="+mn-ea"/>
                <a:cs typeface="Segoe UI" panose="020B0502040204020203" pitchFamily="34" charset="0"/>
              </a:rPr>
              <a:t>統合セキュリティ</a:t>
            </a:r>
            <a:r>
              <a:rPr lang="ja-TH" altLang="en-US" sz="1600">
                <a:latin typeface="+mn-ea"/>
                <a:cs typeface="Segoe UI" panose="020B0502040204020203" pitchFamily="34" charset="0"/>
              </a:rPr>
              <a:t>および</a:t>
            </a:r>
            <a:r>
              <a:rPr lang="ja-JP" altLang="en-US" sz="1600">
                <a:latin typeface="+mn-ea"/>
                <a:cs typeface="Segoe UI" panose="020B0502040204020203" pitchFamily="34" charset="0"/>
              </a:rPr>
              <a:t>スマート施設ソリューションプロバイダー</a:t>
            </a:r>
            <a:endParaRPr lang="en-GB">
              <a:latin typeface="+mj-ea"/>
              <a:cs typeface="Segoe UI"/>
            </a:endParaRPr>
          </a:p>
        </p:txBody>
      </p:sp>
      <p:grpSp>
        <p:nvGrpSpPr>
          <p:cNvPr id="7" name="グループ化 58">
            <a:extLst>
              <a:ext uri="{FF2B5EF4-FFF2-40B4-BE49-F238E27FC236}">
                <a16:creationId xmlns:a16="http://schemas.microsoft.com/office/drawing/2014/main" id="{E432020C-C177-2F64-0814-0AE6C95D6C9B}"/>
              </a:ext>
            </a:extLst>
          </p:cNvPr>
          <p:cNvGrpSpPr/>
          <p:nvPr/>
        </p:nvGrpSpPr>
        <p:grpSpPr>
          <a:xfrm>
            <a:off x="343673" y="1342160"/>
            <a:ext cx="5570376" cy="307777"/>
            <a:chOff x="1998094" y="1119975"/>
            <a:chExt cx="7884946" cy="465201"/>
          </a:xfrm>
          <a:noFill/>
        </p:grpSpPr>
        <p:sp>
          <p:nvSpPr>
            <p:cNvPr id="8" name="ColumnHeader">
              <a:extLst>
                <a:ext uri="{FF2B5EF4-FFF2-40B4-BE49-F238E27FC236}">
                  <a16:creationId xmlns:a16="http://schemas.microsoft.com/office/drawing/2014/main" id="{C00725FD-12C7-050E-A3D0-07D0D051ABAA}"/>
                </a:ext>
              </a:extLst>
            </p:cNvPr>
            <p:cNvSpPr>
              <a:spLocks noChangeArrowheads="1"/>
            </p:cNvSpPr>
            <p:nvPr/>
          </p:nvSpPr>
          <p:spPr bwMode="gray">
            <a:xfrm>
              <a:off x="2125587" y="1119975"/>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6000" indent="-216000" algn="ctr"/>
              <a:r>
                <a:rPr lang="ja-JP" altLang="en-US" sz="1400">
                  <a:solidFill>
                    <a:srgbClr val="000000"/>
                  </a:solidFill>
                  <a:latin typeface="+mn-ea"/>
                  <a:cs typeface="Segoe UI" panose="020B0502040204020203" pitchFamily="34" charset="0"/>
                </a:rPr>
                <a:t>会社基本情報</a:t>
              </a:r>
            </a:p>
          </p:txBody>
        </p:sp>
        <p:cxnSp>
          <p:nvCxnSpPr>
            <p:cNvPr id="9" name="直線コネクタ 60">
              <a:extLst>
                <a:ext uri="{FF2B5EF4-FFF2-40B4-BE49-F238E27FC236}">
                  <a16:creationId xmlns:a16="http://schemas.microsoft.com/office/drawing/2014/main" id="{48BF4D00-4A76-6646-70DE-7A3D44C02185}"/>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A3932C95-AB79-1B4A-4C7F-F9AE6A373B4C}"/>
              </a:ext>
            </a:extLst>
          </p:cNvPr>
          <p:cNvSpPr txBox="1"/>
          <p:nvPr/>
        </p:nvSpPr>
        <p:spPr>
          <a:xfrm>
            <a:off x="343673" y="6110651"/>
            <a:ext cx="11521399" cy="246221"/>
          </a:xfrm>
          <a:prstGeom prst="rect">
            <a:avLst/>
          </a:prstGeom>
          <a:noFill/>
        </p:spPr>
        <p:txBody>
          <a:bodyPr wrap="square" lIns="91440" tIns="45720" rIns="91440" bIns="45720" anchor="ctr">
            <a:spAutoFit/>
          </a:bodyPr>
          <a:lstStyle/>
          <a:p>
            <a:r>
              <a:rPr lang="ja-JP" altLang="en-US" sz="1000">
                <a:latin typeface="+mn-ea"/>
                <a:cs typeface="Segoe UI" panose="020B0502040204020203" pitchFamily="34" charset="0"/>
              </a:rPr>
              <a:t>出典</a:t>
            </a:r>
            <a:r>
              <a:rPr kumimoji="1" lang="en-GB" sz="1000" i="0" u="none" strike="noStrike" kern="1200">
                <a:effectLst/>
                <a:latin typeface="+mn-ea"/>
                <a:cs typeface="Segoe UI" panose="020B0502040204020203" pitchFamily="34" charset="0"/>
              </a:rPr>
              <a:t>: </a:t>
            </a:r>
            <a:r>
              <a:rPr lang="ja-JP" altLang="en-US" sz="1000">
                <a:latin typeface="+mn-ea"/>
                <a:cs typeface="Segoe UI" panose="020B0502040204020203" pitchFamily="34" charset="0"/>
              </a:rPr>
              <a:t>会社ウェブサイト</a:t>
            </a:r>
            <a:endParaRPr lang="en-GB" sz="1000">
              <a:latin typeface="+mn-ea"/>
              <a:cs typeface="Segoe UI" panose="020B0502040204020203" pitchFamily="34" charset="0"/>
            </a:endParaRPr>
          </a:p>
        </p:txBody>
      </p:sp>
      <p:grpSp>
        <p:nvGrpSpPr>
          <p:cNvPr id="2" name="グループ化 58">
            <a:extLst>
              <a:ext uri="{FF2B5EF4-FFF2-40B4-BE49-F238E27FC236}">
                <a16:creationId xmlns:a16="http://schemas.microsoft.com/office/drawing/2014/main" id="{E02E8EA8-FB1F-F497-82B4-BE8CE2F54C21}"/>
              </a:ext>
            </a:extLst>
          </p:cNvPr>
          <p:cNvGrpSpPr/>
          <p:nvPr/>
        </p:nvGrpSpPr>
        <p:grpSpPr>
          <a:xfrm>
            <a:off x="6273800" y="1342160"/>
            <a:ext cx="5570376" cy="307777"/>
            <a:chOff x="1998094" y="1119975"/>
            <a:chExt cx="7884946" cy="465201"/>
          </a:xfrm>
          <a:noFill/>
        </p:grpSpPr>
        <p:sp>
          <p:nvSpPr>
            <p:cNvPr id="10" name="ColumnHeader">
              <a:extLst>
                <a:ext uri="{FF2B5EF4-FFF2-40B4-BE49-F238E27FC236}">
                  <a16:creationId xmlns:a16="http://schemas.microsoft.com/office/drawing/2014/main" id="{5C63F2EA-E4E2-062D-B480-C75589244118}"/>
                </a:ext>
              </a:extLst>
            </p:cNvPr>
            <p:cNvSpPr>
              <a:spLocks noChangeArrowheads="1"/>
            </p:cNvSpPr>
            <p:nvPr/>
          </p:nvSpPr>
          <p:spPr bwMode="gray">
            <a:xfrm>
              <a:off x="2125587" y="1119975"/>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5900" indent="-215900" algn="ctr"/>
              <a:r>
                <a:rPr lang="ja-TH" altLang="en-US" sz="1400">
                  <a:solidFill>
                    <a:srgbClr val="000000"/>
                  </a:solidFill>
                  <a:latin typeface="+mn-ea"/>
                  <a:cs typeface="Segoe UI" panose="020B0502040204020203" pitchFamily="34" charset="0"/>
                </a:rPr>
                <a:t>主要顧客</a:t>
              </a:r>
              <a:r>
                <a:rPr lang="ja-JP" altLang="en-US" sz="1400">
                  <a:solidFill>
                    <a:srgbClr val="000000"/>
                  </a:solidFill>
                  <a:latin typeface="+mn-ea"/>
                  <a:cs typeface="Segoe UI" panose="020B0502040204020203" pitchFamily="34" charset="0"/>
                </a:rPr>
                <a:t>ポートフォリオ</a:t>
              </a:r>
            </a:p>
          </p:txBody>
        </p:sp>
        <p:cxnSp>
          <p:nvCxnSpPr>
            <p:cNvPr id="11" name="直線コネクタ 60">
              <a:extLst>
                <a:ext uri="{FF2B5EF4-FFF2-40B4-BE49-F238E27FC236}">
                  <a16:creationId xmlns:a16="http://schemas.microsoft.com/office/drawing/2014/main" id="{CF219E6C-10AB-F255-D656-8721B3362551}"/>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9D4F630C-1576-2168-1FD2-E5495534E1AF}"/>
              </a:ext>
            </a:extLst>
          </p:cNvPr>
          <p:cNvGraphicFramePr>
            <a:graphicFrameLocks noGrp="1"/>
          </p:cNvGraphicFramePr>
          <p:nvPr/>
        </p:nvGraphicFramePr>
        <p:xfrm>
          <a:off x="326928" y="1747907"/>
          <a:ext cx="5577840" cy="4371320"/>
        </p:xfrm>
        <a:graphic>
          <a:graphicData uri="http://schemas.openxmlformats.org/drawingml/2006/table">
            <a:tbl>
              <a:tblPr/>
              <a:tblGrid>
                <a:gridCol w="1188720">
                  <a:extLst>
                    <a:ext uri="{9D8B030D-6E8A-4147-A177-3AD203B41FA5}">
                      <a16:colId xmlns:a16="http://schemas.microsoft.com/office/drawing/2014/main" val="1856092752"/>
                    </a:ext>
                  </a:extLst>
                </a:gridCol>
                <a:gridCol w="4389120">
                  <a:extLst>
                    <a:ext uri="{9D8B030D-6E8A-4147-A177-3AD203B41FA5}">
                      <a16:colId xmlns:a16="http://schemas.microsoft.com/office/drawing/2014/main" val="2767211961"/>
                    </a:ext>
                  </a:extLst>
                </a:gridCol>
              </a:tblGrid>
              <a:tr h="400317">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会社名</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400" b="0" i="0" u="none" strike="noStrike">
                          <a:solidFill>
                            <a:schemeClr val="tx1"/>
                          </a:solidFill>
                          <a:effectLst/>
                          <a:latin typeface="+mn-ea"/>
                          <a:ea typeface="+mn-ea"/>
                          <a:cs typeface="Segoe UI" panose="020B0502040204020203" pitchFamily="34" charset="0"/>
                          <a:hlinkClick r:id="rId6">
                            <a:extLst>
                              <a:ext uri="{A12FA001-AC4F-418D-AE19-62706E023703}">
                                <ahyp:hlinkClr xmlns:ahyp="http://schemas.microsoft.com/office/drawing/2018/hyperlinkcolor" val="tx"/>
                              </a:ext>
                            </a:extLst>
                          </a:hlinkClick>
                        </a:rPr>
                        <a:t>Keydence Systems</a:t>
                      </a:r>
                      <a:endParaRPr lang="en-GB" sz="1400" b="0" i="0" u="none" strike="noStrike">
                        <a:solidFill>
                          <a:schemeClr val="tx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39986481"/>
                  </a:ext>
                </a:extLst>
              </a:tr>
              <a:tr h="400317">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設立年</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marR="91440" indent="0" algn="l" defTabSz="914400" rtl="0" eaLnBrk="1" fontAlgn="ctr" latinLnBrk="0" hangingPunct="1">
                        <a:spcBef>
                          <a:spcPts val="0"/>
                        </a:spcBef>
                        <a:spcAft>
                          <a:spcPts val="0"/>
                        </a:spcAft>
                        <a:buFontTx/>
                        <a:buNone/>
                      </a:pPr>
                      <a:r>
                        <a:rPr kumimoji="1" lang="en-GB" sz="1400" b="0" kern="1200">
                          <a:solidFill>
                            <a:schemeClr val="tx1"/>
                          </a:solidFill>
                          <a:effectLst/>
                          <a:latin typeface="+mn-ea"/>
                          <a:ea typeface="+mn-ea"/>
                          <a:cs typeface="Segoe UI" panose="020B0502040204020203" pitchFamily="34" charset="0"/>
                        </a:rPr>
                        <a:t>2010年</a:t>
                      </a:r>
                    </a:p>
                  </a:txBody>
                  <a:tcPr marL="36000" marR="3600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685350836"/>
                  </a:ext>
                </a:extLst>
              </a:tr>
              <a:tr h="400317">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本社所在地</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marR="91440" lvl="0" indent="0" algn="l" defTabSz="914400" rtl="0" eaLnBrk="1" fontAlgn="ctr" latinLnBrk="0" hangingPunct="1">
                        <a:lnSpc>
                          <a:spcPct val="100000"/>
                        </a:lnSpc>
                        <a:spcBef>
                          <a:spcPts val="0"/>
                        </a:spcBef>
                        <a:spcAft>
                          <a:spcPts val="0"/>
                        </a:spcAft>
                        <a:buClrTx/>
                        <a:buSzTx/>
                        <a:buFontTx/>
                        <a:buNone/>
                        <a:tabLst/>
                        <a:defRPr/>
                      </a:pPr>
                      <a:r>
                        <a:rPr kumimoji="1" lang="ja-TH" altLang="en-US" sz="1400" b="0" i="0" u="none" strike="noStrike" kern="1200">
                          <a:solidFill>
                            <a:schemeClr val="tx1"/>
                          </a:solidFill>
                          <a:effectLst/>
                          <a:latin typeface="+mn-ea"/>
                          <a:ea typeface="+mn-ea"/>
                          <a:cs typeface="Segoe UI" panose="020B0502040204020203" pitchFamily="34" charset="0"/>
                        </a:rPr>
                        <a:t>シンガポール、</a:t>
                      </a:r>
                      <a:r>
                        <a:rPr kumimoji="1" lang="ja-JP" altLang="en-US" sz="1400" b="0" i="0" u="none" strike="noStrike" kern="1200">
                          <a:solidFill>
                            <a:schemeClr val="tx1"/>
                          </a:solidFill>
                          <a:effectLst/>
                          <a:latin typeface="+mn-ea"/>
                          <a:ea typeface="+mn-ea"/>
                          <a:cs typeface="Segoe UI" panose="020B0502040204020203" pitchFamily="34" charset="0"/>
                        </a:rPr>
                        <a:t>ノーススター、</a:t>
                      </a:r>
                      <a:r>
                        <a:rPr kumimoji="1" lang="en-GB" altLang="ja-JP" sz="1400" b="0" i="0" u="none" strike="noStrike" kern="1200">
                          <a:solidFill>
                            <a:schemeClr val="tx1"/>
                          </a:solidFill>
                          <a:effectLst/>
                          <a:latin typeface="+mn-ea"/>
                          <a:ea typeface="+mn-ea"/>
                          <a:cs typeface="Segoe UI" panose="020B0502040204020203" pitchFamily="34" charset="0"/>
                        </a:rPr>
                        <a:t>AMK</a:t>
                      </a: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81925738"/>
                  </a:ext>
                </a:extLst>
              </a:tr>
              <a:tr h="400317">
                <a:tc>
                  <a:txBody>
                    <a:bodyPr/>
                    <a:lstStyle/>
                    <a:p>
                      <a:pPr lvl="0" algn="ctr">
                        <a:spcBef>
                          <a:spcPts val="0"/>
                        </a:spcBef>
                        <a:buNone/>
                      </a:pPr>
                      <a:r>
                        <a:rPr lang="ja-JP" altLang="en-US" sz="1400" b="0" i="0">
                          <a:solidFill>
                            <a:schemeClr val="bg1"/>
                          </a:solidFill>
                          <a:effectLst/>
                          <a:latin typeface="+mn-ea"/>
                          <a:ea typeface="+mn-ea"/>
                          <a:cs typeface="Segoe UI" panose="020B0502040204020203" pitchFamily="34" charset="0"/>
                        </a:rPr>
                        <a:t>事業内容</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7">
                      <a:solidFill>
                        <a:srgbClr val="FFFFFF"/>
                      </a:solidFill>
                    </a:lnB>
                    <a:solidFill>
                      <a:schemeClr val="accent3"/>
                    </a:solidFill>
                  </a:tcPr>
                </a:tc>
                <a:tc>
                  <a:txBody>
                    <a:bodyPr/>
                    <a:lstStyle/>
                    <a:p>
                      <a:pPr marL="0" marR="91440" indent="0" algn="l" defTabSz="914400" rtl="0" eaLnBrk="1" fontAlgn="ctr" latinLnBrk="0" hangingPunct="1">
                        <a:lnSpc>
                          <a:spcPct val="100000"/>
                        </a:lnSpc>
                        <a:spcBef>
                          <a:spcPts val="0"/>
                        </a:spcBef>
                        <a:spcAft>
                          <a:spcPts val="0"/>
                        </a:spcAft>
                        <a:buClrTx/>
                        <a:buSzTx/>
                        <a:buFontTx/>
                        <a:buNone/>
                        <a:tabLst/>
                        <a:defRPr/>
                      </a:pPr>
                      <a:r>
                        <a:rPr lang="ja-JP" altLang="en-US" sz="1400">
                          <a:latin typeface="+mn-ea"/>
                          <a:ea typeface="+mn-ea"/>
                          <a:cs typeface="Segoe UI" panose="020B0502040204020203" pitchFamily="34" charset="0"/>
                        </a:rPr>
                        <a:t>統合セキュリティ</a:t>
                      </a:r>
                      <a:r>
                        <a:rPr lang="ja-TH" altLang="en-US" sz="1400">
                          <a:latin typeface="+mn-ea"/>
                          <a:ea typeface="+mn-ea"/>
                          <a:cs typeface="Segoe UI" panose="020B0502040204020203" pitchFamily="34" charset="0"/>
                        </a:rPr>
                        <a:t>および</a:t>
                      </a:r>
                      <a:r>
                        <a:rPr lang="ja-JP" altLang="en-US" sz="1400">
                          <a:latin typeface="+mn-ea"/>
                          <a:ea typeface="+mn-ea"/>
                          <a:cs typeface="Segoe UI" panose="020B0502040204020203" pitchFamily="34" charset="0"/>
                        </a:rPr>
                        <a:t>スマート施設ソリューションプロバイダー</a:t>
                      </a:r>
                      <a:endParaRPr kumimoji="1" lang="en-US" sz="1400" b="0" kern="1200">
                        <a:solidFill>
                          <a:schemeClr val="tx1"/>
                        </a:solidFill>
                        <a:effectLst/>
                        <a:latin typeface="+mn-ea"/>
                        <a:ea typeface="+mn-ea"/>
                        <a:cs typeface="Segoe UI" panose="020B0502040204020203" pitchFamily="34" charset="0"/>
                      </a:endParaRP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39953510"/>
                  </a:ext>
                </a:extLst>
              </a:tr>
              <a:tr h="1496536">
                <a:tc>
                  <a:txBody>
                    <a:bodyPr/>
                    <a:lstStyle/>
                    <a:p>
                      <a:pPr algn="ctr" fontAlgn="base">
                        <a:spcBef>
                          <a:spcPts val="0"/>
                        </a:spcBef>
                      </a:pPr>
                      <a:r>
                        <a:rPr lang="ja-TH" altLang="en-US" sz="1400" b="0" i="0">
                          <a:solidFill>
                            <a:schemeClr val="bg1"/>
                          </a:solidFill>
                          <a:effectLst/>
                          <a:latin typeface="+mn-ea"/>
                          <a:ea typeface="+mn-ea"/>
                          <a:cs typeface="Segoe UI" panose="020B0502040204020203" pitchFamily="34" charset="0"/>
                        </a:rPr>
                        <a:t>主要</a:t>
                      </a:r>
                      <a:r>
                        <a:rPr lang="ja-JP" altLang="en-US" sz="1400" b="0" i="0">
                          <a:solidFill>
                            <a:schemeClr val="bg1"/>
                          </a:solidFill>
                          <a:effectLst/>
                          <a:latin typeface="+mn-ea"/>
                          <a:ea typeface="+mn-ea"/>
                          <a:cs typeface="Segoe UI" panose="020B0502040204020203" pitchFamily="34" charset="0"/>
                        </a:rPr>
                        <a:t>製品</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216000" indent="-216000">
                        <a:buFont typeface="Wingdings" pitchFamily="2" charset="2"/>
                        <a:buChar char="n"/>
                      </a:pPr>
                      <a:r>
                        <a:rPr lang="en-US" sz="1400" b="0">
                          <a:solidFill>
                            <a:schemeClr val="tx1"/>
                          </a:solidFill>
                          <a:latin typeface="+mn-ea"/>
                          <a:ea typeface="+mn-ea"/>
                          <a:cs typeface="Segoe UI" panose="020B0502040204020203" pitchFamily="34" charset="0"/>
                        </a:rPr>
                        <a:t>CCTV・</a:t>
                      </a:r>
                      <a:r>
                        <a:rPr lang="ja-JP" altLang="en-US" sz="1400" b="0">
                          <a:solidFill>
                            <a:schemeClr val="tx1"/>
                          </a:solidFill>
                          <a:latin typeface="+mn-ea"/>
                          <a:ea typeface="+mn-ea"/>
                          <a:cs typeface="Segoe UI" panose="020B0502040204020203" pitchFamily="34" charset="0"/>
                        </a:rPr>
                        <a:t>映像監視システム</a:t>
                      </a:r>
                    </a:p>
                    <a:p>
                      <a:pPr marL="216000" indent="-216000">
                        <a:buFont typeface="Wingdings" pitchFamily="2" charset="2"/>
                        <a:buChar char="n"/>
                      </a:pPr>
                      <a:r>
                        <a:rPr lang="ja-JP" altLang="en-US" sz="1400" b="0">
                          <a:solidFill>
                            <a:schemeClr val="tx1"/>
                          </a:solidFill>
                          <a:latin typeface="+mn-ea"/>
                          <a:ea typeface="+mn-ea"/>
                          <a:cs typeface="Segoe UI" panose="020B0502040204020203" pitchFamily="34" charset="0"/>
                        </a:rPr>
                        <a:t>アクセス制御・来訪者管理システム</a:t>
                      </a:r>
                    </a:p>
                    <a:p>
                      <a:pPr marL="216000" indent="-216000">
                        <a:buFont typeface="Wingdings" pitchFamily="2" charset="2"/>
                        <a:buChar char="n"/>
                      </a:pPr>
                      <a:r>
                        <a:rPr lang="ja-JP" altLang="en-US" sz="1400" b="0">
                          <a:solidFill>
                            <a:schemeClr val="tx1"/>
                          </a:solidFill>
                          <a:latin typeface="+mn-ea"/>
                          <a:ea typeface="+mn-ea"/>
                          <a:cs typeface="Segoe UI" panose="020B0502040204020203" pitchFamily="34" charset="0"/>
                        </a:rPr>
                        <a:t>火災・侵入警報システム</a:t>
                      </a:r>
                    </a:p>
                    <a:p>
                      <a:pPr marL="216000" indent="-216000">
                        <a:buFont typeface="Wingdings" pitchFamily="2" charset="2"/>
                        <a:buChar char="n"/>
                      </a:pPr>
                      <a:r>
                        <a:rPr lang="ja-JP" altLang="en-US" sz="1400" b="0">
                          <a:solidFill>
                            <a:schemeClr val="tx1"/>
                          </a:solidFill>
                          <a:latin typeface="+mn-ea"/>
                          <a:ea typeface="+mn-ea"/>
                          <a:cs typeface="Segoe UI" panose="020B0502040204020203" pitchFamily="34" charset="0"/>
                        </a:rPr>
                        <a:t>スマートビル・エコソリューション</a:t>
                      </a:r>
                    </a:p>
                    <a:p>
                      <a:pPr marL="216000" indent="-216000">
                        <a:buFont typeface="Wingdings" pitchFamily="2" charset="2"/>
                        <a:buChar char="n"/>
                      </a:pPr>
                      <a:r>
                        <a:rPr lang="ja-JP" altLang="en-US" sz="1400" b="0">
                          <a:solidFill>
                            <a:schemeClr val="tx1"/>
                          </a:solidFill>
                          <a:latin typeface="+mn-ea"/>
                          <a:ea typeface="+mn-ea"/>
                          <a:cs typeface="Segoe UI" panose="020B0502040204020203" pitchFamily="34" charset="0"/>
                        </a:rPr>
                        <a:t>ネットワーク・通信システム</a:t>
                      </a:r>
                    </a:p>
                    <a:p>
                      <a:pPr marL="216000" indent="-216000">
                        <a:buFont typeface="Wingdings" pitchFamily="2" charset="2"/>
                        <a:buChar char="n"/>
                      </a:pPr>
                      <a:r>
                        <a:rPr lang="en-US" sz="1400" b="0">
                          <a:solidFill>
                            <a:schemeClr val="tx1"/>
                          </a:solidFill>
                          <a:latin typeface="+mn-ea"/>
                          <a:ea typeface="+mn-ea"/>
                          <a:cs typeface="Segoe UI" panose="020B0502040204020203" pitchFamily="34" charset="0"/>
                        </a:rPr>
                        <a:t>GPS</a:t>
                      </a:r>
                      <a:r>
                        <a:rPr lang="ja-JP" altLang="en-US" sz="1400" b="0">
                          <a:solidFill>
                            <a:schemeClr val="tx1"/>
                          </a:solidFill>
                          <a:latin typeface="+mn-ea"/>
                          <a:ea typeface="+mn-ea"/>
                          <a:cs typeface="Segoe UI" panose="020B0502040204020203" pitchFamily="34" charset="0"/>
                        </a:rPr>
                        <a:t>車両追跡・駐車場管理システム</a:t>
                      </a:r>
                      <a:endParaRPr kumimoji="1" lang="en-GB" altLang="ja-JP" sz="1400" b="0" i="0" u="none" strike="noStrike" kern="1200">
                        <a:solidFill>
                          <a:schemeClr val="tx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464145804"/>
                  </a:ext>
                </a:extLst>
              </a:tr>
              <a:tr h="1247113">
                <a:tc>
                  <a:txBody>
                    <a:bodyPr/>
                    <a:lstStyle/>
                    <a:p>
                      <a:pPr algn="ctr"/>
                      <a:r>
                        <a:rPr lang="ja-JP" altLang="en-US" sz="1400" b="0">
                          <a:solidFill>
                            <a:schemeClr val="bg1"/>
                          </a:solidFill>
                          <a:latin typeface="+mn-ea"/>
                          <a:ea typeface="+mn-ea"/>
                          <a:cs typeface="Segoe UI" panose="020B0502040204020203" pitchFamily="34" charset="0"/>
                        </a:rPr>
                        <a:t>サービス</a:t>
                      </a:r>
                      <a:endParaRPr lang="en-US" sz="1400" b="0">
                        <a:solidFill>
                          <a:schemeClr val="bg1"/>
                        </a:solidFill>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216000" indent="-216000">
                        <a:buFont typeface="Wingdings" pitchFamily="2" charset="2"/>
                        <a:buChar char="n"/>
                      </a:pPr>
                      <a:r>
                        <a:rPr lang="ja-JP" altLang="en-US" sz="1400" b="0">
                          <a:solidFill>
                            <a:schemeClr val="tx1"/>
                          </a:solidFill>
                          <a:latin typeface="+mn-ea"/>
                          <a:ea typeface="+mn-ea"/>
                          <a:cs typeface="Segoe UI" panose="020B0502040204020203" pitchFamily="34" charset="0"/>
                        </a:rPr>
                        <a:t>セキュリティシステムの設計・設置 </a:t>
                      </a:r>
                    </a:p>
                    <a:p>
                      <a:pPr marL="216000" indent="-216000">
                        <a:buFont typeface="Wingdings" pitchFamily="2" charset="2"/>
                        <a:buChar char="n"/>
                      </a:pPr>
                      <a:r>
                        <a:rPr lang="ja-JP" altLang="en-US" sz="1400" b="0">
                          <a:solidFill>
                            <a:schemeClr val="tx1"/>
                          </a:solidFill>
                          <a:latin typeface="+mn-ea"/>
                          <a:ea typeface="+mn-ea"/>
                          <a:cs typeface="Segoe UI" panose="020B0502040204020203" pitchFamily="34" charset="0"/>
                        </a:rPr>
                        <a:t>スマートビルディング・エコソリューションの導入 </a:t>
                      </a:r>
                    </a:p>
                    <a:p>
                      <a:pPr marL="216000" indent="-216000">
                        <a:buFont typeface="Wingdings" pitchFamily="2" charset="2"/>
                        <a:buChar char="n"/>
                      </a:pPr>
                      <a:r>
                        <a:rPr lang="ja-JP" altLang="en-US" sz="1400" b="0">
                          <a:solidFill>
                            <a:schemeClr val="tx1"/>
                          </a:solidFill>
                          <a:latin typeface="+mn-ea"/>
                          <a:ea typeface="+mn-ea"/>
                          <a:cs typeface="Segoe UI" panose="020B0502040204020203" pitchFamily="34" charset="0"/>
                        </a:rPr>
                        <a:t>ネットワーク・データセンターソリューション </a:t>
                      </a:r>
                    </a:p>
                    <a:p>
                      <a:pPr marL="216000" indent="-216000">
                        <a:buFont typeface="Wingdings" pitchFamily="2" charset="2"/>
                        <a:buChar char="n"/>
                      </a:pPr>
                      <a:r>
                        <a:rPr lang="ja-JP" altLang="en-US" sz="1400" b="0">
                          <a:solidFill>
                            <a:schemeClr val="tx1"/>
                          </a:solidFill>
                          <a:latin typeface="+mn-ea"/>
                          <a:ea typeface="+mn-ea"/>
                          <a:cs typeface="Segoe UI" panose="020B0502040204020203" pitchFamily="34" charset="0"/>
                        </a:rPr>
                        <a:t>電気設備・</a:t>
                      </a:r>
                      <a:r>
                        <a:rPr lang="en-US" sz="1400" b="0">
                          <a:solidFill>
                            <a:schemeClr val="tx1"/>
                          </a:solidFill>
                          <a:latin typeface="+mn-ea"/>
                          <a:ea typeface="+mn-ea"/>
                          <a:cs typeface="Segoe UI" panose="020B0502040204020203" pitchFamily="34" charset="0"/>
                        </a:rPr>
                        <a:t>UPS</a:t>
                      </a:r>
                      <a:r>
                        <a:rPr lang="ja-JP" altLang="en-US" sz="1400" b="0">
                          <a:solidFill>
                            <a:schemeClr val="tx1"/>
                          </a:solidFill>
                          <a:latin typeface="+mn-ea"/>
                          <a:ea typeface="+mn-ea"/>
                          <a:cs typeface="Segoe UI" panose="020B0502040204020203" pitchFamily="34" charset="0"/>
                        </a:rPr>
                        <a:t>バッテリーシステム </a:t>
                      </a:r>
                    </a:p>
                    <a:p>
                      <a:pPr marL="216000" indent="-216000">
                        <a:buFont typeface="Wingdings" pitchFamily="2" charset="2"/>
                        <a:buChar char="n"/>
                      </a:pPr>
                      <a:r>
                        <a:rPr lang="ja-JP" altLang="en-US" sz="1400" b="0">
                          <a:solidFill>
                            <a:schemeClr val="tx1"/>
                          </a:solidFill>
                          <a:latin typeface="+mn-ea"/>
                          <a:ea typeface="+mn-ea"/>
                          <a:cs typeface="Segoe UI" panose="020B0502040204020203" pitchFamily="34" charset="0"/>
                        </a:rPr>
                        <a:t>予防保守・サポートサービス</a:t>
                      </a:r>
                      <a:endParaRPr lang="en-US" sz="1400" b="0">
                        <a:solidFill>
                          <a:schemeClr val="tx1"/>
                        </a:solidFill>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12373075"/>
                  </a:ext>
                </a:extLst>
              </a:tr>
            </a:tbl>
          </a:graphicData>
        </a:graphic>
      </p:graphicFrame>
      <p:pic>
        <p:nvPicPr>
          <p:cNvPr id="22" name="Picture 21" descr="A logo with a circle and a logo&#10;&#10;AI-generated content may be incorrect.">
            <a:extLst>
              <a:ext uri="{FF2B5EF4-FFF2-40B4-BE49-F238E27FC236}">
                <a16:creationId xmlns:a16="http://schemas.microsoft.com/office/drawing/2014/main" id="{7BDB3127-0831-42E8-0046-0D887622B530}"/>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0788793" y="248121"/>
            <a:ext cx="965315" cy="566931"/>
          </a:xfrm>
          <a:prstGeom prst="rect">
            <a:avLst/>
          </a:prstGeom>
        </p:spPr>
      </p:pic>
      <p:pic>
        <p:nvPicPr>
          <p:cNvPr id="23" name="Grafik 3">
            <a:extLst>
              <a:ext uri="{FF2B5EF4-FFF2-40B4-BE49-F238E27FC236}">
                <a16:creationId xmlns:a16="http://schemas.microsoft.com/office/drawing/2014/main" id="{352591A4-AF2A-ACFC-CF29-D7A4BE05CF47}"/>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9846403" y="248121"/>
            <a:ext cx="759020" cy="506014"/>
          </a:xfrm>
          <a:prstGeom prst="rect">
            <a:avLst/>
          </a:prstGeom>
          <a:ln w="6350" cap="flat" cmpd="sng" algn="ctr">
            <a:solidFill>
              <a:schemeClr val="tx1">
                <a:alpha val="20000"/>
              </a:schemeClr>
            </a:solidFill>
            <a:prstDash val="solid"/>
            <a:round/>
            <a:headEnd type="none" w="med" len="med"/>
            <a:tailEnd type="none" w="med" len="med"/>
          </a:ln>
        </p:spPr>
      </p:pic>
      <p:graphicFrame>
        <p:nvGraphicFramePr>
          <p:cNvPr id="17" name="Table 16">
            <a:extLst>
              <a:ext uri="{FF2B5EF4-FFF2-40B4-BE49-F238E27FC236}">
                <a16:creationId xmlns:a16="http://schemas.microsoft.com/office/drawing/2014/main" id="{F7BFE7AD-ACF6-219B-D0C8-715B017BEC51}"/>
              </a:ext>
            </a:extLst>
          </p:cNvPr>
          <p:cNvGraphicFramePr>
            <a:graphicFrameLocks noGrp="1"/>
          </p:cNvGraphicFramePr>
          <p:nvPr/>
        </p:nvGraphicFramePr>
        <p:xfrm>
          <a:off x="6277038" y="1747907"/>
          <a:ext cx="5577840" cy="4344921"/>
        </p:xfrm>
        <a:graphic>
          <a:graphicData uri="http://schemas.openxmlformats.org/drawingml/2006/table">
            <a:tbl>
              <a:tblPr/>
              <a:tblGrid>
                <a:gridCol w="1280160">
                  <a:extLst>
                    <a:ext uri="{9D8B030D-6E8A-4147-A177-3AD203B41FA5}">
                      <a16:colId xmlns:a16="http://schemas.microsoft.com/office/drawing/2014/main" val="1856092752"/>
                    </a:ext>
                  </a:extLst>
                </a:gridCol>
                <a:gridCol w="4297680">
                  <a:extLst>
                    <a:ext uri="{9D8B030D-6E8A-4147-A177-3AD203B41FA5}">
                      <a16:colId xmlns:a16="http://schemas.microsoft.com/office/drawing/2014/main" val="2767211961"/>
                    </a:ext>
                  </a:extLst>
                </a:gridCol>
              </a:tblGrid>
              <a:tr h="458439">
                <a:tc>
                  <a:txBody>
                    <a:bodyPr/>
                    <a:lstStyle/>
                    <a:p>
                      <a:pPr algn="ctr">
                        <a:buNone/>
                      </a:pPr>
                      <a:r>
                        <a:rPr lang="en-MY" sz="1400">
                          <a:solidFill>
                            <a:schemeClr val="bg1"/>
                          </a:solidFill>
                          <a:latin typeface="+mn-ea"/>
                          <a:ea typeface="+mn-ea"/>
                          <a:cs typeface="Segoe UI" panose="020B0502040204020203" pitchFamily="34" charset="0"/>
                        </a:rPr>
                        <a:t>教育機関</a:t>
                      </a:r>
                    </a:p>
                  </a:txBody>
                  <a:tcPr marL="36576" marR="36576"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a:buNone/>
                      </a:pPr>
                      <a:r>
                        <a:rPr lang="en-US" sz="1400">
                          <a:latin typeface="+mn-ea"/>
                          <a:ea typeface="+mn-ea"/>
                          <a:cs typeface="Segoe UI" panose="020B0502040204020203" pitchFamily="34" charset="0"/>
                        </a:rPr>
                        <a:t>Temasek Polytechnic, National University Of Singapore, Pathlight School</a:t>
                      </a: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571572910"/>
                  </a:ext>
                </a:extLst>
              </a:tr>
              <a:tr h="458439">
                <a:tc>
                  <a:txBody>
                    <a:bodyPr/>
                    <a:lstStyle/>
                    <a:p>
                      <a:pPr algn="ctr">
                        <a:buNone/>
                      </a:pPr>
                      <a:r>
                        <a:rPr lang="en-MY" sz="1400">
                          <a:solidFill>
                            <a:schemeClr val="bg1"/>
                          </a:solidFill>
                          <a:latin typeface="+mn-ea"/>
                          <a:ea typeface="+mn-ea"/>
                          <a:cs typeface="Segoe UI" panose="020B0502040204020203" pitchFamily="34" charset="0"/>
                        </a:rPr>
                        <a:t>政府機関</a:t>
                      </a:r>
                    </a:p>
                  </a:txBody>
                  <a:tcPr marL="36576" marR="36576"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a:buNone/>
                      </a:pPr>
                      <a:r>
                        <a:rPr lang="en-US" sz="1400">
                          <a:latin typeface="+mn-ea"/>
                          <a:ea typeface="+mn-ea"/>
                          <a:cs typeface="Segoe UI" panose="020B0502040204020203" pitchFamily="34" charset="0"/>
                        </a:rPr>
                        <a:t>Ang Mo Kio Town Council, Building &amp; Construction Authority, Singapore Prison Service</a:t>
                      </a: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756772484"/>
                  </a:ext>
                </a:extLst>
              </a:tr>
              <a:tr h="458439">
                <a:tc>
                  <a:txBody>
                    <a:bodyPr/>
                    <a:lstStyle/>
                    <a:p>
                      <a:pPr algn="ctr">
                        <a:buNone/>
                      </a:pPr>
                      <a:r>
                        <a:rPr lang="en-MY" sz="1400">
                          <a:solidFill>
                            <a:schemeClr val="bg1"/>
                          </a:solidFill>
                          <a:latin typeface="+mn-ea"/>
                          <a:ea typeface="+mn-ea"/>
                          <a:cs typeface="Segoe UI" panose="020B0502040204020203" pitchFamily="34" charset="0"/>
                        </a:rPr>
                        <a:t>非営利団体</a:t>
                      </a:r>
                    </a:p>
                  </a:txBody>
                  <a:tcPr marL="36576" marR="36576"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a:buNone/>
                      </a:pPr>
                      <a:r>
                        <a:rPr lang="en-US" sz="1400">
                          <a:latin typeface="+mn-ea"/>
                          <a:ea typeface="+mn-ea"/>
                          <a:cs typeface="Segoe UI" panose="020B0502040204020203" pitchFamily="34" charset="0"/>
                        </a:rPr>
                        <a:t>The Helping Hand, Methodist Welfare </a:t>
                      </a:r>
                      <a:r>
                        <a:rPr lang="en-US" altLang="ja-JP" sz="1400">
                          <a:latin typeface="+mn-ea"/>
                          <a:ea typeface="+mn-ea"/>
                          <a:cs typeface="Segoe UI" panose="020B0502040204020203" pitchFamily="34" charset="0"/>
                        </a:rPr>
                        <a:t>Services</a:t>
                      </a:r>
                      <a:r>
                        <a:rPr lang="en-US" sz="1400">
                          <a:latin typeface="+mn-ea"/>
                          <a:ea typeface="+mn-ea"/>
                          <a:cs typeface="Segoe UI" panose="020B0502040204020203" pitchFamily="34" charset="0"/>
                        </a:rPr>
                        <a:t>, All Saints Home</a:t>
                      </a: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2322792233"/>
                  </a:ext>
                </a:extLst>
              </a:tr>
              <a:tr h="677409">
                <a:tc>
                  <a:txBody>
                    <a:bodyPr/>
                    <a:lstStyle/>
                    <a:p>
                      <a:pPr algn="ctr">
                        <a:buNone/>
                      </a:pPr>
                      <a:r>
                        <a:rPr lang="en-MY" sz="1400" err="1">
                          <a:solidFill>
                            <a:schemeClr val="bg1"/>
                          </a:solidFill>
                          <a:latin typeface="+mn-ea"/>
                          <a:ea typeface="+mn-ea"/>
                          <a:cs typeface="Segoe UI" panose="020B0502040204020203" pitchFamily="34" charset="0"/>
                        </a:rPr>
                        <a:t>製造</a:t>
                      </a:r>
                      <a:r>
                        <a:rPr lang="en-MY" sz="1400">
                          <a:solidFill>
                            <a:schemeClr val="bg1"/>
                          </a:solidFill>
                          <a:latin typeface="+mn-ea"/>
                          <a:ea typeface="+mn-ea"/>
                          <a:cs typeface="Segoe UI" panose="020B0502040204020203" pitchFamily="34" charset="0"/>
                        </a:rPr>
                        <a:t>/</a:t>
                      </a:r>
                      <a:r>
                        <a:rPr lang="en-MY" sz="1400" err="1">
                          <a:solidFill>
                            <a:schemeClr val="bg1"/>
                          </a:solidFill>
                          <a:latin typeface="+mn-ea"/>
                          <a:ea typeface="+mn-ea"/>
                          <a:cs typeface="Segoe UI" panose="020B0502040204020203" pitchFamily="34" charset="0"/>
                        </a:rPr>
                        <a:t>電子機器</a:t>
                      </a:r>
                      <a:endParaRPr lang="en-MY" sz="1400">
                        <a:solidFill>
                          <a:schemeClr val="bg1"/>
                        </a:solidFill>
                        <a:latin typeface="+mn-ea"/>
                        <a:ea typeface="+mn-ea"/>
                        <a:cs typeface="Segoe UI" panose="020B0502040204020203" pitchFamily="34" charset="0"/>
                      </a:endParaRPr>
                    </a:p>
                  </a:txBody>
                  <a:tcPr marL="36576" marR="36576"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a:buNone/>
                      </a:pPr>
                      <a:r>
                        <a:rPr lang="en-US" sz="1400">
                          <a:latin typeface="+mn-ea"/>
                          <a:ea typeface="+mn-ea"/>
                          <a:cs typeface="Segoe UI" panose="020B0502040204020203" pitchFamily="34" charset="0"/>
                        </a:rPr>
                        <a:t>ST Engineering, Changi Airport Group, Fu Yu Corporation, Hardware City, Barry Callebaut Chocolate Asia Pacific</a:t>
                      </a: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591945830"/>
                  </a:ext>
                </a:extLst>
              </a:tr>
              <a:tr h="458439">
                <a:tc>
                  <a:txBody>
                    <a:bodyPr/>
                    <a:lstStyle/>
                    <a:p>
                      <a:pPr algn="ctr">
                        <a:buNone/>
                      </a:pPr>
                      <a:r>
                        <a:rPr lang="en-MY" sz="1400" err="1">
                          <a:solidFill>
                            <a:schemeClr val="bg1"/>
                          </a:solidFill>
                          <a:latin typeface="+mn-ea"/>
                          <a:ea typeface="+mn-ea"/>
                          <a:cs typeface="Segoe UI" panose="020B0502040204020203" pitchFamily="34" charset="0"/>
                        </a:rPr>
                        <a:t>建設</a:t>
                      </a:r>
                      <a:endParaRPr lang="en-MY" sz="1400">
                        <a:solidFill>
                          <a:schemeClr val="bg1"/>
                        </a:solidFill>
                        <a:latin typeface="+mn-ea"/>
                        <a:ea typeface="+mn-ea"/>
                        <a:cs typeface="Segoe UI" panose="020B0502040204020203" pitchFamily="34" charset="0"/>
                      </a:endParaRPr>
                    </a:p>
                  </a:txBody>
                  <a:tcPr marL="36576" marR="36576"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a:buNone/>
                      </a:pPr>
                      <a:r>
                        <a:rPr lang="en-US" sz="1400">
                          <a:latin typeface="+mn-ea"/>
                          <a:ea typeface="+mn-ea"/>
                          <a:cs typeface="Segoe UI" panose="020B0502040204020203" pitchFamily="34" charset="0"/>
                        </a:rPr>
                        <a:t>Hyundai Engineering &amp; Construction, </a:t>
                      </a:r>
                      <a:r>
                        <a:rPr lang="en-US" sz="1400" err="1">
                          <a:latin typeface="+mn-ea"/>
                          <a:ea typeface="+mn-ea"/>
                          <a:cs typeface="Segoe UI" panose="020B0502040204020203" pitchFamily="34" charset="0"/>
                        </a:rPr>
                        <a:t>Greatearth</a:t>
                      </a:r>
                      <a:r>
                        <a:rPr lang="en-US" sz="1400">
                          <a:latin typeface="+mn-ea"/>
                          <a:ea typeface="+mn-ea"/>
                          <a:cs typeface="Segoe UI" panose="020B0502040204020203" pitchFamily="34" charset="0"/>
                        </a:rPr>
                        <a:t> Construction</a:t>
                      </a: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685350836"/>
                  </a:ext>
                </a:extLst>
              </a:tr>
              <a:tr h="458439">
                <a:tc>
                  <a:txBody>
                    <a:bodyPr/>
                    <a:lstStyle/>
                    <a:p>
                      <a:pPr algn="ctr">
                        <a:buNone/>
                      </a:pPr>
                      <a:r>
                        <a:rPr lang="en-MY" sz="1400">
                          <a:solidFill>
                            <a:schemeClr val="bg1"/>
                          </a:solidFill>
                          <a:latin typeface="+mn-ea"/>
                          <a:ea typeface="+mn-ea"/>
                          <a:cs typeface="Segoe UI" panose="020B0502040204020203" pitchFamily="34" charset="0"/>
                        </a:rPr>
                        <a:t>公共交通機関</a:t>
                      </a:r>
                    </a:p>
                  </a:txBody>
                  <a:tcPr marL="36576" marR="36576"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a:buNone/>
                      </a:pPr>
                      <a:r>
                        <a:rPr lang="en-US" sz="1400">
                          <a:latin typeface="+mn-ea"/>
                          <a:ea typeface="+mn-ea"/>
                          <a:cs typeface="Segoe UI" panose="020B0502040204020203" pitchFamily="34" charset="0"/>
                        </a:rPr>
                        <a:t>SMRT Corporation, SBS Transit, Go-Ahead Singapore</a:t>
                      </a:r>
                    </a:p>
                  </a:txBody>
                  <a:tcPr marL="36576" marR="36576"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81925738"/>
                  </a:ext>
                </a:extLst>
              </a:tr>
              <a:tr h="458439">
                <a:tc>
                  <a:txBody>
                    <a:bodyPr/>
                    <a:lstStyle/>
                    <a:p>
                      <a:pPr algn="ctr">
                        <a:buNone/>
                      </a:pPr>
                      <a:r>
                        <a:rPr lang="en-MY" sz="1400" err="1">
                          <a:solidFill>
                            <a:schemeClr val="bg1"/>
                          </a:solidFill>
                          <a:latin typeface="+mn-ea"/>
                          <a:ea typeface="+mn-ea"/>
                          <a:cs typeface="Segoe UI" panose="020B0502040204020203" pitchFamily="34" charset="0"/>
                        </a:rPr>
                        <a:t>食品</a:t>
                      </a:r>
                      <a:r>
                        <a:rPr lang="en-MY" sz="1400">
                          <a:solidFill>
                            <a:schemeClr val="bg1"/>
                          </a:solidFill>
                          <a:latin typeface="+mn-ea"/>
                          <a:ea typeface="+mn-ea"/>
                          <a:cs typeface="Segoe UI" panose="020B0502040204020203" pitchFamily="34" charset="0"/>
                        </a:rPr>
                        <a:t>/</a:t>
                      </a:r>
                      <a:r>
                        <a:rPr lang="en-MY" sz="1400" err="1">
                          <a:solidFill>
                            <a:schemeClr val="bg1"/>
                          </a:solidFill>
                          <a:latin typeface="+mn-ea"/>
                          <a:ea typeface="+mn-ea"/>
                          <a:cs typeface="Segoe UI" panose="020B0502040204020203" pitchFamily="34" charset="0"/>
                        </a:rPr>
                        <a:t>飲料</a:t>
                      </a:r>
                      <a:endParaRPr lang="en-MY" sz="1400">
                        <a:solidFill>
                          <a:schemeClr val="bg1"/>
                        </a:solidFill>
                        <a:latin typeface="+mn-ea"/>
                        <a:ea typeface="+mn-ea"/>
                        <a:cs typeface="Segoe UI" panose="020B0502040204020203" pitchFamily="34" charset="0"/>
                      </a:endParaRPr>
                    </a:p>
                  </a:txBody>
                  <a:tcPr marL="36576" marR="36576"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a:buNone/>
                      </a:pPr>
                      <a:r>
                        <a:rPr lang="en-MY" sz="1400">
                          <a:latin typeface="+mn-ea"/>
                          <a:ea typeface="+mn-ea"/>
                          <a:cs typeface="Segoe UI" panose="020B0502040204020203" pitchFamily="34" charset="0"/>
                        </a:rPr>
                        <a:t>Kentucky Fried Chicken</a:t>
                      </a: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464145804"/>
                  </a:ext>
                </a:extLst>
              </a:tr>
              <a:tr h="458439">
                <a:tc>
                  <a:txBody>
                    <a:bodyPr/>
                    <a:lstStyle/>
                    <a:p>
                      <a:pPr algn="ctr">
                        <a:buNone/>
                      </a:pPr>
                      <a:r>
                        <a:rPr lang="ja-TH" altLang="en-US" sz="1400">
                          <a:solidFill>
                            <a:schemeClr val="bg1"/>
                          </a:solidFill>
                          <a:latin typeface="+mn-ea"/>
                          <a:ea typeface="+mn-ea"/>
                          <a:cs typeface="Segoe UI" panose="020B0502040204020203" pitchFamily="34" charset="0"/>
                        </a:rPr>
                        <a:t>ホテル</a:t>
                      </a:r>
                      <a:r>
                        <a:rPr lang="en-US" altLang="ja-JP" sz="1400">
                          <a:solidFill>
                            <a:schemeClr val="bg1"/>
                          </a:solidFill>
                          <a:latin typeface="+mn-ea"/>
                          <a:ea typeface="+mn-ea"/>
                          <a:cs typeface="Segoe UI" panose="020B0502040204020203" pitchFamily="34" charset="0"/>
                        </a:rPr>
                        <a:t>/</a:t>
                      </a:r>
                    </a:p>
                    <a:p>
                      <a:pPr algn="ctr">
                        <a:buNone/>
                      </a:pPr>
                      <a:r>
                        <a:rPr lang="ja-JP" altLang="en-US" sz="1400">
                          <a:solidFill>
                            <a:schemeClr val="bg1"/>
                          </a:solidFill>
                          <a:latin typeface="+mn-ea"/>
                          <a:ea typeface="+mn-ea"/>
                          <a:cs typeface="Segoe UI" panose="020B0502040204020203" pitchFamily="34" charset="0"/>
                        </a:rPr>
                        <a:t>レジャー</a:t>
                      </a:r>
                      <a:endParaRPr lang="en-MY" sz="1400">
                        <a:solidFill>
                          <a:schemeClr val="bg1"/>
                        </a:solidFill>
                        <a:latin typeface="+mn-ea"/>
                        <a:ea typeface="+mn-ea"/>
                        <a:cs typeface="Segoe UI" panose="020B0502040204020203" pitchFamily="34" charset="0"/>
                      </a:endParaRPr>
                    </a:p>
                  </a:txBody>
                  <a:tcPr marL="36576" marR="36576"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a:buNone/>
                      </a:pPr>
                      <a:r>
                        <a:rPr lang="en-US" sz="1400">
                          <a:latin typeface="+mn-ea"/>
                          <a:ea typeface="+mn-ea"/>
                          <a:cs typeface="Segoe UI" panose="020B0502040204020203" pitchFamily="34" charset="0"/>
                        </a:rPr>
                        <a:t>Singapore Island Country Club, Mapletree</a:t>
                      </a: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12373075"/>
                  </a:ext>
                </a:extLst>
              </a:tr>
              <a:tr h="458439">
                <a:tc>
                  <a:txBody>
                    <a:bodyPr/>
                    <a:lstStyle/>
                    <a:p>
                      <a:pPr algn="ctr">
                        <a:buNone/>
                      </a:pPr>
                      <a:r>
                        <a:rPr lang="en-MY" sz="1400">
                          <a:solidFill>
                            <a:schemeClr val="bg1"/>
                          </a:solidFill>
                          <a:latin typeface="+mn-ea"/>
                          <a:ea typeface="+mn-ea"/>
                          <a:cs typeface="Segoe UI" panose="020B0502040204020203" pitchFamily="34" charset="0"/>
                        </a:rPr>
                        <a:t>個別組織</a:t>
                      </a:r>
                    </a:p>
                  </a:txBody>
                  <a:tcPr marL="36576" marR="36576"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a:buNone/>
                      </a:pPr>
                      <a:r>
                        <a:rPr lang="en-US" sz="1400">
                          <a:latin typeface="+mn-ea"/>
                          <a:ea typeface="+mn-ea"/>
                          <a:cs typeface="Segoe UI" panose="020B0502040204020203" pitchFamily="34" charset="0"/>
                        </a:rPr>
                        <a:t>GKE Corporation, Singapore Post</a:t>
                      </a: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2470152692"/>
                  </a:ext>
                </a:extLst>
              </a:tr>
            </a:tbl>
          </a:graphicData>
        </a:graphic>
      </p:graphicFrame>
    </p:spTree>
    <p:extLst>
      <p:ext uri="{BB962C8B-B14F-4D97-AF65-F5344CB8AC3E}">
        <p14:creationId xmlns:p14="http://schemas.microsoft.com/office/powerpoint/2010/main" val="257004880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80499-D17D-B0EF-A080-83FD7A79637F}"/>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7AAA4A6-E780-14D9-FA45-3ABE6DA06A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4" name="think-cell data - do not delete" hidden="1">
                        <a:extLst>
                          <a:ext uri="{FF2B5EF4-FFF2-40B4-BE49-F238E27FC236}">
                            <a16:creationId xmlns:a16="http://schemas.microsoft.com/office/drawing/2014/main" id="{37AAA4A6-E780-14D9-FA45-3ABE6DA06AA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B6BA066A-01C7-020E-91AC-AB22A65D2501}"/>
              </a:ext>
            </a:extLst>
          </p:cNvPr>
          <p:cNvSpPr>
            <a:spLocks noGrp="1"/>
          </p:cNvSpPr>
          <p:nvPr>
            <p:ph type="title"/>
          </p:nvPr>
        </p:nvSpPr>
        <p:spPr>
          <a:xfrm>
            <a:off x="343673" y="44624"/>
            <a:ext cx="9319360" cy="831850"/>
          </a:xfrm>
        </p:spPr>
        <p:txBody>
          <a:bodyPr vert="horz"/>
          <a:lstStyle/>
          <a:p>
            <a:pPr fontAlgn="ctr"/>
            <a:r>
              <a:rPr lang="en-GB">
                <a:solidFill>
                  <a:srgbClr val="000000"/>
                </a:solidFill>
                <a:latin typeface="+mj-ea"/>
                <a:cs typeface="Segoe UI" panose="020B0502040204020203" pitchFamily="34" charset="0"/>
              </a:rPr>
              <a:t>34. Prowler International</a:t>
            </a:r>
            <a:br>
              <a:rPr lang="en-GB">
                <a:solidFill>
                  <a:srgbClr val="000000"/>
                </a:solidFill>
                <a:latin typeface="+mj-ea"/>
                <a:cs typeface="Segoe UI" panose="020B0502040204020203" pitchFamily="34" charset="0"/>
              </a:rPr>
            </a:br>
            <a:r>
              <a:rPr lang="ja-JP" altLang="en-US" sz="1600">
                <a:latin typeface="+mj-ea"/>
              </a:rPr>
              <a:t>防犯カメラや入退室管理を中心としたセキュリティシステムの供給・統合</a:t>
            </a:r>
            <a:r>
              <a:rPr lang="ja-TH" altLang="en-US" sz="1600">
                <a:latin typeface="+mj-ea"/>
              </a:rPr>
              <a:t>を提供</a:t>
            </a:r>
            <a:endParaRPr lang="en-GB">
              <a:solidFill>
                <a:srgbClr val="000000"/>
              </a:solidFill>
              <a:latin typeface="+mj-ea"/>
              <a:cs typeface="Segoe UI" panose="020B0502040204020203" pitchFamily="34" charset="0"/>
            </a:endParaRPr>
          </a:p>
        </p:txBody>
      </p:sp>
      <p:grpSp>
        <p:nvGrpSpPr>
          <p:cNvPr id="7" name="グループ化 58">
            <a:extLst>
              <a:ext uri="{FF2B5EF4-FFF2-40B4-BE49-F238E27FC236}">
                <a16:creationId xmlns:a16="http://schemas.microsoft.com/office/drawing/2014/main" id="{A16B74B0-4D6E-424D-4A88-A292FAFC0260}"/>
              </a:ext>
            </a:extLst>
          </p:cNvPr>
          <p:cNvGrpSpPr/>
          <p:nvPr/>
        </p:nvGrpSpPr>
        <p:grpSpPr>
          <a:xfrm>
            <a:off x="343673" y="1342160"/>
            <a:ext cx="5570376" cy="307777"/>
            <a:chOff x="1998094" y="1119975"/>
            <a:chExt cx="7884946" cy="465201"/>
          </a:xfrm>
          <a:noFill/>
        </p:grpSpPr>
        <p:sp>
          <p:nvSpPr>
            <p:cNvPr id="8" name="ColumnHeader">
              <a:extLst>
                <a:ext uri="{FF2B5EF4-FFF2-40B4-BE49-F238E27FC236}">
                  <a16:creationId xmlns:a16="http://schemas.microsoft.com/office/drawing/2014/main" id="{5E584304-8105-3F23-47FB-66882EC28514}"/>
                </a:ext>
              </a:extLst>
            </p:cNvPr>
            <p:cNvSpPr>
              <a:spLocks noChangeArrowheads="1"/>
            </p:cNvSpPr>
            <p:nvPr/>
          </p:nvSpPr>
          <p:spPr bwMode="gray">
            <a:xfrm>
              <a:off x="2125587" y="1119975"/>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6000" indent="-216000" algn="ctr"/>
              <a:r>
                <a:rPr lang="ja-JP" altLang="en-US" sz="1400">
                  <a:solidFill>
                    <a:srgbClr val="000000"/>
                  </a:solidFill>
                  <a:latin typeface="+mn-ea"/>
                  <a:cs typeface="Segoe UI" panose="020B0502040204020203" pitchFamily="34" charset="0"/>
                </a:rPr>
                <a:t>会社基本情報</a:t>
              </a:r>
            </a:p>
          </p:txBody>
        </p:sp>
        <p:cxnSp>
          <p:nvCxnSpPr>
            <p:cNvPr id="9" name="直線コネクタ 60">
              <a:extLst>
                <a:ext uri="{FF2B5EF4-FFF2-40B4-BE49-F238E27FC236}">
                  <a16:creationId xmlns:a16="http://schemas.microsoft.com/office/drawing/2014/main" id="{7402E347-E4D3-5D07-5A27-4DE01B2CD13F}"/>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8DC4B6A9-83A6-B37B-ED8D-7A116E3293CB}"/>
              </a:ext>
            </a:extLst>
          </p:cNvPr>
          <p:cNvSpPr txBox="1"/>
          <p:nvPr/>
        </p:nvSpPr>
        <p:spPr>
          <a:xfrm>
            <a:off x="343673" y="6110651"/>
            <a:ext cx="11521399" cy="246221"/>
          </a:xfrm>
          <a:prstGeom prst="rect">
            <a:avLst/>
          </a:prstGeom>
          <a:noFill/>
        </p:spPr>
        <p:txBody>
          <a:bodyPr wrap="square" lIns="91440" tIns="45720" rIns="91440" bIns="45720" anchor="ctr">
            <a:spAutoFit/>
          </a:bodyPr>
          <a:lstStyle/>
          <a:p>
            <a:r>
              <a:rPr lang="ja-JP" altLang="en-US" sz="1000">
                <a:latin typeface="+mn-ea"/>
                <a:cs typeface="Segoe UI" panose="020B0502040204020203" pitchFamily="34" charset="0"/>
              </a:rPr>
              <a:t>出典</a:t>
            </a:r>
            <a:r>
              <a:rPr kumimoji="1" lang="en-GB" sz="1000" i="0" u="none" strike="noStrike" kern="1200">
                <a:effectLst/>
                <a:latin typeface="+mn-ea"/>
                <a:cs typeface="Segoe UI" panose="020B0502040204020203" pitchFamily="34" charset="0"/>
              </a:rPr>
              <a:t>: </a:t>
            </a:r>
            <a:r>
              <a:rPr lang="ja-JP" altLang="en-US" sz="1000">
                <a:latin typeface="+mn-ea"/>
                <a:cs typeface="Segoe UI" panose="020B0502040204020203" pitchFamily="34" charset="0"/>
              </a:rPr>
              <a:t>会社ウェブサイト</a:t>
            </a:r>
            <a:endParaRPr lang="en-GB" sz="1000">
              <a:latin typeface="+mn-ea"/>
              <a:cs typeface="Segoe UI" panose="020B0502040204020203" pitchFamily="34" charset="0"/>
            </a:endParaRPr>
          </a:p>
        </p:txBody>
      </p:sp>
      <p:grpSp>
        <p:nvGrpSpPr>
          <p:cNvPr id="14" name="グループ化 58">
            <a:extLst>
              <a:ext uri="{FF2B5EF4-FFF2-40B4-BE49-F238E27FC236}">
                <a16:creationId xmlns:a16="http://schemas.microsoft.com/office/drawing/2014/main" id="{4E0354C0-E22D-064A-0FD6-23F76CE80E1A}"/>
              </a:ext>
            </a:extLst>
          </p:cNvPr>
          <p:cNvGrpSpPr/>
          <p:nvPr/>
        </p:nvGrpSpPr>
        <p:grpSpPr>
          <a:xfrm>
            <a:off x="6269918" y="3485797"/>
            <a:ext cx="5587119" cy="318126"/>
            <a:chOff x="1998094" y="1100134"/>
            <a:chExt cx="7884946" cy="480843"/>
          </a:xfrm>
          <a:noFill/>
        </p:grpSpPr>
        <p:sp>
          <p:nvSpPr>
            <p:cNvPr id="15" name="ColumnHeader">
              <a:extLst>
                <a:ext uri="{FF2B5EF4-FFF2-40B4-BE49-F238E27FC236}">
                  <a16:creationId xmlns:a16="http://schemas.microsoft.com/office/drawing/2014/main" id="{95218788-AB1E-B487-D095-EC16B401D6D9}"/>
                </a:ext>
              </a:extLst>
            </p:cNvPr>
            <p:cNvSpPr>
              <a:spLocks noChangeArrowheads="1"/>
            </p:cNvSpPr>
            <p:nvPr/>
          </p:nvSpPr>
          <p:spPr bwMode="gray">
            <a:xfrm>
              <a:off x="2125586" y="1100134"/>
              <a:ext cx="7629962"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5900" indent="-215900" algn="ctr"/>
              <a:r>
                <a:rPr lang="ja-JP" altLang="en-US" sz="1400">
                  <a:solidFill>
                    <a:srgbClr val="000000"/>
                  </a:solidFill>
                  <a:latin typeface="Segoe UI" panose="020B0502040204020203" pitchFamily="34" charset="0"/>
                  <a:cs typeface="Segoe UI" panose="020B0502040204020203" pitchFamily="34" charset="0"/>
                </a:rPr>
                <a:t>主要パートナー</a:t>
              </a:r>
              <a:r>
                <a:rPr lang="en-US" altLang="ja-JP" sz="1400">
                  <a:solidFill>
                    <a:srgbClr val="000000"/>
                  </a:solidFill>
                  <a:latin typeface="Segoe UI" panose="020B0502040204020203" pitchFamily="34" charset="0"/>
                  <a:cs typeface="Segoe UI" panose="020B0502040204020203" pitchFamily="34" charset="0"/>
                </a:rPr>
                <a:t> (</a:t>
              </a:r>
              <a:r>
                <a:rPr lang="ja-JP" altLang="en-US" sz="1400">
                  <a:solidFill>
                    <a:srgbClr val="000000"/>
                  </a:solidFill>
                  <a:latin typeface="Segoe UI" panose="020B0502040204020203" pitchFamily="34" charset="0"/>
                  <a:cs typeface="Segoe UI" panose="020B0502040204020203" pitchFamily="34" charset="0"/>
                </a:rPr>
                <a:t>本社所在地</a:t>
              </a:r>
              <a:r>
                <a:rPr lang="en-US" altLang="ja-JP" sz="1400">
                  <a:solidFill>
                    <a:srgbClr val="000000"/>
                  </a:solidFill>
                  <a:latin typeface="Segoe UI" panose="020B0502040204020203" pitchFamily="34" charset="0"/>
                  <a:cs typeface="Segoe UI" panose="020B0502040204020203" pitchFamily="34" charset="0"/>
                </a:rPr>
                <a:t>)</a:t>
              </a:r>
              <a:endParaRPr lang="ja-JP" altLang="en-US" sz="1400">
                <a:solidFill>
                  <a:srgbClr val="000000"/>
                </a:solidFill>
                <a:latin typeface="Segoe UI" panose="020B0502040204020203" pitchFamily="34" charset="0"/>
                <a:cs typeface="Segoe UI" panose="020B0502040204020203" pitchFamily="34" charset="0"/>
              </a:endParaRPr>
            </a:p>
          </p:txBody>
        </p:sp>
        <p:cxnSp>
          <p:nvCxnSpPr>
            <p:cNvPr id="16" name="直線コネクタ 60">
              <a:extLst>
                <a:ext uri="{FF2B5EF4-FFF2-40B4-BE49-F238E27FC236}">
                  <a16:creationId xmlns:a16="http://schemas.microsoft.com/office/drawing/2014/main" id="{296F9385-5919-122D-E033-A843F595FB57}"/>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グループ化 58">
            <a:extLst>
              <a:ext uri="{FF2B5EF4-FFF2-40B4-BE49-F238E27FC236}">
                <a16:creationId xmlns:a16="http://schemas.microsoft.com/office/drawing/2014/main" id="{E4FD8F35-5E52-0E24-CB2A-D4F40332CCEB}"/>
              </a:ext>
            </a:extLst>
          </p:cNvPr>
          <p:cNvGrpSpPr/>
          <p:nvPr/>
        </p:nvGrpSpPr>
        <p:grpSpPr>
          <a:xfrm>
            <a:off x="6273800" y="1342160"/>
            <a:ext cx="5570376" cy="307777"/>
            <a:chOff x="1998094" y="1119975"/>
            <a:chExt cx="7884946" cy="465201"/>
          </a:xfrm>
          <a:noFill/>
        </p:grpSpPr>
        <p:sp>
          <p:nvSpPr>
            <p:cNvPr id="10" name="ColumnHeader">
              <a:extLst>
                <a:ext uri="{FF2B5EF4-FFF2-40B4-BE49-F238E27FC236}">
                  <a16:creationId xmlns:a16="http://schemas.microsoft.com/office/drawing/2014/main" id="{42BF8B02-3E06-FEC9-1A81-433365A1C9D3}"/>
                </a:ext>
              </a:extLst>
            </p:cNvPr>
            <p:cNvSpPr>
              <a:spLocks noChangeArrowheads="1"/>
            </p:cNvSpPr>
            <p:nvPr/>
          </p:nvSpPr>
          <p:spPr bwMode="gray">
            <a:xfrm>
              <a:off x="2125587" y="1119975"/>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6000" indent="-216000" algn="ctr"/>
              <a:r>
                <a:rPr lang="ja-JP" altLang="en-US" sz="1400">
                  <a:solidFill>
                    <a:srgbClr val="000000"/>
                  </a:solidFill>
                  <a:latin typeface="+mn-ea"/>
                </a:rPr>
                <a:t>貴社との潜在的なシナジー</a:t>
              </a:r>
              <a:endParaRPr lang="ja-JP" altLang="en-US" sz="1400">
                <a:solidFill>
                  <a:srgbClr val="000000"/>
                </a:solidFill>
                <a:latin typeface="+mn-ea"/>
                <a:cs typeface="Segoe UI" panose="020B0502040204020203" pitchFamily="34" charset="0"/>
              </a:endParaRPr>
            </a:p>
          </p:txBody>
        </p:sp>
        <p:cxnSp>
          <p:nvCxnSpPr>
            <p:cNvPr id="11" name="直線コネクタ 60">
              <a:extLst>
                <a:ext uri="{FF2B5EF4-FFF2-40B4-BE49-F238E27FC236}">
                  <a16:creationId xmlns:a16="http://schemas.microsoft.com/office/drawing/2014/main" id="{3E91140D-7EDE-3AEC-CD31-389C12F16D29}"/>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7" name="TextBox 26">
            <a:extLst>
              <a:ext uri="{FF2B5EF4-FFF2-40B4-BE49-F238E27FC236}">
                <a16:creationId xmlns:a16="http://schemas.microsoft.com/office/drawing/2014/main" id="{C86DDEA8-2B8D-F9DE-FF00-DDCB5CBB8CA4}"/>
              </a:ext>
            </a:extLst>
          </p:cNvPr>
          <p:cNvSpPr txBox="1"/>
          <p:nvPr/>
        </p:nvSpPr>
        <p:spPr>
          <a:xfrm>
            <a:off x="6273801" y="1747908"/>
            <a:ext cx="5583236" cy="1077218"/>
          </a:xfrm>
          <a:prstGeom prst="rect">
            <a:avLst/>
          </a:prstGeom>
          <a:noFill/>
        </p:spPr>
        <p:txBody>
          <a:bodyPr wrap="square" lIns="36576" tIns="0" rIns="36576" bIns="0">
            <a:spAutoFit/>
          </a:bodyPr>
          <a:lstStyle/>
          <a:p>
            <a:pPr marL="216000" marR="91440" lvl="0" indent="-216000" fontAlgn="ctr">
              <a:buFont typeface="Wingdings" panose="05000000000000000000" pitchFamily="2" charset="2"/>
              <a:buChar char="n"/>
              <a:defRPr/>
            </a:pPr>
            <a:r>
              <a:rPr lang="ja-TH" altLang="en-US" sz="1400">
                <a:latin typeface="+mn-ea"/>
                <a:cs typeface="Segoe UI" panose="020B0502040204020203" pitchFamily="34" charset="0"/>
              </a:rPr>
              <a:t>同社</a:t>
            </a:r>
            <a:r>
              <a:rPr lang="ja-JP" altLang="en-US" sz="1400">
                <a:latin typeface="+mn-ea"/>
                <a:cs typeface="Segoe UI" panose="020B0502040204020203" pitchFamily="34" charset="0"/>
              </a:rPr>
              <a:t>がシンガポールで確立している</a:t>
            </a:r>
            <a:r>
              <a:rPr lang="ja-TH" altLang="en-US" sz="1400">
                <a:latin typeface="+mn-ea"/>
                <a:cs typeface="Segoe UI" panose="020B0502040204020203" pitchFamily="34" charset="0"/>
              </a:rPr>
              <a:t>販売</a:t>
            </a:r>
            <a:r>
              <a:rPr lang="ja-JP" altLang="en-US" sz="1400">
                <a:latin typeface="+mn-ea"/>
                <a:cs typeface="Segoe UI" panose="020B0502040204020203" pitchFamily="34" charset="0"/>
              </a:rPr>
              <a:t>ネットワークにアクセスし、</a:t>
            </a:r>
            <a:r>
              <a:rPr lang="ja-TH" altLang="en-US" sz="1400">
                <a:latin typeface="+mn-ea"/>
                <a:cs typeface="Segoe UI" panose="020B0502040204020203" pitchFamily="34" charset="0"/>
              </a:rPr>
              <a:t>貴社</a:t>
            </a:r>
            <a:r>
              <a:rPr lang="ja-JP" altLang="en-US" sz="1400">
                <a:latin typeface="+mn-ea"/>
                <a:cs typeface="Segoe UI" panose="020B0502040204020203" pitchFamily="34" charset="0"/>
              </a:rPr>
              <a:t>のチャネルリーチとプロジェクトカバレッジを拡大</a:t>
            </a:r>
          </a:p>
          <a:p>
            <a:pPr marL="216000" marR="91440" lvl="0" indent="-216000" fontAlgn="ctr">
              <a:buFont typeface="Wingdings" panose="05000000000000000000" pitchFamily="2" charset="2"/>
              <a:buChar char="n"/>
              <a:defRPr/>
            </a:pPr>
            <a:r>
              <a:rPr lang="ja-TH" altLang="en-US" sz="1400">
                <a:latin typeface="+mn-ea"/>
                <a:cs typeface="Segoe UI" panose="020B0502040204020203" pitchFamily="34" charset="0"/>
              </a:rPr>
              <a:t>貴社</a:t>
            </a:r>
            <a:r>
              <a:rPr lang="ja-JP" altLang="en-US" sz="1400">
                <a:latin typeface="+mn-ea"/>
                <a:cs typeface="Segoe UI" panose="020B0502040204020203" pitchFamily="34" charset="0"/>
              </a:rPr>
              <a:t>のセキュリティブランドを</a:t>
            </a:r>
            <a:r>
              <a:rPr lang="ja-TH" altLang="en-US" sz="1400">
                <a:latin typeface="+mn-ea"/>
                <a:cs typeface="Segoe UI" panose="020B0502040204020203" pitchFamily="34" charset="0"/>
              </a:rPr>
              <a:t>同社</a:t>
            </a:r>
            <a:r>
              <a:rPr lang="ja-JP" altLang="en-US" sz="1400">
                <a:latin typeface="+mn-ea"/>
                <a:cs typeface="Segoe UI" panose="020B0502040204020203" pitchFamily="34" charset="0"/>
              </a:rPr>
              <a:t>の既存製品ポートフォリオに加えることでトップライン成長を促進し、</a:t>
            </a:r>
            <a:r>
              <a:rPr lang="en-GB" altLang="ja-JP" sz="1400">
                <a:latin typeface="+mn-ea"/>
                <a:cs typeface="Segoe UI" panose="020B0502040204020203" pitchFamily="34" charset="0"/>
              </a:rPr>
              <a:t>CCTV</a:t>
            </a:r>
            <a:r>
              <a:rPr lang="ja-JP" altLang="en-GB" sz="1400">
                <a:latin typeface="+mn-ea"/>
                <a:cs typeface="Segoe UI" panose="020B0502040204020203" pitchFamily="34" charset="0"/>
              </a:rPr>
              <a:t>、</a:t>
            </a:r>
            <a:r>
              <a:rPr lang="ja-JP" altLang="en-US" sz="1400">
                <a:latin typeface="+mn-ea"/>
                <a:cs typeface="Segoe UI" panose="020B0502040204020203" pitchFamily="34" charset="0"/>
              </a:rPr>
              <a:t>入退室管理、ネットワーク関連プロジェクトでの共同販売を可能にする</a:t>
            </a:r>
            <a:r>
              <a:rPr lang="ja-TH" altLang="en-US" sz="1400">
                <a:latin typeface="+mn-ea"/>
                <a:cs typeface="Segoe UI" panose="020B0502040204020203" pitchFamily="34" charset="0"/>
              </a:rPr>
              <a:t>機会</a:t>
            </a:r>
            <a:endParaRPr lang="ja-JP" altLang="en-US" sz="1400">
              <a:latin typeface="+mn-ea"/>
              <a:cs typeface="Segoe UI" panose="020B0502040204020203" pitchFamily="34" charset="0"/>
            </a:endParaRPr>
          </a:p>
        </p:txBody>
      </p:sp>
      <p:graphicFrame>
        <p:nvGraphicFramePr>
          <p:cNvPr id="5" name="Table 4">
            <a:extLst>
              <a:ext uri="{FF2B5EF4-FFF2-40B4-BE49-F238E27FC236}">
                <a16:creationId xmlns:a16="http://schemas.microsoft.com/office/drawing/2014/main" id="{51E4E494-56B0-94D7-EDB4-E044EB76B6A1}"/>
              </a:ext>
            </a:extLst>
          </p:cNvPr>
          <p:cNvGraphicFramePr>
            <a:graphicFrameLocks noGrp="1"/>
          </p:cNvGraphicFramePr>
          <p:nvPr/>
        </p:nvGraphicFramePr>
        <p:xfrm>
          <a:off x="326928" y="1747907"/>
          <a:ext cx="5577840" cy="4359957"/>
        </p:xfrm>
        <a:graphic>
          <a:graphicData uri="http://schemas.openxmlformats.org/drawingml/2006/table">
            <a:tbl>
              <a:tblPr/>
              <a:tblGrid>
                <a:gridCol w="1188720">
                  <a:extLst>
                    <a:ext uri="{9D8B030D-6E8A-4147-A177-3AD203B41FA5}">
                      <a16:colId xmlns:a16="http://schemas.microsoft.com/office/drawing/2014/main" val="1856092752"/>
                    </a:ext>
                  </a:extLst>
                </a:gridCol>
                <a:gridCol w="4389120">
                  <a:extLst>
                    <a:ext uri="{9D8B030D-6E8A-4147-A177-3AD203B41FA5}">
                      <a16:colId xmlns:a16="http://schemas.microsoft.com/office/drawing/2014/main" val="2767211961"/>
                    </a:ext>
                  </a:extLst>
                </a:gridCol>
              </a:tblGrid>
              <a:tr h="272497">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会社名</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algn="l" fontAlgn="ctr">
                        <a:buNone/>
                      </a:pPr>
                      <a:r>
                        <a:rPr lang="en-GB" sz="1400" b="0" i="0" u="none" strike="noStrike">
                          <a:solidFill>
                            <a:srgbClr val="000000"/>
                          </a:solidFill>
                          <a:effectLst/>
                          <a:latin typeface="+mn-ea"/>
                          <a:ea typeface="+mn-ea"/>
                          <a:cs typeface="Segoe UI" panose="020B0502040204020203" pitchFamily="34" charset="0"/>
                          <a:hlinkClick r:id="rId6"/>
                        </a:rPr>
                        <a:t>Prowler International</a:t>
                      </a:r>
                      <a:endParaRPr lang="en-GB" sz="1400" b="0" i="0" u="none" strike="noStrike">
                        <a:solidFill>
                          <a:srgbClr val="000000"/>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39986481"/>
                  </a:ext>
                </a:extLst>
              </a:tr>
              <a:tr h="272497">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設立年</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marR="91440" indent="0" algn="l" defTabSz="914400" rtl="0" eaLnBrk="1" fontAlgn="ctr" latinLnBrk="0" hangingPunct="1">
                        <a:spcBef>
                          <a:spcPts val="0"/>
                        </a:spcBef>
                        <a:spcAft>
                          <a:spcPts val="0"/>
                        </a:spcAft>
                        <a:buFontTx/>
                        <a:buNone/>
                      </a:pPr>
                      <a:r>
                        <a:rPr kumimoji="1" lang="en-GB" sz="1400" b="0" kern="1200">
                          <a:solidFill>
                            <a:schemeClr val="tx1"/>
                          </a:solidFill>
                          <a:effectLst/>
                          <a:latin typeface="+mn-ea"/>
                          <a:ea typeface="+mn-ea"/>
                          <a:cs typeface="Segoe UI" panose="020B0502040204020203" pitchFamily="34" charset="0"/>
                        </a:rPr>
                        <a:t>2007年</a:t>
                      </a:r>
                    </a:p>
                  </a:txBody>
                  <a:tcPr marL="36000" marR="3600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685350836"/>
                  </a:ext>
                </a:extLst>
              </a:tr>
              <a:tr h="272497">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本社所在地</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marR="91440" lvl="0" indent="0" algn="l" defTabSz="914400" rtl="0" eaLnBrk="1" fontAlgn="ctr" latinLnBrk="0" hangingPunct="1">
                        <a:lnSpc>
                          <a:spcPct val="100000"/>
                        </a:lnSpc>
                        <a:spcBef>
                          <a:spcPts val="0"/>
                        </a:spcBef>
                        <a:spcAft>
                          <a:spcPts val="0"/>
                        </a:spcAft>
                        <a:buClrTx/>
                        <a:buSzTx/>
                        <a:buFontTx/>
                        <a:buNone/>
                        <a:tabLst/>
                        <a:defRPr/>
                      </a:pPr>
                      <a:r>
                        <a:rPr kumimoji="1" lang="ja-TH" altLang="en-US" sz="1400" b="0" i="0" u="none" strike="noStrike" kern="1200">
                          <a:solidFill>
                            <a:schemeClr val="tx1"/>
                          </a:solidFill>
                          <a:effectLst/>
                          <a:latin typeface="+mn-ea"/>
                          <a:ea typeface="+mn-ea"/>
                          <a:cs typeface="Segoe UI" panose="020B0502040204020203" pitchFamily="34" charset="0"/>
                        </a:rPr>
                        <a:t>シンガポール、</a:t>
                      </a:r>
                      <a:r>
                        <a:rPr kumimoji="1" lang="ja-JP" altLang="en-US" sz="1400" b="0" i="0" u="none" strike="noStrike" kern="1200">
                          <a:solidFill>
                            <a:schemeClr val="tx1"/>
                          </a:solidFill>
                          <a:effectLst/>
                          <a:latin typeface="+mn-ea"/>
                          <a:ea typeface="+mn-ea"/>
                          <a:cs typeface="Segoe UI" panose="020B0502040204020203" pitchFamily="34" charset="0"/>
                        </a:rPr>
                        <a:t>イシュン工業通り</a:t>
                      </a:r>
                      <a:endParaRPr kumimoji="1" lang="en-GB" altLang="ja-JP" sz="1400" b="0" i="0" u="none" strike="noStrike" kern="1200">
                        <a:solidFill>
                          <a:schemeClr val="tx1"/>
                        </a:solidFill>
                        <a:effectLst/>
                        <a:latin typeface="+mn-ea"/>
                        <a:ea typeface="+mn-ea"/>
                        <a:cs typeface="Segoe UI" panose="020B0502040204020203" pitchFamily="34" charset="0"/>
                      </a:endParaRP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81925738"/>
                  </a:ext>
                </a:extLst>
              </a:tr>
              <a:tr h="817492">
                <a:tc>
                  <a:txBody>
                    <a:bodyPr/>
                    <a:lstStyle/>
                    <a:p>
                      <a:pPr lvl="0" algn="ctr">
                        <a:spcBef>
                          <a:spcPts val="0"/>
                        </a:spcBef>
                        <a:buNone/>
                      </a:pPr>
                      <a:r>
                        <a:rPr lang="ja-JP" altLang="en-US" sz="1400" b="0" i="0">
                          <a:solidFill>
                            <a:schemeClr val="bg1"/>
                          </a:solidFill>
                          <a:effectLst/>
                          <a:latin typeface="+mn-ea"/>
                          <a:ea typeface="+mn-ea"/>
                          <a:cs typeface="Segoe UI" panose="020B0502040204020203" pitchFamily="34" charset="0"/>
                        </a:rPr>
                        <a:t>事業内容</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7">
                      <a:solidFill>
                        <a:srgbClr val="FFFFFF"/>
                      </a:solidFill>
                    </a:lnB>
                    <a:solidFill>
                      <a:schemeClr val="accent3"/>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lang="ja-JP" altLang="en-US" sz="1400">
                          <a:latin typeface="+mn-ea"/>
                          <a:ea typeface="+mn-ea"/>
                          <a:cs typeface="Segoe UI" panose="020B0502040204020203" pitchFamily="34" charset="0"/>
                        </a:rPr>
                        <a:t>防犯カメラシステム、入退室管理システム、および関連するセキュリティソリューションを提供するセキュリティシステム供給・統合業者</a:t>
                      </a:r>
                      <a:endParaRPr kumimoji="1" lang="en-US" sz="1400" b="0" kern="1200">
                        <a:solidFill>
                          <a:schemeClr val="tx1"/>
                        </a:solidFill>
                        <a:effectLst/>
                        <a:latin typeface="+mn-ea"/>
                        <a:ea typeface="+mn-ea"/>
                        <a:cs typeface="Segoe UI" panose="020B0502040204020203" pitchFamily="34" charset="0"/>
                      </a:endParaRP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39953510"/>
                  </a:ext>
                </a:extLst>
              </a:tr>
              <a:tr h="1634985">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主要製品</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216000" indent="-216000">
                        <a:buFont typeface="Wingdings" pitchFamily="2" charset="2"/>
                        <a:buChar char="n"/>
                      </a:pPr>
                      <a:r>
                        <a:rPr lang="en-US" sz="1400">
                          <a:latin typeface="+mn-ea"/>
                          <a:ea typeface="+mn-ea"/>
                          <a:cs typeface="Segoe UI" panose="020B0502040204020203" pitchFamily="34" charset="0"/>
                        </a:rPr>
                        <a:t>CCTV</a:t>
                      </a:r>
                      <a:r>
                        <a:rPr lang="ja-JP" altLang="en-US" sz="1400">
                          <a:latin typeface="+mn-ea"/>
                          <a:ea typeface="+mn-ea"/>
                          <a:cs typeface="Segoe UI" panose="020B0502040204020203" pitchFamily="34" charset="0"/>
                        </a:rPr>
                        <a:t>カメラ</a:t>
                      </a:r>
                    </a:p>
                    <a:p>
                      <a:pPr marL="216000" indent="-216000">
                        <a:buFont typeface="Wingdings" pitchFamily="2" charset="2"/>
                        <a:buChar char="n"/>
                      </a:pPr>
                      <a:r>
                        <a:rPr lang="ja-JP" altLang="en-US" sz="1400">
                          <a:latin typeface="+mn-ea"/>
                          <a:ea typeface="+mn-ea"/>
                          <a:cs typeface="Segoe UI" panose="020B0502040204020203" pitchFamily="34" charset="0"/>
                        </a:rPr>
                        <a:t>アクセス制御システム</a:t>
                      </a:r>
                    </a:p>
                    <a:p>
                      <a:pPr marL="216000" indent="-216000">
                        <a:buFont typeface="Wingdings" pitchFamily="2" charset="2"/>
                        <a:buChar char="n"/>
                      </a:pPr>
                      <a:r>
                        <a:rPr lang="ja-JP" altLang="en-US" sz="1400">
                          <a:latin typeface="+mn-ea"/>
                          <a:ea typeface="+mn-ea"/>
                          <a:cs typeface="Segoe UI" panose="020B0502040204020203" pitchFamily="34" charset="0"/>
                        </a:rPr>
                        <a:t>ネットワーク主要製品（</a:t>
                      </a:r>
                      <a:r>
                        <a:rPr lang="en-US" sz="1400">
                          <a:latin typeface="+mn-ea"/>
                          <a:ea typeface="+mn-ea"/>
                          <a:cs typeface="Segoe UI" panose="020B0502040204020203" pitchFamily="34" charset="0"/>
                        </a:rPr>
                        <a:t>LAN</a:t>
                      </a:r>
                      <a:r>
                        <a:rPr lang="ja-JP" altLang="en-US" sz="1400">
                          <a:latin typeface="+mn-ea"/>
                          <a:ea typeface="+mn-ea"/>
                          <a:cs typeface="Segoe UI" panose="020B0502040204020203" pitchFamily="34" charset="0"/>
                        </a:rPr>
                        <a:t>スイッチ、</a:t>
                      </a:r>
                      <a:r>
                        <a:rPr lang="en-US" sz="1400">
                          <a:latin typeface="+mn-ea"/>
                          <a:ea typeface="+mn-ea"/>
                          <a:cs typeface="Segoe UI" panose="020B0502040204020203" pitchFamily="34" charset="0"/>
                        </a:rPr>
                        <a:t>IP、</a:t>
                      </a:r>
                      <a:r>
                        <a:rPr lang="ja-JP" altLang="en-US" sz="1400">
                          <a:latin typeface="+mn-ea"/>
                          <a:ea typeface="+mn-ea"/>
                          <a:cs typeface="Segoe UI" panose="020B0502040204020203" pitchFamily="34" charset="0"/>
                        </a:rPr>
                        <a:t>無線</a:t>
                      </a:r>
                      <a:r>
                        <a:rPr lang="en-US" sz="1400">
                          <a:latin typeface="+mn-ea"/>
                          <a:ea typeface="+mn-ea"/>
                          <a:cs typeface="Segoe UI" panose="020B0502040204020203" pitchFamily="34" charset="0"/>
                        </a:rPr>
                        <a:t>LAN/</a:t>
                      </a:r>
                      <a:r>
                        <a:rPr lang="ja-JP" altLang="en-US" sz="1400">
                          <a:latin typeface="+mn-ea"/>
                          <a:ea typeface="+mn-ea"/>
                          <a:cs typeface="Segoe UI" panose="020B0502040204020203" pitchFamily="34" charset="0"/>
                        </a:rPr>
                        <a:t>無線アクセスポイント、メディア変換、</a:t>
                      </a:r>
                      <a:r>
                        <a:rPr lang="en-US" sz="1400">
                          <a:latin typeface="+mn-ea"/>
                          <a:ea typeface="+mn-ea"/>
                          <a:cs typeface="Segoe UI" panose="020B0502040204020203" pitchFamily="34" charset="0"/>
                        </a:rPr>
                        <a:t>Power over Ethernet、</a:t>
                      </a:r>
                      <a:r>
                        <a:rPr lang="ja-JP" altLang="en-US" sz="1400">
                          <a:latin typeface="+mn-ea"/>
                          <a:ea typeface="+mn-ea"/>
                          <a:cs typeface="Segoe UI" panose="020B0502040204020203" pitchFamily="34" charset="0"/>
                        </a:rPr>
                        <a:t>産業用イーサネット）</a:t>
                      </a:r>
                    </a:p>
                    <a:p>
                      <a:pPr marL="216000" indent="-216000">
                        <a:buFont typeface="Wingdings" pitchFamily="2" charset="2"/>
                        <a:buChar char="n"/>
                      </a:pPr>
                      <a:r>
                        <a:rPr lang="ja-JP" altLang="en-US" sz="1400">
                          <a:latin typeface="+mn-ea"/>
                          <a:ea typeface="+mn-ea"/>
                          <a:cs typeface="Segoe UI" panose="020B0502040204020203" pitchFamily="34" charset="0"/>
                        </a:rPr>
                        <a:t>インターホンシステム</a:t>
                      </a:r>
                      <a:endParaRPr kumimoji="1" lang="en-GB" altLang="ja-JP" sz="1400" b="0" i="0" u="none" strike="noStrike" kern="1200">
                        <a:solidFill>
                          <a:schemeClr val="tx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464145804"/>
                  </a:ext>
                </a:extLst>
              </a:tr>
              <a:tr h="817492">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サービス</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216000" indent="-216000">
                        <a:buFont typeface="Wingdings" pitchFamily="2" charset="2"/>
                        <a:buChar char="n"/>
                      </a:pPr>
                      <a:r>
                        <a:rPr kumimoji="1" lang="en-US" sz="1400" b="0" i="0" kern="1200">
                          <a:solidFill>
                            <a:schemeClr val="tx1"/>
                          </a:solidFill>
                          <a:effectLst/>
                          <a:latin typeface="+mn-ea"/>
                          <a:ea typeface="+mn-ea"/>
                          <a:cs typeface="Segoe UI" panose="020B0502040204020203" pitchFamily="34" charset="0"/>
                        </a:rPr>
                        <a:t>CCTV・</a:t>
                      </a:r>
                      <a:r>
                        <a:rPr kumimoji="1" lang="ja-JP" altLang="en-US" sz="1400" b="0" i="0" kern="1200">
                          <a:solidFill>
                            <a:schemeClr val="tx1"/>
                          </a:solidFill>
                          <a:effectLst/>
                          <a:latin typeface="+mn-ea"/>
                          <a:ea typeface="+mn-ea"/>
                          <a:cs typeface="Segoe UI" panose="020B0502040204020203" pitchFamily="34" charset="0"/>
                        </a:rPr>
                        <a:t>アクセス制御の保守・修理</a:t>
                      </a:r>
                    </a:p>
                    <a:p>
                      <a:pPr marL="216000" indent="-216000">
                        <a:buFont typeface="Wingdings" pitchFamily="2" charset="2"/>
                        <a:buChar char="n"/>
                      </a:pPr>
                      <a:r>
                        <a:rPr kumimoji="1" lang="en-US" sz="1400" b="0" i="0" kern="1200">
                          <a:solidFill>
                            <a:schemeClr val="tx1"/>
                          </a:solidFill>
                          <a:effectLst/>
                          <a:latin typeface="+mn-ea"/>
                          <a:ea typeface="+mn-ea"/>
                          <a:cs typeface="Segoe UI" panose="020B0502040204020203" pitchFamily="34" charset="0"/>
                        </a:rPr>
                        <a:t>CCTV・</a:t>
                      </a:r>
                      <a:r>
                        <a:rPr kumimoji="1" lang="ja-JP" altLang="en-US" sz="1400" b="0" i="0" kern="1200">
                          <a:solidFill>
                            <a:schemeClr val="tx1"/>
                          </a:solidFill>
                          <a:effectLst/>
                          <a:latin typeface="+mn-ea"/>
                          <a:ea typeface="+mn-ea"/>
                          <a:cs typeface="Segoe UI" panose="020B0502040204020203" pitchFamily="34" charset="0"/>
                        </a:rPr>
                        <a:t>ネットワーク配線</a:t>
                      </a:r>
                    </a:p>
                    <a:p>
                      <a:pPr marL="216000" indent="-216000">
                        <a:buFont typeface="Wingdings" pitchFamily="2" charset="2"/>
                        <a:buChar char="n"/>
                      </a:pPr>
                      <a:r>
                        <a:rPr kumimoji="1" lang="en-US" sz="1400" b="0" i="0" kern="1200" err="1">
                          <a:solidFill>
                            <a:schemeClr val="tx1"/>
                          </a:solidFill>
                          <a:effectLst/>
                          <a:latin typeface="+mn-ea"/>
                          <a:ea typeface="+mn-ea"/>
                          <a:cs typeface="Segoe UI" panose="020B0502040204020203" pitchFamily="34" charset="0"/>
                        </a:rPr>
                        <a:t>Hikvision社</a:t>
                      </a:r>
                      <a:r>
                        <a:rPr kumimoji="1" lang="ja-JP" altLang="en-US" sz="1400" b="0" i="0" kern="1200">
                          <a:solidFill>
                            <a:schemeClr val="tx1"/>
                          </a:solidFill>
                          <a:effectLst/>
                          <a:latin typeface="+mn-ea"/>
                          <a:ea typeface="+mn-ea"/>
                          <a:cs typeface="Segoe UI" panose="020B0502040204020203" pitchFamily="34" charset="0"/>
                        </a:rPr>
                        <a:t>製品のサポート</a:t>
                      </a:r>
                      <a:endParaRPr kumimoji="1" lang="en-GB" altLang="ja-JP" sz="1400" b="0" i="0" u="none" strike="noStrike" kern="1200">
                        <a:solidFill>
                          <a:schemeClr val="tx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86769435"/>
                  </a:ext>
                </a:extLst>
              </a:tr>
              <a:tr h="272497">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ライセンス</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0" indent="0">
                        <a:buFont typeface="Wingdings" pitchFamily="2" charset="2"/>
                        <a:buNone/>
                      </a:pPr>
                      <a:r>
                        <a:rPr lang="ja-JP" altLang="en-US" sz="1400"/>
                        <a:t>シンガポール警察認可の警備業者</a:t>
                      </a:r>
                      <a:endParaRPr kumimoji="1" lang="en-GB" altLang="ja-JP" sz="1400" b="0" i="0" u="none" strike="noStrike" kern="1200">
                        <a:solidFill>
                          <a:schemeClr val="tx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852825437"/>
                  </a:ext>
                </a:extLst>
              </a:tr>
            </a:tbl>
          </a:graphicData>
        </a:graphic>
      </p:graphicFrame>
      <p:pic>
        <p:nvPicPr>
          <p:cNvPr id="12" name="Grafik 3">
            <a:extLst>
              <a:ext uri="{FF2B5EF4-FFF2-40B4-BE49-F238E27FC236}">
                <a16:creationId xmlns:a16="http://schemas.microsoft.com/office/drawing/2014/main" id="{9DCC3769-C69E-3050-1DC7-A89A04DA7628}"/>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790322" y="288973"/>
            <a:ext cx="759020" cy="506014"/>
          </a:xfrm>
          <a:prstGeom prst="rect">
            <a:avLst/>
          </a:prstGeom>
          <a:ln w="6350" cap="flat" cmpd="sng" algn="ctr">
            <a:solidFill>
              <a:srgbClr val="808080">
                <a:alpha val="20000"/>
              </a:srgbClr>
            </a:solidFill>
            <a:prstDash val="solid"/>
            <a:round/>
            <a:headEnd type="none" w="med" len="med"/>
            <a:tailEnd type="none" w="med" len="med"/>
          </a:ln>
        </p:spPr>
      </p:pic>
      <p:graphicFrame>
        <p:nvGraphicFramePr>
          <p:cNvPr id="19" name="Table 18">
            <a:extLst>
              <a:ext uri="{FF2B5EF4-FFF2-40B4-BE49-F238E27FC236}">
                <a16:creationId xmlns:a16="http://schemas.microsoft.com/office/drawing/2014/main" id="{9212570D-DAF9-8C08-39F8-DD3ABA3C8A16}"/>
              </a:ext>
            </a:extLst>
          </p:cNvPr>
          <p:cNvGraphicFramePr>
            <a:graphicFrameLocks noGrp="1"/>
          </p:cNvGraphicFramePr>
          <p:nvPr/>
        </p:nvGraphicFramePr>
        <p:xfrm>
          <a:off x="6257185" y="3857519"/>
          <a:ext cx="5577840" cy="2253132"/>
        </p:xfrm>
        <a:graphic>
          <a:graphicData uri="http://schemas.openxmlformats.org/drawingml/2006/table">
            <a:tbl>
              <a:tblPr/>
              <a:tblGrid>
                <a:gridCol w="1188720">
                  <a:extLst>
                    <a:ext uri="{9D8B030D-6E8A-4147-A177-3AD203B41FA5}">
                      <a16:colId xmlns:a16="http://schemas.microsoft.com/office/drawing/2014/main" val="631855959"/>
                    </a:ext>
                  </a:extLst>
                </a:gridCol>
                <a:gridCol w="4389120">
                  <a:extLst>
                    <a:ext uri="{9D8B030D-6E8A-4147-A177-3AD203B41FA5}">
                      <a16:colId xmlns:a16="http://schemas.microsoft.com/office/drawing/2014/main" val="1168711758"/>
                    </a:ext>
                  </a:extLst>
                </a:gridCol>
              </a:tblGrid>
              <a:tr h="669188">
                <a:tc>
                  <a:txBody>
                    <a:bodyPr/>
                    <a:lstStyle/>
                    <a:p>
                      <a:pPr marL="0" indent="0" algn="ctr">
                        <a:buFontTx/>
                        <a:buNone/>
                      </a:pPr>
                      <a:r>
                        <a:rPr lang="en-US" sz="1400" b="0" i="0" u="none">
                          <a:solidFill>
                            <a:schemeClr val="bg1"/>
                          </a:solidFill>
                          <a:latin typeface="+mn-ea"/>
                          <a:ea typeface="+mn-ea"/>
                          <a:cs typeface="Segoe UI" panose="020B0502040204020203" pitchFamily="34" charset="0"/>
                        </a:rPr>
                        <a:t>CCTV</a:t>
                      </a:r>
                    </a:p>
                  </a:txBody>
                  <a:tcPr marL="36360" marR="3636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0" indent="0">
                        <a:buFont typeface="Wingdings" pitchFamily="2" charset="2"/>
                        <a:buNone/>
                      </a:pPr>
                      <a:r>
                        <a:rPr kumimoji="1" lang="en-US" sz="1400" b="0" i="0" u="none" strike="noStrike" kern="1200">
                          <a:solidFill>
                            <a:schemeClr val="tx1"/>
                          </a:solidFill>
                          <a:effectLst/>
                          <a:latin typeface="+mn-ea"/>
                          <a:ea typeface="+mn-ea"/>
                          <a:cs typeface="Segoe UI" panose="020B0502040204020203" pitchFamily="34" charset="0"/>
                        </a:rPr>
                        <a:t>Hikvision（</a:t>
                      </a:r>
                      <a:r>
                        <a:rPr kumimoji="1" lang="ja-JP" altLang="en-US" sz="1400" b="0" i="0" u="none" strike="noStrike" kern="1200">
                          <a:solidFill>
                            <a:schemeClr val="tx1"/>
                          </a:solidFill>
                          <a:effectLst/>
                          <a:latin typeface="+mn-ea"/>
                          <a:ea typeface="+mn-ea"/>
                          <a:cs typeface="Segoe UI" panose="020B0502040204020203" pitchFamily="34" charset="0"/>
                        </a:rPr>
                        <a:t>中国）、</a:t>
                      </a:r>
                      <a:r>
                        <a:rPr kumimoji="1" lang="en-US" sz="1400" b="0" i="0" u="none" strike="noStrike" kern="1200">
                          <a:solidFill>
                            <a:schemeClr val="tx1"/>
                          </a:solidFill>
                          <a:effectLst/>
                          <a:latin typeface="+mn-ea"/>
                          <a:ea typeface="+mn-ea"/>
                          <a:cs typeface="Segoe UI" panose="020B0502040204020203" pitchFamily="34" charset="0"/>
                        </a:rPr>
                        <a:t>Hanwha Vision（</a:t>
                      </a:r>
                      <a:r>
                        <a:rPr kumimoji="1" lang="ja-JP" altLang="en-US" sz="1400" b="0" i="0" u="none" strike="noStrike" kern="1200">
                          <a:solidFill>
                            <a:schemeClr val="tx1"/>
                          </a:solidFill>
                          <a:effectLst/>
                          <a:latin typeface="+mn-ea"/>
                          <a:ea typeface="+mn-ea"/>
                          <a:cs typeface="Segoe UI" panose="020B0502040204020203" pitchFamily="34" charset="0"/>
                        </a:rPr>
                        <a:t>韓国）、</a:t>
                      </a:r>
                      <a:r>
                        <a:rPr kumimoji="1" lang="en-US" sz="1400" b="0" i="0" u="none" strike="noStrike" kern="1200" err="1">
                          <a:solidFill>
                            <a:schemeClr val="tx1"/>
                          </a:solidFill>
                          <a:effectLst/>
                          <a:latin typeface="+mn-ea"/>
                          <a:ea typeface="+mn-ea"/>
                          <a:cs typeface="Segoe UI" panose="020B0502040204020203" pitchFamily="34" charset="0"/>
                        </a:rPr>
                        <a:t>Avtech</a:t>
                      </a:r>
                      <a:r>
                        <a:rPr kumimoji="1" lang="en-US" sz="1400" b="0" i="0" u="none" strike="noStrike" kern="1200">
                          <a:solidFill>
                            <a:schemeClr val="tx1"/>
                          </a:solidFill>
                          <a:effectLst/>
                          <a:latin typeface="+mn-ea"/>
                          <a:ea typeface="+mn-ea"/>
                          <a:cs typeface="Segoe UI" panose="020B0502040204020203" pitchFamily="34" charset="0"/>
                        </a:rPr>
                        <a:t>（</a:t>
                      </a:r>
                      <a:r>
                        <a:rPr kumimoji="1" lang="ja-JP" altLang="en-US" sz="1400" b="0" i="0" u="none" strike="noStrike" kern="1200">
                          <a:solidFill>
                            <a:schemeClr val="tx1"/>
                          </a:solidFill>
                          <a:effectLst/>
                          <a:latin typeface="+mn-ea"/>
                          <a:ea typeface="+mn-ea"/>
                          <a:cs typeface="Segoe UI" panose="020B0502040204020203" pitchFamily="34" charset="0"/>
                        </a:rPr>
                        <a:t>台湾）、</a:t>
                      </a:r>
                      <a:r>
                        <a:rPr kumimoji="1" lang="en-US" sz="1400" b="0" i="0" u="none" strike="noStrike" kern="1200">
                          <a:solidFill>
                            <a:schemeClr val="tx1"/>
                          </a:solidFill>
                          <a:effectLst/>
                          <a:latin typeface="+mn-ea"/>
                          <a:ea typeface="+mn-ea"/>
                          <a:cs typeface="Segoe UI" panose="020B0502040204020203" pitchFamily="34" charset="0"/>
                        </a:rPr>
                        <a:t>Dahua（</a:t>
                      </a:r>
                      <a:r>
                        <a:rPr kumimoji="1" lang="ja-JP" altLang="en-US" sz="1400" b="0" i="0" u="none" strike="noStrike" kern="1200">
                          <a:solidFill>
                            <a:schemeClr val="tx1"/>
                          </a:solidFill>
                          <a:effectLst/>
                          <a:latin typeface="+mn-ea"/>
                          <a:ea typeface="+mn-ea"/>
                          <a:cs typeface="Segoe UI" panose="020B0502040204020203" pitchFamily="34" charset="0"/>
                        </a:rPr>
                        <a:t>中国）、</a:t>
                      </a:r>
                      <a:r>
                        <a:rPr kumimoji="1" lang="en-US" sz="1400" b="0" i="0" u="none" strike="noStrike" kern="1200">
                          <a:solidFill>
                            <a:schemeClr val="tx1"/>
                          </a:solidFill>
                          <a:effectLst/>
                          <a:latin typeface="+mn-ea"/>
                          <a:ea typeface="+mn-ea"/>
                          <a:cs typeface="Segoe UI" panose="020B0502040204020203" pitchFamily="34" charset="0"/>
                        </a:rPr>
                        <a:t>Axis Communication（</a:t>
                      </a:r>
                      <a:r>
                        <a:rPr kumimoji="1" lang="ja-JP" altLang="en-US" sz="1400" b="0" i="0" u="none" strike="noStrike" kern="1200">
                          <a:solidFill>
                            <a:schemeClr val="tx1"/>
                          </a:solidFill>
                          <a:effectLst/>
                          <a:latin typeface="+mn-ea"/>
                          <a:ea typeface="+mn-ea"/>
                          <a:cs typeface="Segoe UI" panose="020B0502040204020203" pitchFamily="34" charset="0"/>
                        </a:rPr>
                        <a:t>スウェーデン）</a:t>
                      </a:r>
                      <a:endParaRPr lang="en-US" sz="1400" b="0" i="0" u="none">
                        <a:latin typeface="+mn-ea"/>
                        <a:ea typeface="+mn-ea"/>
                        <a:cs typeface="Segoe UI" panose="020B0502040204020203" pitchFamily="34" charset="0"/>
                      </a:endParaRPr>
                    </a:p>
                  </a:txBody>
                  <a:tcPr marL="36360" marR="3636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658886961"/>
                  </a:ext>
                </a:extLst>
              </a:tr>
              <a:tr h="669188">
                <a:tc>
                  <a:txBody>
                    <a:bodyPr/>
                    <a:lstStyle/>
                    <a:p>
                      <a:pPr algn="ctr" fontAlgn="base">
                        <a:spcBef>
                          <a:spcPts val="0"/>
                        </a:spcBef>
                        <a:buFontTx/>
                        <a:buNone/>
                      </a:pPr>
                      <a:r>
                        <a:rPr lang="ja-JP" altLang="en-US" sz="1400" b="0" i="0" u="none">
                          <a:solidFill>
                            <a:schemeClr val="bg1"/>
                          </a:solidFill>
                          <a:effectLst/>
                          <a:latin typeface="+mn-ea"/>
                          <a:ea typeface="+mn-ea"/>
                          <a:cs typeface="Segoe UI" panose="020B0502040204020203" pitchFamily="34" charset="0"/>
                        </a:rPr>
                        <a:t>ネットワーク機器</a:t>
                      </a:r>
                      <a:endParaRPr lang="en-US" sz="1400" b="0" i="0" u="none">
                        <a:solidFill>
                          <a:schemeClr val="bg1"/>
                        </a:solidFill>
                        <a:effectLst/>
                        <a:latin typeface="+mn-ea"/>
                        <a:ea typeface="+mn-ea"/>
                        <a:cs typeface="Segoe UI" panose="020B0502040204020203" pitchFamily="34" charset="0"/>
                      </a:endParaRPr>
                    </a:p>
                  </a:txBody>
                  <a:tcPr marL="36360" marR="3636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0" indent="0">
                        <a:buFont typeface="Wingdings" pitchFamily="2" charset="2"/>
                        <a:buNone/>
                      </a:pPr>
                      <a:r>
                        <a:rPr lang="ja-JP" altLang="en-US" sz="1400" b="0" i="0" u="none">
                          <a:latin typeface="+mn-ea"/>
                          <a:ea typeface="+mn-ea"/>
                          <a:cs typeface="Segoe UI" panose="020B0502040204020203" pitchFamily="34" charset="0"/>
                        </a:rPr>
                        <a:t>瑞捷（中国）、</a:t>
                      </a:r>
                      <a:r>
                        <a:rPr lang="en-US" sz="1400" b="0" i="0" u="none" err="1">
                          <a:latin typeface="+mn-ea"/>
                          <a:ea typeface="+mn-ea"/>
                          <a:cs typeface="Segoe UI" panose="020B0502040204020203" pitchFamily="34" charset="0"/>
                        </a:rPr>
                        <a:t>EnGenius</a:t>
                      </a:r>
                      <a:r>
                        <a:rPr lang="en-US" sz="1400" b="0" i="0" u="none">
                          <a:latin typeface="+mn-ea"/>
                          <a:ea typeface="+mn-ea"/>
                          <a:cs typeface="Segoe UI" panose="020B0502040204020203" pitchFamily="34" charset="0"/>
                        </a:rPr>
                        <a:t>（</a:t>
                      </a:r>
                      <a:r>
                        <a:rPr lang="ja-JP" altLang="en-US" sz="1400" b="0" i="0" u="none">
                          <a:latin typeface="+mn-ea"/>
                          <a:ea typeface="+mn-ea"/>
                          <a:cs typeface="Segoe UI" panose="020B0502040204020203" pitchFamily="34" charset="0"/>
                        </a:rPr>
                        <a:t>アメリカ）</a:t>
                      </a:r>
                      <a:endParaRPr lang="en-US" sz="1400" b="0" i="0" u="none">
                        <a:latin typeface="+mn-ea"/>
                        <a:ea typeface="+mn-ea"/>
                        <a:cs typeface="Segoe UI" panose="020B0502040204020203" pitchFamily="34" charset="0"/>
                      </a:endParaRPr>
                    </a:p>
                  </a:txBody>
                  <a:tcPr marL="36360" marR="3636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210725409"/>
                  </a:ext>
                </a:extLst>
              </a:tr>
              <a:tr h="914756">
                <a:tc>
                  <a:txBody>
                    <a:bodyPr/>
                    <a:lstStyle/>
                    <a:p>
                      <a:pPr algn="ctr" fontAlgn="base">
                        <a:spcBef>
                          <a:spcPts val="0"/>
                        </a:spcBef>
                        <a:buFontTx/>
                        <a:buNone/>
                      </a:pPr>
                      <a:r>
                        <a:rPr lang="en-US" sz="1400" b="0" i="0" u="none" err="1">
                          <a:solidFill>
                            <a:schemeClr val="bg1"/>
                          </a:solidFill>
                          <a:effectLst/>
                          <a:latin typeface="+mn-ea"/>
                          <a:ea typeface="+mn-ea"/>
                          <a:cs typeface="Segoe UI" panose="020B0502040204020203" pitchFamily="34" charset="0"/>
                        </a:rPr>
                        <a:t>その他</a:t>
                      </a:r>
                      <a:endParaRPr lang="en-US" sz="1400" b="0" i="0" u="none">
                        <a:solidFill>
                          <a:schemeClr val="bg1"/>
                        </a:solidFill>
                        <a:effectLst/>
                        <a:latin typeface="+mn-ea"/>
                        <a:ea typeface="+mn-ea"/>
                        <a:cs typeface="Segoe UI" panose="020B0502040204020203" pitchFamily="34" charset="0"/>
                      </a:endParaRPr>
                    </a:p>
                  </a:txBody>
                  <a:tcPr marL="36360" marR="3636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0" marR="91440" indent="0" algn="l" defTabSz="914400" rtl="0" eaLnBrk="1" fontAlgn="ctr" latinLnBrk="0" hangingPunct="1">
                        <a:lnSpc>
                          <a:spcPct val="100000"/>
                        </a:lnSpc>
                        <a:spcBef>
                          <a:spcPts val="0"/>
                        </a:spcBef>
                        <a:spcAft>
                          <a:spcPts val="0"/>
                        </a:spcAft>
                        <a:buClrTx/>
                        <a:buSzTx/>
                        <a:buFontTx/>
                        <a:buNone/>
                        <a:tabLst/>
                        <a:defRPr/>
                      </a:pPr>
                      <a:r>
                        <a:rPr lang="en-US" sz="1400" u="none">
                          <a:latin typeface="+mn-ea"/>
                          <a:ea typeface="+mn-ea"/>
                          <a:cs typeface="Segoe UI" panose="020B0502040204020203" pitchFamily="34" charset="0"/>
                        </a:rPr>
                        <a:t>LG（</a:t>
                      </a:r>
                      <a:r>
                        <a:rPr lang="ja-JP" altLang="en-US" sz="1400" u="none">
                          <a:latin typeface="+mn-ea"/>
                          <a:ea typeface="+mn-ea"/>
                          <a:cs typeface="Segoe UI" panose="020B0502040204020203" pitchFamily="34" charset="0"/>
                        </a:rPr>
                        <a:t>韓国）、サムスン（韓国）、</a:t>
                      </a:r>
                      <a:r>
                        <a:rPr lang="en-US" sz="1400" u="none">
                          <a:latin typeface="+mn-ea"/>
                          <a:ea typeface="+mn-ea"/>
                          <a:cs typeface="Segoe UI" panose="020B0502040204020203" pitchFamily="34" charset="0"/>
                        </a:rPr>
                        <a:t>Milestone Systems（</a:t>
                      </a:r>
                      <a:r>
                        <a:rPr lang="ja-JP" altLang="en-US" sz="1400" u="none">
                          <a:latin typeface="+mn-ea"/>
                          <a:ea typeface="+mn-ea"/>
                          <a:cs typeface="Segoe UI" panose="020B0502040204020203" pitchFamily="34" charset="0"/>
                        </a:rPr>
                        <a:t>デンマーク）、</a:t>
                      </a:r>
                      <a:r>
                        <a:rPr lang="en-US" sz="1400" u="none" err="1">
                          <a:latin typeface="+mn-ea"/>
                          <a:ea typeface="+mn-ea"/>
                          <a:cs typeface="Segoe UI" panose="020B0502040204020203" pitchFamily="34" charset="0"/>
                        </a:rPr>
                        <a:t>MicroEngine</a:t>
                      </a:r>
                      <a:r>
                        <a:rPr lang="en-US" sz="1400" u="none">
                          <a:latin typeface="+mn-ea"/>
                          <a:ea typeface="+mn-ea"/>
                          <a:cs typeface="Segoe UI" panose="020B0502040204020203" pitchFamily="34" charset="0"/>
                        </a:rPr>
                        <a:t>（</a:t>
                      </a:r>
                      <a:r>
                        <a:rPr lang="ja-JP" altLang="en-US" sz="1400" u="none">
                          <a:latin typeface="+mn-ea"/>
                          <a:ea typeface="+mn-ea"/>
                          <a:cs typeface="Segoe UI" panose="020B0502040204020203" pitchFamily="34" charset="0"/>
                        </a:rPr>
                        <a:t>シンガポール）、</a:t>
                      </a:r>
                      <a:r>
                        <a:rPr lang="en-US" sz="1400" u="none" err="1">
                          <a:latin typeface="+mn-ea"/>
                          <a:ea typeface="+mn-ea"/>
                          <a:cs typeface="Segoe UI" panose="020B0502040204020203" pitchFamily="34" charset="0"/>
                        </a:rPr>
                        <a:t>EnGenius</a:t>
                      </a:r>
                      <a:r>
                        <a:rPr lang="en-US" sz="1400" u="none">
                          <a:latin typeface="+mn-ea"/>
                          <a:ea typeface="+mn-ea"/>
                          <a:cs typeface="Segoe UI" panose="020B0502040204020203" pitchFamily="34" charset="0"/>
                        </a:rPr>
                        <a:t>（</a:t>
                      </a:r>
                      <a:r>
                        <a:rPr lang="ja-JP" altLang="en-US" sz="1400" u="none">
                          <a:latin typeface="+mn-ea"/>
                          <a:ea typeface="+mn-ea"/>
                          <a:cs typeface="Segoe UI" panose="020B0502040204020203" pitchFamily="34" charset="0"/>
                        </a:rPr>
                        <a:t>台湾）、アイホン（日本）、</a:t>
                      </a:r>
                      <a:r>
                        <a:rPr lang="en-US" sz="1400" u="none">
                          <a:latin typeface="+mn-ea"/>
                          <a:ea typeface="+mn-ea"/>
                          <a:cs typeface="Segoe UI" panose="020B0502040204020203" pitchFamily="34" charset="0"/>
                        </a:rPr>
                        <a:t>Planet Technology（</a:t>
                      </a:r>
                      <a:r>
                        <a:rPr lang="ja-JP" altLang="en-US" sz="1400" u="none">
                          <a:latin typeface="+mn-ea"/>
                          <a:ea typeface="+mn-ea"/>
                          <a:cs typeface="Segoe UI" panose="020B0502040204020203" pitchFamily="34" charset="0"/>
                        </a:rPr>
                        <a:t>台湾）、</a:t>
                      </a:r>
                      <a:r>
                        <a:rPr lang="en-US" sz="1400" u="none" err="1">
                          <a:latin typeface="+mn-ea"/>
                          <a:ea typeface="+mn-ea"/>
                          <a:cs typeface="Segoe UI" panose="020B0502040204020203" pitchFamily="34" charset="0"/>
                        </a:rPr>
                        <a:t>Wavelink</a:t>
                      </a:r>
                      <a:r>
                        <a:rPr lang="en-US" sz="1400" u="none">
                          <a:latin typeface="+mn-ea"/>
                          <a:ea typeface="+mn-ea"/>
                          <a:cs typeface="Segoe UI" panose="020B0502040204020203" pitchFamily="34" charset="0"/>
                        </a:rPr>
                        <a:t>（</a:t>
                      </a:r>
                      <a:r>
                        <a:rPr lang="ja-JP" altLang="en-US" sz="1400" u="none">
                          <a:latin typeface="+mn-ea"/>
                          <a:ea typeface="+mn-ea"/>
                          <a:cs typeface="Segoe UI" panose="020B0502040204020203" pitchFamily="34" charset="0"/>
                        </a:rPr>
                        <a:t>アメリカ）</a:t>
                      </a:r>
                      <a:endParaRPr kumimoji="1" lang="en-US" sz="1400" b="0" u="none" kern="1200">
                        <a:solidFill>
                          <a:schemeClr val="tx1"/>
                        </a:solidFill>
                        <a:effectLst/>
                        <a:latin typeface="+mn-ea"/>
                        <a:ea typeface="+mn-ea"/>
                        <a:cs typeface="Segoe UI" panose="020B0502040204020203" pitchFamily="34" charset="0"/>
                      </a:endParaRPr>
                    </a:p>
                  </a:txBody>
                  <a:tcPr marL="36360" marR="36360"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362775152"/>
                  </a:ext>
                </a:extLst>
              </a:tr>
            </a:tbl>
          </a:graphicData>
        </a:graphic>
      </p:graphicFrame>
    </p:spTree>
    <p:extLst>
      <p:ext uri="{BB962C8B-B14F-4D97-AF65-F5344CB8AC3E}">
        <p14:creationId xmlns:p14="http://schemas.microsoft.com/office/powerpoint/2010/main" val="419824420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24816-CEC9-4DDC-3AE5-82E216DAB456}"/>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C94CB7A-4B90-3791-4B47-1C9242344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4" name="think-cell data - do not delete" hidden="1">
                        <a:extLst>
                          <a:ext uri="{FF2B5EF4-FFF2-40B4-BE49-F238E27FC236}">
                            <a16:creationId xmlns:a16="http://schemas.microsoft.com/office/drawing/2014/main" id="{4C94CB7A-4B90-3791-4B47-1C9242344B6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9C4DDCD-6FAD-AA40-7719-1A6F44D45F88}"/>
              </a:ext>
            </a:extLst>
          </p:cNvPr>
          <p:cNvSpPr>
            <a:spLocks noGrp="1"/>
          </p:cNvSpPr>
          <p:nvPr>
            <p:ph type="title"/>
          </p:nvPr>
        </p:nvSpPr>
        <p:spPr>
          <a:xfrm>
            <a:off x="343673" y="44624"/>
            <a:ext cx="9319360" cy="831850"/>
          </a:xfrm>
        </p:spPr>
        <p:txBody>
          <a:bodyPr vert="horz"/>
          <a:lstStyle/>
          <a:p>
            <a:r>
              <a:rPr lang="en-US">
                <a:solidFill>
                  <a:srgbClr val="000000"/>
                </a:solidFill>
                <a:latin typeface="+mj-ea"/>
                <a:cs typeface="Segoe UI" pitchFamily="34" charset="-120"/>
              </a:rPr>
              <a:t>35. 3i Technologies</a:t>
            </a:r>
            <a:br>
              <a:rPr lang="en-US" sz="3200">
                <a:latin typeface="+mj-ea"/>
              </a:rPr>
            </a:br>
            <a:r>
              <a:rPr lang="ja-JP" altLang="en-US" sz="1600"/>
              <a:t>カスタマイズ型セキュリティソリューションおよび技術サポートに特化した、シンガポール拠点の大手セキュリティシステムインテグレーター</a:t>
            </a:r>
            <a:endParaRPr lang="en-US" sz="1600">
              <a:latin typeface="+mj-ea"/>
            </a:endParaRPr>
          </a:p>
        </p:txBody>
      </p:sp>
      <p:grpSp>
        <p:nvGrpSpPr>
          <p:cNvPr id="7" name="グループ化 58">
            <a:extLst>
              <a:ext uri="{FF2B5EF4-FFF2-40B4-BE49-F238E27FC236}">
                <a16:creationId xmlns:a16="http://schemas.microsoft.com/office/drawing/2014/main" id="{BF2FEEF4-F163-2C71-09EF-CCB6372A3500}"/>
              </a:ext>
            </a:extLst>
          </p:cNvPr>
          <p:cNvGrpSpPr/>
          <p:nvPr/>
        </p:nvGrpSpPr>
        <p:grpSpPr>
          <a:xfrm>
            <a:off x="343673" y="1342160"/>
            <a:ext cx="5570376" cy="307777"/>
            <a:chOff x="1998094" y="1119975"/>
            <a:chExt cx="7884946" cy="465201"/>
          </a:xfrm>
          <a:noFill/>
        </p:grpSpPr>
        <p:sp>
          <p:nvSpPr>
            <p:cNvPr id="8" name="ColumnHeader">
              <a:extLst>
                <a:ext uri="{FF2B5EF4-FFF2-40B4-BE49-F238E27FC236}">
                  <a16:creationId xmlns:a16="http://schemas.microsoft.com/office/drawing/2014/main" id="{058A13C9-6C15-16C5-7B26-963F3C5ED461}"/>
                </a:ext>
              </a:extLst>
            </p:cNvPr>
            <p:cNvSpPr>
              <a:spLocks noChangeArrowheads="1"/>
            </p:cNvSpPr>
            <p:nvPr/>
          </p:nvSpPr>
          <p:spPr bwMode="gray">
            <a:xfrm>
              <a:off x="2125587" y="1119975"/>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algn="ctr"/>
              <a:r>
                <a:rPr lang="ja-JP" altLang="en-US" sz="1400">
                  <a:solidFill>
                    <a:srgbClr val="000000"/>
                  </a:solidFill>
                  <a:latin typeface="+mn-ea"/>
                  <a:cs typeface="Segoe UI" pitchFamily="34" charset="-120"/>
                </a:rPr>
                <a:t>会社基本情報</a:t>
              </a:r>
              <a:endParaRPr lang="en-US" altLang="ja-JP" sz="1400">
                <a:latin typeface="+mn-ea"/>
              </a:endParaRPr>
            </a:p>
          </p:txBody>
        </p:sp>
        <p:cxnSp>
          <p:nvCxnSpPr>
            <p:cNvPr id="9" name="直線コネクタ 60">
              <a:extLst>
                <a:ext uri="{FF2B5EF4-FFF2-40B4-BE49-F238E27FC236}">
                  <a16:creationId xmlns:a16="http://schemas.microsoft.com/office/drawing/2014/main" id="{3460DC61-1F35-CF20-E7FE-DA96B46C6D2E}"/>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A37452F2-9DE7-4249-F4EC-A7F49EEE4DA8}"/>
              </a:ext>
            </a:extLst>
          </p:cNvPr>
          <p:cNvSpPr txBox="1"/>
          <p:nvPr/>
        </p:nvSpPr>
        <p:spPr>
          <a:xfrm>
            <a:off x="343673" y="6136544"/>
            <a:ext cx="11521399" cy="153888"/>
          </a:xfrm>
          <a:prstGeom prst="rect">
            <a:avLst/>
          </a:prstGeom>
          <a:noFill/>
        </p:spPr>
        <p:txBody>
          <a:bodyPr wrap="square" lIns="36000" tIns="0" rIns="36000" bIns="0" anchor="ctr">
            <a:spAutoFit/>
          </a:bodyPr>
          <a:lstStyle/>
          <a:p>
            <a:r>
              <a:rPr lang="ja-JP" altLang="en-US" sz="1000">
                <a:latin typeface="+mn-ea"/>
                <a:cs typeface="Segoe UI" panose="020B0502040204020203" pitchFamily="34" charset="0"/>
              </a:rPr>
              <a:t>出典</a:t>
            </a:r>
            <a:r>
              <a:rPr kumimoji="1" lang="en-GB" sz="1000" i="0" u="none" strike="noStrike" kern="1200">
                <a:effectLst/>
                <a:latin typeface="+mn-ea"/>
                <a:cs typeface="Segoe UI" panose="020B0502040204020203" pitchFamily="34" charset="0"/>
              </a:rPr>
              <a:t>: </a:t>
            </a:r>
            <a:r>
              <a:rPr kumimoji="1" lang="ja-JP" altLang="en-US" sz="1000" i="0" u="none" strike="noStrike" kern="1200">
                <a:effectLst/>
                <a:latin typeface="+mn-ea"/>
                <a:cs typeface="Segoe UI" panose="020B0502040204020203" pitchFamily="34" charset="0"/>
              </a:rPr>
              <a:t>会社ウェブサイト</a:t>
            </a:r>
            <a:r>
              <a:rPr kumimoji="1" lang="en-US" sz="1000" i="0" u="none" strike="noStrike" kern="1200">
                <a:effectLst/>
                <a:latin typeface="+mn-ea"/>
                <a:cs typeface="Segoe UI" panose="020B0502040204020203" pitchFamily="34" charset="0"/>
              </a:rPr>
              <a:t>, </a:t>
            </a:r>
            <a:r>
              <a:rPr lang="en-US" altLang="ja-JP" sz="1000">
                <a:latin typeface="+mn-ea"/>
                <a:cs typeface="Segoe UI" panose="020B0502040204020203" pitchFamily="34" charset="0"/>
              </a:rPr>
              <a:t>LinkedIn</a:t>
            </a:r>
            <a:endParaRPr lang="en-GB" sz="1000">
              <a:latin typeface="+mn-ea"/>
              <a:cs typeface="Segoe UI" panose="020B0502040204020203" pitchFamily="34" charset="0"/>
            </a:endParaRPr>
          </a:p>
        </p:txBody>
      </p:sp>
      <p:grpSp>
        <p:nvGrpSpPr>
          <p:cNvPr id="14" name="グループ化 58">
            <a:extLst>
              <a:ext uri="{FF2B5EF4-FFF2-40B4-BE49-F238E27FC236}">
                <a16:creationId xmlns:a16="http://schemas.microsoft.com/office/drawing/2014/main" id="{264D61DC-B9DF-1577-1D59-0C1126F97B03}"/>
              </a:ext>
            </a:extLst>
          </p:cNvPr>
          <p:cNvGrpSpPr/>
          <p:nvPr/>
        </p:nvGrpSpPr>
        <p:grpSpPr>
          <a:xfrm>
            <a:off x="6277953" y="4139071"/>
            <a:ext cx="5587119" cy="318126"/>
            <a:chOff x="1998094" y="1100134"/>
            <a:chExt cx="7884946" cy="480843"/>
          </a:xfrm>
          <a:noFill/>
        </p:grpSpPr>
        <p:sp>
          <p:nvSpPr>
            <p:cNvPr id="15" name="ColumnHeader">
              <a:extLst>
                <a:ext uri="{FF2B5EF4-FFF2-40B4-BE49-F238E27FC236}">
                  <a16:creationId xmlns:a16="http://schemas.microsoft.com/office/drawing/2014/main" id="{1873FC0E-E2C8-6FF7-B255-8D70F434DD92}"/>
                </a:ext>
              </a:extLst>
            </p:cNvPr>
            <p:cNvSpPr>
              <a:spLocks noChangeArrowheads="1"/>
            </p:cNvSpPr>
            <p:nvPr/>
          </p:nvSpPr>
          <p:spPr bwMode="gray">
            <a:xfrm>
              <a:off x="2125586" y="1100134"/>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0" indent="0" algn="ctr">
                <a:buNone/>
              </a:pPr>
              <a:r>
                <a:rPr lang="ja-JP" altLang="en-US" sz="1400">
                  <a:solidFill>
                    <a:srgbClr val="000000"/>
                  </a:solidFill>
                  <a:latin typeface="+mn-ea"/>
                  <a:cs typeface="Segoe UI" pitchFamily="34" charset="-120"/>
                </a:rPr>
                <a:t>主要顧客</a:t>
              </a:r>
              <a:endParaRPr lang="en-US" sz="1400">
                <a:latin typeface="+mn-ea"/>
              </a:endParaRPr>
            </a:p>
          </p:txBody>
        </p:sp>
        <p:cxnSp>
          <p:nvCxnSpPr>
            <p:cNvPr id="16" name="直線コネクタ 60">
              <a:extLst>
                <a:ext uri="{FF2B5EF4-FFF2-40B4-BE49-F238E27FC236}">
                  <a16:creationId xmlns:a16="http://schemas.microsoft.com/office/drawing/2014/main" id="{96DD32DA-90E9-F9C6-EC8B-34697F7283C7}"/>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グループ化 58">
            <a:extLst>
              <a:ext uri="{FF2B5EF4-FFF2-40B4-BE49-F238E27FC236}">
                <a16:creationId xmlns:a16="http://schemas.microsoft.com/office/drawing/2014/main" id="{66E92763-3B52-B074-C920-80C7D68C6EAC}"/>
              </a:ext>
            </a:extLst>
          </p:cNvPr>
          <p:cNvGrpSpPr/>
          <p:nvPr/>
        </p:nvGrpSpPr>
        <p:grpSpPr>
          <a:xfrm>
            <a:off x="6273800" y="1342160"/>
            <a:ext cx="5570376" cy="307777"/>
            <a:chOff x="1998094" y="1119975"/>
            <a:chExt cx="7884946" cy="465201"/>
          </a:xfrm>
          <a:noFill/>
        </p:grpSpPr>
        <p:sp>
          <p:nvSpPr>
            <p:cNvPr id="10" name="ColumnHeader">
              <a:extLst>
                <a:ext uri="{FF2B5EF4-FFF2-40B4-BE49-F238E27FC236}">
                  <a16:creationId xmlns:a16="http://schemas.microsoft.com/office/drawing/2014/main" id="{3D4A3C9B-B383-E56C-2D77-2DB46350A5A3}"/>
                </a:ext>
              </a:extLst>
            </p:cNvPr>
            <p:cNvSpPr>
              <a:spLocks noChangeArrowheads="1"/>
            </p:cNvSpPr>
            <p:nvPr/>
          </p:nvSpPr>
          <p:spPr bwMode="gray">
            <a:xfrm>
              <a:off x="2125587" y="1119975"/>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6000" indent="-216000" algn="ctr"/>
              <a:r>
                <a:rPr lang="ja-JP" altLang="en-US" sz="1400">
                  <a:solidFill>
                    <a:srgbClr val="000000"/>
                  </a:solidFill>
                  <a:latin typeface="+mn-ea"/>
                  <a:cs typeface="Segoe UI" panose="020B0502040204020203" pitchFamily="34" charset="0"/>
                </a:rPr>
                <a:t>主要パートナー</a:t>
              </a:r>
              <a:r>
                <a:rPr lang="en-MY" altLang="ja-JP" sz="1400">
                  <a:solidFill>
                    <a:srgbClr val="000000"/>
                  </a:solidFill>
                  <a:latin typeface="+mn-ea"/>
                  <a:cs typeface="Segoe UI" panose="020B0502040204020203" pitchFamily="34" charset="0"/>
                </a:rPr>
                <a:t> (</a:t>
              </a:r>
              <a:r>
                <a:rPr lang="ja-JP" altLang="en-US" sz="1400">
                  <a:solidFill>
                    <a:srgbClr val="000000"/>
                  </a:solidFill>
                  <a:latin typeface="+mn-ea"/>
                  <a:cs typeface="Segoe UI" panose="020B0502040204020203" pitchFamily="34" charset="0"/>
                </a:rPr>
                <a:t>本社</a:t>
              </a:r>
              <a:r>
                <a:rPr lang="en-MY" altLang="ja-JP" sz="1400">
                  <a:solidFill>
                    <a:srgbClr val="000000"/>
                  </a:solidFill>
                  <a:latin typeface="+mn-ea"/>
                  <a:cs typeface="Segoe UI" panose="020B0502040204020203" pitchFamily="34" charset="0"/>
                </a:rPr>
                <a:t>)</a:t>
              </a:r>
              <a:endParaRPr lang="ja-JP" altLang="en-US" sz="1400">
                <a:solidFill>
                  <a:srgbClr val="000000"/>
                </a:solidFill>
                <a:latin typeface="+mn-ea"/>
                <a:cs typeface="Segoe UI" panose="020B0502040204020203" pitchFamily="34" charset="0"/>
              </a:endParaRPr>
            </a:p>
          </p:txBody>
        </p:sp>
        <p:cxnSp>
          <p:nvCxnSpPr>
            <p:cNvPr id="11" name="直線コネクタ 60">
              <a:extLst>
                <a:ext uri="{FF2B5EF4-FFF2-40B4-BE49-F238E27FC236}">
                  <a16:creationId xmlns:a16="http://schemas.microsoft.com/office/drawing/2014/main" id="{AF7DE991-A078-0622-1E5A-5F63C236982B}"/>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9427488E-3E87-B646-F448-201C4F256150}"/>
              </a:ext>
            </a:extLst>
          </p:cNvPr>
          <p:cNvGraphicFramePr>
            <a:graphicFrameLocks noGrp="1"/>
          </p:cNvGraphicFramePr>
          <p:nvPr/>
        </p:nvGraphicFramePr>
        <p:xfrm>
          <a:off x="355136" y="1706344"/>
          <a:ext cx="5577840" cy="4386479"/>
        </p:xfrm>
        <a:graphic>
          <a:graphicData uri="http://schemas.openxmlformats.org/drawingml/2006/table">
            <a:tbl>
              <a:tblPr/>
              <a:tblGrid>
                <a:gridCol w="1188720">
                  <a:extLst>
                    <a:ext uri="{9D8B030D-6E8A-4147-A177-3AD203B41FA5}">
                      <a16:colId xmlns:a16="http://schemas.microsoft.com/office/drawing/2014/main" val="1856092752"/>
                    </a:ext>
                  </a:extLst>
                </a:gridCol>
                <a:gridCol w="4389120">
                  <a:extLst>
                    <a:ext uri="{9D8B030D-6E8A-4147-A177-3AD203B41FA5}">
                      <a16:colId xmlns:a16="http://schemas.microsoft.com/office/drawing/2014/main" val="2767211961"/>
                    </a:ext>
                  </a:extLst>
                </a:gridCol>
              </a:tblGrid>
              <a:tr h="230867">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会社名</a:t>
                      </a:r>
                      <a:endParaRPr lang="en-US" altLang="ja-JP"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indent="0" algn="l">
                        <a:buNone/>
                      </a:pPr>
                      <a:r>
                        <a:rPr kumimoji="1" lang="en-US" sz="1400" b="0" i="0" u="none" strike="noStrike" kern="1200">
                          <a:solidFill>
                            <a:schemeClr val="tx1"/>
                          </a:solidFill>
                          <a:effectLst/>
                          <a:latin typeface="+mn-ea"/>
                          <a:ea typeface="+mn-ea"/>
                          <a:cs typeface="Segoe UI" panose="020B0502040204020203" pitchFamily="34" charset="0"/>
                          <a:hlinkClick r:id="rId6" tooltip="Visit company website">
                            <a:extLst>
                              <a:ext uri="{A12FA001-AC4F-418D-AE19-62706E023703}">
                                <ahyp:hlinkClr xmlns:ahyp="http://schemas.microsoft.com/office/drawing/2018/hyperlinkcolor" val="tx"/>
                              </a:ext>
                            </a:extLst>
                          </a:hlinkClick>
                        </a:rPr>
                        <a:t>3i Technologies</a:t>
                      </a:r>
                      <a:endParaRPr kumimoji="1" lang="en-US" sz="1400" b="0" i="0" u="none" strike="noStrike" kern="1200">
                        <a:solidFill>
                          <a:schemeClr val="tx1"/>
                        </a:solidFill>
                        <a:effectLst/>
                        <a:latin typeface="+mn-ea"/>
                        <a:ea typeface="+mn-ea"/>
                        <a:cs typeface="Segoe UI" panose="020B0502040204020203" pitchFamily="34" charset="0"/>
                      </a:endParaRP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39986481"/>
                  </a:ext>
                </a:extLst>
              </a:tr>
              <a:tr h="230867">
                <a:tc>
                  <a:txBody>
                    <a:bodyPr/>
                    <a:lstStyle/>
                    <a:p>
                      <a:pPr algn="ctr" fontAlgn="base">
                        <a:spcBef>
                          <a:spcPts val="0"/>
                        </a:spcBef>
                      </a:pPr>
                      <a:r>
                        <a:rPr lang="ja-JP" altLang="en-US" sz="1400" b="0" i="0">
                          <a:solidFill>
                            <a:schemeClr val="bg1"/>
                          </a:solidFill>
                          <a:effectLst/>
                          <a:latin typeface="+mn-ea"/>
                          <a:ea typeface="+mn-ea"/>
                          <a:cs typeface="Segoe UI"/>
                        </a:rPr>
                        <a:t>設立年</a:t>
                      </a:r>
                      <a:endParaRPr lang="en-US" sz="1400" b="0" i="0">
                        <a:solidFill>
                          <a:schemeClr val="bg1"/>
                        </a:solidFill>
                        <a:effectLst/>
                        <a:latin typeface="+mn-ea"/>
                        <a:ea typeface="+mn-ea"/>
                        <a:cs typeface="Segoe UI"/>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indent="0" algn="l">
                        <a:buNone/>
                      </a:pPr>
                      <a:r>
                        <a:rPr lang="en-US" sz="1400">
                          <a:solidFill>
                            <a:srgbClr val="000000"/>
                          </a:solidFill>
                          <a:latin typeface="+mn-ea"/>
                          <a:ea typeface="+mn-ea"/>
                          <a:cs typeface="Segoe UI" pitchFamily="34" charset="-120"/>
                        </a:rPr>
                        <a:t>2004年</a:t>
                      </a:r>
                      <a:endParaRPr lang="en-US" sz="1400">
                        <a:latin typeface="+mn-ea"/>
                        <a:ea typeface="+mn-ea"/>
                        <a:cs typeface="Segoe UI" charset="0"/>
                      </a:endParaRP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685350836"/>
                  </a:ext>
                </a:extLst>
              </a:tr>
              <a:tr h="230867">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本社</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indent="0" algn="l">
                        <a:buNone/>
                      </a:pPr>
                      <a:r>
                        <a:rPr lang="ja-TH" altLang="en-US" sz="1400">
                          <a:latin typeface="+mn-ea"/>
                          <a:ea typeface="+mn-ea"/>
                        </a:rPr>
                        <a:t>シンガポール、</a:t>
                      </a:r>
                      <a:r>
                        <a:rPr lang="ja-JP" altLang="en-US" sz="1400">
                          <a:latin typeface="+mn-ea"/>
                          <a:ea typeface="+mn-ea"/>
                        </a:rPr>
                        <a:t>トレードハブ</a:t>
                      </a:r>
                      <a:r>
                        <a:rPr lang="en-US" altLang="ja-JP" sz="1400">
                          <a:latin typeface="+mn-ea"/>
                          <a:ea typeface="+mn-ea"/>
                        </a:rPr>
                        <a:t>21</a:t>
                      </a:r>
                      <a:endParaRPr lang="en-US" sz="1400">
                        <a:latin typeface="+mn-ea"/>
                        <a:ea typeface="+mn-ea"/>
                        <a:cs typeface="Segoe UI"/>
                      </a:endParaRPr>
                    </a:p>
                  </a:txBody>
                  <a:tcPr marL="36576" marR="36576"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81925738"/>
                  </a:ext>
                </a:extLst>
              </a:tr>
              <a:tr h="230867">
                <a:tc>
                  <a:txBody>
                    <a:bodyPr/>
                    <a:lstStyle/>
                    <a:p>
                      <a:pPr lvl="0" algn="ctr">
                        <a:spcBef>
                          <a:spcPts val="0"/>
                        </a:spcBef>
                        <a:buNone/>
                      </a:pPr>
                      <a:r>
                        <a:rPr lang="ja-JP" altLang="en-US" sz="1400" b="0" i="0">
                          <a:solidFill>
                            <a:schemeClr val="bg1"/>
                          </a:solidFill>
                          <a:effectLst/>
                          <a:latin typeface="+mn-ea"/>
                          <a:ea typeface="+mn-ea"/>
                          <a:cs typeface="Segoe UI" panose="020B0502040204020203" pitchFamily="34" charset="0"/>
                        </a:rPr>
                        <a:t>従業員数</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7">
                      <a:solidFill>
                        <a:srgbClr val="FFFFFF"/>
                      </a:solidFill>
                    </a:lnB>
                    <a:solidFill>
                      <a:schemeClr val="accent3"/>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a:solidFill>
                            <a:schemeClr val="tx1"/>
                          </a:solidFill>
                          <a:effectLst/>
                          <a:latin typeface="+mn-ea"/>
                          <a:ea typeface="+mn-ea"/>
                          <a:cs typeface="Segoe UI" panose="020B0502040204020203" pitchFamily="34" charset="0"/>
                        </a:rPr>
                        <a:t>11-50名</a:t>
                      </a: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96102189"/>
                  </a:ext>
                </a:extLst>
              </a:tr>
              <a:tr h="2770409">
                <a:tc>
                  <a:txBody>
                    <a:bodyPr/>
                    <a:lstStyle/>
                    <a:p>
                      <a:pPr lvl="0" algn="ctr">
                        <a:spcBef>
                          <a:spcPts val="0"/>
                        </a:spcBef>
                        <a:buNone/>
                      </a:pPr>
                      <a:r>
                        <a:rPr lang="ja-JP" altLang="en-US" sz="1400" b="0" i="0">
                          <a:solidFill>
                            <a:schemeClr val="bg1"/>
                          </a:solidFill>
                          <a:effectLst/>
                          <a:latin typeface="+mn-ea"/>
                          <a:ea typeface="+mn-ea"/>
                          <a:cs typeface="Segoe UI" panose="020B0502040204020203" pitchFamily="34" charset="0"/>
                        </a:rPr>
                        <a:t>事業概要</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GB" altLang="ja-JP" sz="1400" b="0" i="0" u="none" strike="noStrike" kern="1200">
                          <a:solidFill>
                            <a:schemeClr val="tx1"/>
                          </a:solidFill>
                          <a:effectLst/>
                          <a:latin typeface="Yu Gothic" panose="020B0400000000000000" pitchFamily="34" charset="-128"/>
                          <a:ea typeface="Yu Gothic" panose="020B0400000000000000" pitchFamily="34" charset="-128"/>
                          <a:cs typeface="+mn-cs"/>
                        </a:rPr>
                        <a:t>IP</a:t>
                      </a:r>
                      <a:r>
                        <a:rPr kumimoji="1" lang="ja-JP" altLang="en-GB" sz="1400" b="0" i="0" u="none" strike="noStrike" kern="1200">
                          <a:solidFill>
                            <a:schemeClr val="tx1"/>
                          </a:solidFill>
                          <a:effectLst/>
                          <a:latin typeface="Yu Gothic" panose="020B0400000000000000" pitchFamily="34" charset="-128"/>
                          <a:ea typeface="Yu Gothic" panose="020B0400000000000000" pitchFamily="34" charset="-128"/>
                          <a:cs typeface="+mn-cs"/>
                        </a:rPr>
                        <a:t>／</a:t>
                      </a: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ポータブル／モバイル監視、映像解析、入退室管理、ビジター管理、ゲートバリア、侵入・外周検知（警報・侵入検知システム含む）などを含むセキュリティシステムの設計・構築・統合サービスの提供</a:t>
                      </a:r>
                      <a:endParaRPr kumimoji="1" lang="en-US" altLang="ja-JP" sz="1400" b="0" i="0" u="none" strike="noStrike" kern="1200">
                        <a:solidFill>
                          <a:schemeClr val="tx1"/>
                        </a:solidFill>
                        <a:effectLst/>
                        <a:latin typeface="Yu Gothic" panose="020B0400000000000000" pitchFamily="34" charset="-128"/>
                        <a:ea typeface="Yu Gothic" panose="020B0400000000000000" pitchFamily="34" charset="-128"/>
                        <a:cs typeface="+mn-cs"/>
                      </a:endParaRP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ja-JP" altLang="en-US" sz="1400" b="0" kern="1200">
                          <a:solidFill>
                            <a:schemeClr val="tx1"/>
                          </a:solidFill>
                          <a:effectLst/>
                          <a:latin typeface="+mn-ea"/>
                          <a:ea typeface="+mn-ea"/>
                          <a:cs typeface="Segoe UI" panose="020B0502040204020203" pitchFamily="34" charset="0"/>
                        </a:rPr>
                        <a:t>設計・設置・統合から継続的なサービス・保守、セキュリティコンサルティングまでプロジェクトライフサイクル全体をサポート</a:t>
                      </a: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インターホン、構内放送</a:t>
                      </a:r>
                      <a:r>
                        <a:rPr kumimoji="1" lang="ja-JP" altLang="en-GB" sz="1400" b="0" i="0" u="none" strike="noStrike" kern="1200">
                          <a:solidFill>
                            <a:schemeClr val="tx1"/>
                          </a:solidFill>
                          <a:effectLst/>
                          <a:latin typeface="Yu Gothic" panose="020B0400000000000000" pitchFamily="34" charset="-128"/>
                          <a:ea typeface="Yu Gothic" panose="020B0400000000000000" pitchFamily="34" charset="-128"/>
                          <a:cs typeface="+mn-cs"/>
                        </a:rPr>
                        <a:t>、</a:t>
                      </a: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ガードツアーシステムなどの周辺セキュリティインフラの提供および、システム移行時のデータ移行サービス</a:t>
                      </a:r>
                      <a:endParaRPr kumimoji="1" lang="en-US" sz="1400" b="0" kern="1200">
                        <a:solidFill>
                          <a:schemeClr val="tx1"/>
                        </a:solidFill>
                        <a:effectLst/>
                        <a:latin typeface="Yu Gothic" panose="020B0400000000000000" pitchFamily="34" charset="-128"/>
                        <a:ea typeface="Yu Gothic" panose="020B0400000000000000" pitchFamily="34" charset="-128"/>
                        <a:cs typeface="Segoe UI" panose="020B0502040204020203" pitchFamily="34" charset="0"/>
                      </a:endParaRP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39953510"/>
                  </a:ext>
                </a:extLst>
              </a:tr>
              <a:tr h="692602">
                <a:tc>
                  <a:txBody>
                    <a:bodyPr/>
                    <a:lstStyle/>
                    <a:p>
                      <a:pPr lvl="0" algn="ctr">
                        <a:spcBef>
                          <a:spcPts val="0"/>
                        </a:spcBef>
                        <a:buNone/>
                      </a:pPr>
                      <a:r>
                        <a:rPr lang="ja-JP" altLang="en-US" sz="1400" b="0" i="0">
                          <a:solidFill>
                            <a:schemeClr val="bg1"/>
                          </a:solidFill>
                          <a:effectLst/>
                          <a:latin typeface="+mn-ea"/>
                          <a:ea typeface="+mn-ea"/>
                          <a:cs typeface="Segoe UI" panose="020B0502040204020203" pitchFamily="34" charset="0"/>
                        </a:rPr>
                        <a:t>認証</a:t>
                      </a:r>
                      <a:r>
                        <a:rPr lang="en-US" altLang="ja-JP" sz="1400" b="0" i="0">
                          <a:solidFill>
                            <a:schemeClr val="bg1"/>
                          </a:solidFill>
                          <a:effectLst/>
                          <a:latin typeface="+mn-ea"/>
                          <a:ea typeface="+mn-ea"/>
                          <a:cs typeface="Segoe UI" panose="020B0502040204020203" pitchFamily="34" charset="0"/>
                        </a:rPr>
                        <a:t>/</a:t>
                      </a:r>
                      <a:r>
                        <a:rPr lang="ja-JP" altLang="en-US" sz="1400" b="0" i="0">
                          <a:solidFill>
                            <a:schemeClr val="bg1"/>
                          </a:solidFill>
                          <a:effectLst/>
                          <a:latin typeface="+mn-ea"/>
                          <a:ea typeface="+mn-ea"/>
                          <a:cs typeface="Segoe UI" panose="020B0502040204020203" pitchFamily="34" charset="0"/>
                        </a:rPr>
                        <a:t>コンプライアンス</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a:solidFill>
                        <a:srgbClr val="FFFFFF"/>
                      </a:solidFill>
                    </a:lnB>
                    <a:solidFill>
                      <a:schemeClr val="accent3"/>
                    </a:solidFill>
                  </a:tcPr>
                </a:tc>
                <a:tc>
                  <a:txBody>
                    <a:bodyPr/>
                    <a:lstStyle/>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SG" sz="1400" b="0">
                          <a:latin typeface="+mn-ea"/>
                          <a:ea typeface="+mn-ea"/>
                          <a:cs typeface="Segoe UI" panose="020B0502040204020203" pitchFamily="34" charset="0"/>
                        </a:rPr>
                        <a:t>ISO 9001</a:t>
                      </a: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SG" sz="1400" b="0">
                          <a:latin typeface="+mn-ea"/>
                          <a:ea typeface="+mn-ea"/>
                          <a:cs typeface="Segoe UI" panose="020B0502040204020203" pitchFamily="34" charset="0"/>
                        </a:rPr>
                        <a:t>bizSAFE 3（</a:t>
                      </a:r>
                      <a:r>
                        <a:rPr lang="ja-JP" altLang="en-US" sz="1400" b="0">
                          <a:latin typeface="+mn-ea"/>
                          <a:ea typeface="+mn-ea"/>
                          <a:cs typeface="Segoe UI" panose="020B0502040204020203" pitchFamily="34" charset="0"/>
                        </a:rPr>
                        <a:t>労働安全衛生／安全管理レベル）</a:t>
                      </a: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SG" sz="1400" b="0">
                          <a:latin typeface="+mn-ea"/>
                          <a:ea typeface="+mn-ea"/>
                          <a:cs typeface="Segoe UI" panose="020B0502040204020203" pitchFamily="34" charset="0"/>
                        </a:rPr>
                        <a:t>BCA登録（</a:t>
                      </a:r>
                      <a:r>
                        <a:rPr lang="ja-JP" altLang="en-US" sz="1400" b="0">
                          <a:latin typeface="+mn-ea"/>
                          <a:ea typeface="+mn-ea"/>
                          <a:cs typeface="Segoe UI" panose="020B0502040204020203" pitchFamily="34" charset="0"/>
                        </a:rPr>
                        <a:t>シンガポール建築建設庁）</a:t>
                      </a:r>
                      <a:endParaRPr lang="en-US" sz="1400" b="0">
                        <a:solidFill>
                          <a:srgbClr val="000000"/>
                        </a:solidFill>
                        <a:latin typeface="+mn-ea"/>
                        <a:ea typeface="+mn-ea"/>
                        <a:cs typeface="Segoe UI" panose="020B0502040204020203" pitchFamily="34" charset="0"/>
                      </a:endParaRP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636386956"/>
                  </a:ext>
                </a:extLst>
              </a:tr>
            </a:tbl>
          </a:graphicData>
        </a:graphic>
      </p:graphicFrame>
      <p:pic>
        <p:nvPicPr>
          <p:cNvPr id="19" name="Image 0" descr="preencoded.png">
            <a:extLst>
              <a:ext uri="{FF2B5EF4-FFF2-40B4-BE49-F238E27FC236}">
                <a16:creationId xmlns:a16="http://schemas.microsoft.com/office/drawing/2014/main" id="{B4AC4334-C30B-0884-D6AC-37A0E1666E70}"/>
              </a:ext>
            </a:extLst>
          </p:cNvPr>
          <p:cNvPicPr>
            <a:picLocks noChangeAspect="1"/>
          </p:cNvPicPr>
          <p:nvPr/>
        </p:nvPicPr>
        <p:blipFill>
          <a:blip r:embed="rId7"/>
          <a:stretch>
            <a:fillRect/>
          </a:stretch>
        </p:blipFill>
        <p:spPr>
          <a:xfrm>
            <a:off x="9729216" y="201168"/>
            <a:ext cx="758952" cy="502920"/>
          </a:xfrm>
          <a:prstGeom prst="rect">
            <a:avLst/>
          </a:prstGeom>
          <a:ln>
            <a:solidFill>
              <a:schemeClr val="tx1"/>
            </a:solidFill>
          </a:ln>
        </p:spPr>
      </p:pic>
      <p:pic>
        <p:nvPicPr>
          <p:cNvPr id="2050" name="Picture 2" descr="3i Technologies">
            <a:extLst>
              <a:ext uri="{FF2B5EF4-FFF2-40B4-BE49-F238E27FC236}">
                <a16:creationId xmlns:a16="http://schemas.microsoft.com/office/drawing/2014/main" id="{9EFC88EA-EDBE-6614-E027-11E6FEFAE25B}"/>
              </a:ext>
            </a:extLst>
          </p:cNvPr>
          <p:cNvPicPr>
            <a:picLocks noChangeAspect="1" noChangeArrowheads="1"/>
          </p:cNvPicPr>
          <p:nvPr/>
        </p:nvPicPr>
        <p:blipFill>
          <a:blip r:embed="rId8"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640199" y="282227"/>
            <a:ext cx="1096960" cy="35094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7" name="Table 1">
            <a:extLst>
              <a:ext uri="{FF2B5EF4-FFF2-40B4-BE49-F238E27FC236}">
                <a16:creationId xmlns:a16="http://schemas.microsoft.com/office/drawing/2014/main" id="{3168078A-088D-F5AE-4BB7-B2DD911B0C22}"/>
              </a:ext>
            </a:extLst>
          </p:cNvPr>
          <p:cNvGraphicFramePr>
            <a:graphicFrameLocks noGrp="1"/>
          </p:cNvGraphicFramePr>
          <p:nvPr/>
        </p:nvGraphicFramePr>
        <p:xfrm>
          <a:off x="6279198" y="4513307"/>
          <a:ext cx="5577840" cy="1579516"/>
        </p:xfrm>
        <a:graphic>
          <a:graphicData uri="http://schemas.openxmlformats.org/drawingml/2006/table">
            <a:tbl>
              <a:tblPr/>
              <a:tblGrid>
                <a:gridCol w="1645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394879">
                <a:tc>
                  <a:txBody>
                    <a:bodyPr/>
                    <a:lstStyle/>
                    <a:p>
                      <a:pPr marL="0" indent="0" algn="ctr">
                        <a:buNone/>
                      </a:pPr>
                      <a:r>
                        <a:rPr lang="en-US" sz="1400" b="0" err="1">
                          <a:solidFill>
                            <a:schemeClr val="bg1"/>
                          </a:solidFill>
                          <a:latin typeface="+mn-ea"/>
                          <a:ea typeface="+mn-ea"/>
                          <a:cs typeface="Segoe UI" panose="020B0502040204020203" pitchFamily="34" charset="0"/>
                        </a:rPr>
                        <a:t>公共交通機関</a:t>
                      </a:r>
                      <a:endParaRPr lang="en-US" sz="1400" b="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1524A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latin typeface="+mn-ea"/>
                          <a:ea typeface="+mn-ea"/>
                          <a:cs typeface="Segoe UI" panose="020B0502040204020203" pitchFamily="34" charset="0"/>
                        </a:rPr>
                        <a:t>Singapore Mass Rapid Transit (SMRT)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394879">
                <a:tc>
                  <a:txBody>
                    <a:bodyPr/>
                    <a:lstStyle/>
                    <a:p>
                      <a:pPr marL="0" indent="0" algn="ctr">
                        <a:buNone/>
                      </a:pPr>
                      <a:r>
                        <a:rPr lang="en-US" sz="1400" b="0" err="1">
                          <a:solidFill>
                            <a:schemeClr val="bg1"/>
                          </a:solidFill>
                          <a:latin typeface="+mn-ea"/>
                          <a:ea typeface="+mn-ea"/>
                          <a:cs typeface="Segoe UI" panose="020B0502040204020203" pitchFamily="34" charset="0"/>
                        </a:rPr>
                        <a:t>不動産</a:t>
                      </a:r>
                      <a:endParaRPr lang="en-US" sz="1400" b="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1524A9"/>
                    </a:solidFill>
                  </a:tcPr>
                </a:tc>
                <a:tc>
                  <a:txBody>
                    <a:bodyPr/>
                    <a:lstStyle/>
                    <a:p>
                      <a:pPr marL="0" indent="0" algn="l">
                        <a:buNone/>
                      </a:pPr>
                      <a:r>
                        <a:rPr lang="en-US" sz="1400" b="0">
                          <a:latin typeface="+mn-ea"/>
                          <a:ea typeface="+mn-ea"/>
                          <a:cs typeface="Segoe UI" panose="020B0502040204020203" pitchFamily="34" charset="0"/>
                        </a:rPr>
                        <a:t>UOL Properties, </a:t>
                      </a:r>
                      <a:r>
                        <a:rPr lang="en-US" sz="1400" b="0" err="1">
                          <a:latin typeface="+mn-ea"/>
                          <a:ea typeface="+mn-ea"/>
                          <a:cs typeface="Segoe UI" panose="020B0502040204020203" pitchFamily="34" charset="0"/>
                        </a:rPr>
                        <a:t>Ascendas</a:t>
                      </a:r>
                      <a:r>
                        <a:rPr lang="en-US" sz="1400" b="0">
                          <a:latin typeface="+mn-ea"/>
                          <a:ea typeface="+mn-ea"/>
                          <a:cs typeface="Segoe UI" panose="020B0502040204020203" pitchFamily="34" charset="0"/>
                        </a:rPr>
                        <a:t>, Tangs Plaza</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394879">
                <a:tc>
                  <a:txBody>
                    <a:bodyPr/>
                    <a:lstStyle/>
                    <a:p>
                      <a:pPr marL="0" indent="0" algn="ctr">
                        <a:buNone/>
                      </a:pPr>
                      <a:r>
                        <a:rPr lang="en-US" sz="1400" b="0">
                          <a:solidFill>
                            <a:schemeClr val="bg1"/>
                          </a:solidFill>
                          <a:latin typeface="+mn-ea"/>
                          <a:ea typeface="+mn-ea"/>
                          <a:cs typeface="Segoe UI" panose="020B0502040204020203" pitchFamily="34" charset="0"/>
                        </a:rPr>
                        <a:t>教育</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1524A9"/>
                    </a:solidFill>
                  </a:tcPr>
                </a:tc>
                <a:tc>
                  <a:txBody>
                    <a:bodyPr/>
                    <a:lstStyle/>
                    <a:p>
                      <a:pPr marL="0" indent="0" algn="l">
                        <a:buNone/>
                      </a:pPr>
                      <a:r>
                        <a:rPr lang="en-US" sz="1400" b="0">
                          <a:latin typeface="+mn-ea"/>
                          <a:ea typeface="+mn-ea"/>
                          <a:cs typeface="Segoe UI" panose="020B0502040204020203" pitchFamily="34" charset="0"/>
                        </a:rPr>
                        <a:t>GEMS International School</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394879">
                <a:tc>
                  <a:txBody>
                    <a:bodyPr/>
                    <a:lstStyle/>
                    <a:p>
                      <a:pPr marL="0" indent="0" algn="ctr">
                        <a:buNone/>
                      </a:pPr>
                      <a:r>
                        <a:rPr lang="en-US" sz="1400" b="0" err="1">
                          <a:solidFill>
                            <a:schemeClr val="bg1"/>
                          </a:solidFill>
                          <a:latin typeface="+mn-ea"/>
                          <a:ea typeface="+mn-ea"/>
                          <a:cs typeface="Segoe UI" panose="020B0502040204020203" pitchFamily="34" charset="0"/>
                        </a:rPr>
                        <a:t>海事</a:t>
                      </a:r>
                      <a:r>
                        <a:rPr lang="en-US" sz="1400" b="0">
                          <a:solidFill>
                            <a:schemeClr val="bg1"/>
                          </a:solidFill>
                          <a:latin typeface="+mn-ea"/>
                          <a:ea typeface="+mn-ea"/>
                          <a:cs typeface="Segoe UI" panose="020B0502040204020203" pitchFamily="34" charset="0"/>
                        </a:rPr>
                        <a:t>/</a:t>
                      </a:r>
                      <a:r>
                        <a:rPr lang="en-US" sz="1400" b="0" err="1">
                          <a:solidFill>
                            <a:schemeClr val="bg1"/>
                          </a:solidFill>
                          <a:latin typeface="+mn-ea"/>
                          <a:ea typeface="+mn-ea"/>
                          <a:cs typeface="Segoe UI" panose="020B0502040204020203" pitchFamily="34" charset="0"/>
                        </a:rPr>
                        <a:t>物流</a:t>
                      </a:r>
                      <a:endParaRPr lang="en-US" sz="1400" b="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1524A9"/>
                    </a:solidFill>
                  </a:tcPr>
                </a:tc>
                <a:tc>
                  <a:txBody>
                    <a:bodyPr/>
                    <a:lstStyle/>
                    <a:p>
                      <a:pPr marL="0" indent="0" algn="l">
                        <a:buNone/>
                      </a:pPr>
                      <a:r>
                        <a:rPr lang="en-US" sz="1400" b="0">
                          <a:latin typeface="+mn-ea"/>
                          <a:ea typeface="+mn-ea"/>
                          <a:cs typeface="Segoe UI" panose="020B0502040204020203" pitchFamily="34" charset="0"/>
                        </a:rPr>
                        <a:t>QSA Marine &amp; Logistics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24" name="Table 1">
            <a:extLst>
              <a:ext uri="{FF2B5EF4-FFF2-40B4-BE49-F238E27FC236}">
                <a16:creationId xmlns:a16="http://schemas.microsoft.com/office/drawing/2014/main" id="{B76AB061-1A61-4299-FF95-C645761905A6}"/>
              </a:ext>
            </a:extLst>
          </p:cNvPr>
          <p:cNvGraphicFramePr>
            <a:graphicFrameLocks noGrp="1"/>
          </p:cNvGraphicFramePr>
          <p:nvPr/>
        </p:nvGraphicFramePr>
        <p:xfrm>
          <a:off x="6287232" y="1693286"/>
          <a:ext cx="5577840" cy="2133600"/>
        </p:xfrm>
        <a:graphic>
          <a:graphicData uri="http://schemas.openxmlformats.org/drawingml/2006/table">
            <a:tbl>
              <a:tblPr/>
              <a:tblGrid>
                <a:gridCol w="1645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426720">
                <a:tc>
                  <a:txBody>
                    <a:bodyPr/>
                    <a:lstStyle/>
                    <a:p>
                      <a:pPr marL="0" indent="0" algn="ctr">
                        <a:buNone/>
                      </a:pPr>
                      <a:r>
                        <a:rPr lang="en-US" altLang="ja-JP" sz="1400" err="1">
                          <a:solidFill>
                            <a:schemeClr val="bg1"/>
                          </a:solidFill>
                          <a:latin typeface="+mn-ea"/>
                          <a:ea typeface="+mn-ea"/>
                          <a:cs typeface="Segoe UI" panose="020B0502040204020203" pitchFamily="34" charset="0"/>
                        </a:rPr>
                        <a:t>ネットワーク</a:t>
                      </a:r>
                      <a:r>
                        <a:rPr lang="en-US" altLang="ja-JP" sz="1400">
                          <a:solidFill>
                            <a:schemeClr val="bg1"/>
                          </a:solidFill>
                          <a:latin typeface="+mn-ea"/>
                          <a:ea typeface="+mn-ea"/>
                          <a:cs typeface="Segoe UI" panose="020B0502040204020203" pitchFamily="34" charset="0"/>
                        </a:rPr>
                        <a:t>/</a:t>
                      </a:r>
                    </a:p>
                    <a:p>
                      <a:pPr marL="0" indent="0" algn="ctr">
                        <a:buNone/>
                      </a:pPr>
                      <a:r>
                        <a:rPr lang="en-US" altLang="ja-JP" sz="1400" err="1">
                          <a:solidFill>
                            <a:schemeClr val="bg1"/>
                          </a:solidFill>
                          <a:latin typeface="+mn-ea"/>
                          <a:ea typeface="+mn-ea"/>
                          <a:cs typeface="Segoe UI" panose="020B0502040204020203" pitchFamily="34" charset="0"/>
                        </a:rPr>
                        <a:t>データ通信</a:t>
                      </a:r>
                      <a:endParaRPr lang="en-US" sz="1400" b="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buFont typeface="Wingdings" pitchFamily="2" charset="2"/>
                        <a:buNone/>
                      </a:pPr>
                      <a:r>
                        <a:rPr lang="en-US" altLang="ja-JP" sz="1400">
                          <a:latin typeface="+mn-ea"/>
                          <a:ea typeface="+mn-ea"/>
                          <a:cs typeface="Segoe UI" panose="020B0502040204020203" pitchFamily="34" charset="0"/>
                        </a:rPr>
                        <a:t>CTC Union (</a:t>
                      </a:r>
                      <a:r>
                        <a:rPr lang="ja-TH" altLang="en-US" sz="1400">
                          <a:latin typeface="+mn-ea"/>
                          <a:ea typeface="+mn-ea"/>
                          <a:cs typeface="Segoe UI" panose="020B0502040204020203" pitchFamily="34" charset="0"/>
                        </a:rPr>
                        <a:t>台湾</a:t>
                      </a:r>
                      <a:r>
                        <a:rPr lang="en-US" altLang="ja-JP" sz="1400">
                          <a:latin typeface="+mn-ea"/>
                          <a:ea typeface="+mn-ea"/>
                          <a:cs typeface="Segoe UI" panose="020B0502040204020203" pitchFamily="34" charset="0"/>
                        </a:rPr>
                        <a: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426720">
                <a:tc>
                  <a:txBody>
                    <a:bodyPr/>
                    <a:lstStyle/>
                    <a:p>
                      <a:pPr marL="0" indent="0" algn="ctr">
                        <a:buNone/>
                      </a:pPr>
                      <a:r>
                        <a:rPr kumimoji="1" lang="ja-JP" altLang="en-US" sz="1400" b="0" i="0" u="none" strike="noStrike" kern="1200">
                          <a:solidFill>
                            <a:schemeClr val="bg1"/>
                          </a:solidFill>
                          <a:effectLst/>
                          <a:latin typeface="+mn-lt"/>
                          <a:ea typeface="+mn-ea"/>
                          <a:cs typeface="+mn-cs"/>
                        </a:rPr>
                        <a:t>映像監視</a:t>
                      </a:r>
                      <a:endParaRPr lang="en-US" sz="1400" b="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buFont typeface="Wingdings" pitchFamily="2" charset="2"/>
                        <a:buNone/>
                      </a:pPr>
                      <a:r>
                        <a:rPr lang="en-US" altLang="ja-JP" sz="1400">
                          <a:latin typeface="+mn-ea"/>
                          <a:ea typeface="+mn-ea"/>
                          <a:cs typeface="Segoe UI" panose="020B0502040204020203" pitchFamily="34" charset="0"/>
                        </a:rPr>
                        <a:t>Uniview (</a:t>
                      </a:r>
                      <a:r>
                        <a:rPr lang="ja-JP" altLang="en-US" sz="1400">
                          <a:latin typeface="+mn-ea"/>
                          <a:ea typeface="+mn-ea"/>
                          <a:cs typeface="Segoe UI" panose="020B0502040204020203" pitchFamily="34" charset="0"/>
                        </a:rPr>
                        <a:t>中国</a:t>
                      </a:r>
                      <a:r>
                        <a:rPr lang="en-US" altLang="ja-JP" sz="1400">
                          <a:latin typeface="+mn-ea"/>
                          <a:ea typeface="+mn-ea"/>
                          <a:cs typeface="Segoe UI" panose="020B0502040204020203" pitchFamily="34" charset="0"/>
                        </a:rPr>
                        <a:t>), GANZ</a:t>
                      </a:r>
                      <a:r>
                        <a:rPr lang="ja-JP" altLang="en-US" sz="1400">
                          <a:latin typeface="+mn-ea"/>
                          <a:ea typeface="+mn-ea"/>
                          <a:cs typeface="Segoe UI" panose="020B0502040204020203" pitchFamily="34" charset="0"/>
                        </a:rPr>
                        <a:t>セキュリティ</a:t>
                      </a:r>
                      <a:r>
                        <a:rPr lang="en-US" altLang="ja-JP" sz="1400">
                          <a:latin typeface="+mn-ea"/>
                          <a:ea typeface="+mn-ea"/>
                          <a:cs typeface="Segoe UI" panose="020B0502040204020203" pitchFamily="34" charset="0"/>
                        </a:rPr>
                        <a:t> (</a:t>
                      </a:r>
                      <a:r>
                        <a:rPr lang="ja-TH" altLang="en-US" sz="1400">
                          <a:latin typeface="+mn-ea"/>
                          <a:ea typeface="+mn-ea"/>
                          <a:cs typeface="Segoe UI" panose="020B0502040204020203" pitchFamily="34" charset="0"/>
                        </a:rPr>
                        <a:t>日本</a:t>
                      </a:r>
                      <a:r>
                        <a:rPr lang="en-US" altLang="ja-JP" sz="1400">
                          <a:latin typeface="+mn-ea"/>
                          <a:ea typeface="+mn-ea"/>
                          <a:cs typeface="Segoe UI" panose="020B0502040204020203" pitchFamily="34" charset="0"/>
                        </a:rPr>
                        <a:t>), Hanhwa Vision (</a:t>
                      </a:r>
                      <a:r>
                        <a:rPr lang="ja-TH" altLang="en-US" sz="1400">
                          <a:latin typeface="+mn-ea"/>
                          <a:ea typeface="+mn-ea"/>
                          <a:cs typeface="Segoe UI" panose="020B0502040204020203" pitchFamily="34" charset="0"/>
                        </a:rPr>
                        <a:t>韓国</a:t>
                      </a:r>
                      <a:r>
                        <a:rPr lang="en-US" altLang="ja-JP" sz="1400">
                          <a:latin typeface="+mn-ea"/>
                          <a:ea typeface="+mn-ea"/>
                          <a:cs typeface="Segoe UI" panose="020B0502040204020203" pitchFamily="34" charset="0"/>
                        </a:rPr>
                        <a:t>), Hikvision (</a:t>
                      </a:r>
                      <a:r>
                        <a:rPr lang="ja-JP" altLang="en-US" sz="1400">
                          <a:latin typeface="+mn-ea"/>
                          <a:ea typeface="+mn-ea"/>
                          <a:cs typeface="Segoe UI" panose="020B0502040204020203" pitchFamily="34" charset="0"/>
                        </a:rPr>
                        <a:t>中国</a:t>
                      </a:r>
                      <a:r>
                        <a:rPr lang="en-US" altLang="ja-JP" sz="1400">
                          <a:latin typeface="+mn-ea"/>
                          <a:ea typeface="+mn-ea"/>
                          <a:cs typeface="Segoe UI" panose="020B0502040204020203" pitchFamily="34" charset="0"/>
                        </a:rPr>
                        <a: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426720">
                <a:tc>
                  <a:txBody>
                    <a:bodyPr/>
                    <a:lstStyle/>
                    <a:p>
                      <a:pPr marL="0" indent="0" algn="ctr">
                        <a:buNone/>
                      </a:pPr>
                      <a:r>
                        <a:rPr lang="en-US" altLang="ja-JP" sz="1400">
                          <a:solidFill>
                            <a:schemeClr val="bg1"/>
                          </a:solidFill>
                          <a:latin typeface="+mn-ea"/>
                          <a:ea typeface="+mn-ea"/>
                          <a:cs typeface="Segoe UI" panose="020B0502040204020203" pitchFamily="34" charset="0"/>
                        </a:rPr>
                        <a:t>インター</a:t>
                      </a:r>
                      <a:r>
                        <a:rPr lang="ja-JP" altLang="en-US" sz="1400">
                          <a:solidFill>
                            <a:schemeClr val="bg1"/>
                          </a:solidFill>
                          <a:latin typeface="+mn-ea"/>
                          <a:ea typeface="+mn-ea"/>
                          <a:cs typeface="Segoe UI" panose="020B0502040204020203" pitchFamily="34" charset="0"/>
                        </a:rPr>
                        <a:t>ホン</a:t>
                      </a:r>
                      <a:endParaRPr lang="en-US" sz="1400" b="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buFont typeface="Wingdings" pitchFamily="2" charset="2"/>
                        <a:buNone/>
                      </a:pPr>
                      <a:r>
                        <a:rPr lang="en-US" altLang="ja-JP" sz="1400">
                          <a:latin typeface="+mn-ea"/>
                          <a:ea typeface="+mn-ea"/>
                          <a:cs typeface="Segoe UI" panose="020B0502040204020203" pitchFamily="34" charset="0"/>
                        </a:rPr>
                        <a:t>Aiphone (</a:t>
                      </a:r>
                      <a:r>
                        <a:rPr lang="ja-TH" altLang="en-US" sz="1400">
                          <a:latin typeface="+mn-ea"/>
                          <a:ea typeface="+mn-ea"/>
                          <a:cs typeface="Segoe UI" panose="020B0502040204020203" pitchFamily="34" charset="0"/>
                        </a:rPr>
                        <a:t>日本</a:t>
                      </a:r>
                      <a:r>
                        <a:rPr lang="en-US" altLang="ja-JP" sz="1400">
                          <a:latin typeface="+mn-ea"/>
                          <a:ea typeface="+mn-ea"/>
                          <a:cs typeface="Segoe UI" panose="020B0502040204020203" pitchFamily="34" charset="0"/>
                        </a:rPr>
                        <a: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426720">
                <a:tc>
                  <a:txBody>
                    <a:bodyPr/>
                    <a:lstStyle/>
                    <a:p>
                      <a:pPr marL="0" indent="0" algn="ctr">
                        <a:buNone/>
                      </a:pPr>
                      <a:r>
                        <a:rPr kumimoji="1" lang="ja-JP" altLang="en-US" sz="1400" b="0" i="0" u="none" strike="noStrike" kern="1200">
                          <a:solidFill>
                            <a:schemeClr val="bg1"/>
                          </a:solidFill>
                          <a:effectLst/>
                          <a:latin typeface="+mn-lt"/>
                          <a:ea typeface="+mn-ea"/>
                          <a:cs typeface="+mn-cs"/>
                        </a:rPr>
                        <a:t>ビジター管理</a:t>
                      </a:r>
                      <a:endParaRPr lang="en-US" sz="1400" b="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自社開発 </a:t>
                      </a:r>
                      <a:r>
                        <a:rPr kumimoji="1" lang="en-US" altLang="ja-JP" sz="1400" b="0" i="0" u="none" strike="noStrike" kern="1200">
                          <a:solidFill>
                            <a:schemeClr val="tx1"/>
                          </a:solidFill>
                          <a:effectLst/>
                          <a:latin typeface="Yu Gothic" panose="020B0400000000000000" pitchFamily="34" charset="-128"/>
                          <a:ea typeface="Yu Gothic" panose="020B0400000000000000" pitchFamily="34" charset="-128"/>
                          <a:cs typeface="+mn-cs"/>
                        </a:rPr>
                        <a:t>3</a:t>
                      </a:r>
                      <a:r>
                        <a:rPr kumimoji="1" lang="en-GB" altLang="ja-JP" sz="1400" b="0" i="0" u="none" strike="noStrike" kern="1200">
                          <a:solidFill>
                            <a:schemeClr val="tx1"/>
                          </a:solidFill>
                          <a:effectLst/>
                          <a:latin typeface="Yu Gothic" panose="020B0400000000000000" pitchFamily="34" charset="-128"/>
                          <a:ea typeface="Yu Gothic" panose="020B0400000000000000" pitchFamily="34" charset="-128"/>
                          <a:cs typeface="+mn-cs"/>
                        </a:rPr>
                        <a:t>i </a:t>
                      </a: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ビジター管理システム</a:t>
                      </a:r>
                      <a:endParaRPr lang="en-US" sz="1400" b="0">
                        <a:latin typeface="Yu Gothic" panose="020B0400000000000000" pitchFamily="34" charset="-128"/>
                        <a:ea typeface="Yu Gothic" panose="020B0400000000000000" pitchFamily="34" charset="-128"/>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426720">
                <a:tc>
                  <a:txBody>
                    <a:bodyPr/>
                    <a:lstStyle/>
                    <a:p>
                      <a:pPr marL="0" indent="0" algn="ctr">
                        <a:buNone/>
                      </a:pPr>
                      <a:r>
                        <a:rPr lang="en-US" sz="1400" b="0" err="1">
                          <a:solidFill>
                            <a:schemeClr val="bg1"/>
                          </a:solidFill>
                          <a:latin typeface="+mn-ea"/>
                          <a:ea typeface="+mn-ea"/>
                          <a:cs typeface="Segoe UI" panose="020B0502040204020203" pitchFamily="34" charset="0"/>
                        </a:rPr>
                        <a:t>船舶追跡</a:t>
                      </a:r>
                      <a:endParaRPr lang="en-US" sz="1400" b="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ja-JP" altLang="en-US" sz="1400">
                          <a:latin typeface="+mn-ea"/>
                          <a:ea typeface="+mn-ea"/>
                        </a:rPr>
                        <a:t>自社開発船舶追跡システム（</a:t>
                      </a:r>
                      <a:r>
                        <a:rPr lang="en-US" altLang="ja-TH" sz="1400">
                          <a:latin typeface="+mn-ea"/>
                          <a:ea typeface="+mn-ea"/>
                        </a:rPr>
                        <a:t>VTS</a:t>
                      </a:r>
                      <a:r>
                        <a:rPr lang="ja-TH" altLang="en-US" sz="1400">
                          <a:latin typeface="+mn-ea"/>
                          <a:ea typeface="+mn-ea"/>
                        </a:rPr>
                        <a:t>）</a:t>
                      </a:r>
                      <a:endParaRPr lang="en-US" sz="1400" b="0">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086891295"/>
                  </a:ext>
                </a:extLst>
              </a:tr>
            </a:tbl>
          </a:graphicData>
        </a:graphic>
      </p:graphicFrame>
    </p:spTree>
    <p:extLst>
      <p:ext uri="{BB962C8B-B14F-4D97-AF65-F5344CB8AC3E}">
        <p14:creationId xmlns:p14="http://schemas.microsoft.com/office/powerpoint/2010/main" val="123465887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36. </a:t>
            </a:r>
            <a:r>
              <a:rPr lang="en-US" sz="2400" err="1">
                <a:solidFill>
                  <a:srgbClr val="000000"/>
                </a:solidFill>
                <a:latin typeface="Segoe UI" pitchFamily="34" charset="0"/>
                <a:ea typeface="Segoe UI" pitchFamily="34" charset="-122"/>
                <a:cs typeface="Segoe UI" pitchFamily="34" charset="-120"/>
              </a:rPr>
              <a:t>Fortech</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Singapore-based provider specializing in security technology and communications services across multiple sectors.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pic>
        <p:nvPicPr>
          <p:cNvPr id="5" name="Image 1" descr="preencoded.png"/>
          <p:cNvPicPr>
            <a:picLocks noChangeAspect="1"/>
          </p:cNvPicPr>
          <p:nvPr/>
        </p:nvPicPr>
        <p:blipFill>
          <a:blip r:embed="rId4"/>
          <a:srcRect/>
          <a:stretch/>
        </p:blipFill>
        <p:spPr>
          <a:xfrm>
            <a:off x="10710118" y="132588"/>
            <a:ext cx="945988" cy="64008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26" name="Table 0"/>
          <p:cNvGraphicFramePr>
            <a:graphicFrameLocks noGrp="1"/>
          </p:cNvGraphicFramePr>
          <p:nvPr>
            <p:extLst>
              <p:ext uri="{D42A27DB-BD31-4B8C-83A1-F6EECF244321}">
                <p14:modId xmlns:p14="http://schemas.microsoft.com/office/powerpoint/2010/main" val="425821925"/>
              </p:ext>
            </p:extLst>
          </p:nvPr>
        </p:nvGraphicFramePr>
        <p:xfrm>
          <a:off x="338328" y="1691639"/>
          <a:ext cx="5577840" cy="4401186"/>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338553">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Name</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u="sng">
                          <a:solidFill>
                            <a:schemeClr val="tx1"/>
                          </a:solidFill>
                          <a:latin typeface="Segoe UI" panose="020B0502040204020203" pitchFamily="34" charset="0"/>
                          <a:ea typeface="Segoe UI" pitchFamily="34" charset="-122"/>
                          <a:cs typeface="Segoe UI" panose="020B0502040204020203" pitchFamily="34" charset="0"/>
                          <a:hlinkClick r:id="rId5" tooltip="Visit company website">
                            <a:extLst>
                              <a:ext uri="{A12FA001-AC4F-418D-AE19-62706E023703}">
                                <ahyp:hlinkClr xmlns:ahyp="http://schemas.microsoft.com/office/drawing/2018/hyperlinkcolor" val="tx"/>
                              </a:ext>
                            </a:extLst>
                          </a:hlinkClick>
                        </a:rPr>
                        <a:t>Fortech</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338553">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Est. Year</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2015</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338553">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HQ</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Singapore</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902807">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Business</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Design and install security technology and communications, offering commercial grade solutions including CCTV, Access Control, and Public Address systems</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1354211">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Customers</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solidFill>
                            <a:schemeClr val="tx1"/>
                          </a:solidFill>
                          <a:latin typeface="Segoe UI" panose="020B0502040204020203" pitchFamily="34" charset="0"/>
                          <a:cs typeface="Segoe UI" panose="020B0502040204020203" pitchFamily="34" charset="0"/>
                        </a:rPr>
                        <a:t>Hospitality: Marina Bay Sands, Mandarin Oriental, Raffles Marina</a:t>
                      </a:r>
                      <a:r>
                        <a:rPr kumimoji="1" lang="en-US" sz="1400" b="0" kern="1200">
                          <a:solidFill>
                            <a:schemeClr val="tx1"/>
                          </a:solidFill>
                          <a:latin typeface="Segoe UI" panose="020B0502040204020203" pitchFamily="34" charset="0"/>
                          <a:cs typeface="Segoe UI" panose="020B0502040204020203" pitchFamily="34" charset="0"/>
                        </a:rPr>
                        <a:t>, </a:t>
                      </a:r>
                      <a:r>
                        <a:rPr lang="en-US" sz="1400" b="0">
                          <a:solidFill>
                            <a:schemeClr val="tx1"/>
                          </a:solidFill>
                          <a:latin typeface="Segoe UI" panose="020B0502040204020203" pitchFamily="34" charset="0"/>
                          <a:cs typeface="Segoe UI" panose="020B0502040204020203" pitchFamily="34" charset="0"/>
                        </a:rPr>
                        <a:t>Paya Lebar Quarter, Parkway Parade</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solidFill>
                            <a:schemeClr val="tx1"/>
                          </a:solidFill>
                          <a:latin typeface="Segoe UI" panose="020B0502040204020203" pitchFamily="34" charset="0"/>
                          <a:cs typeface="Segoe UI" panose="020B0502040204020203" pitchFamily="34" charset="0"/>
                        </a:rPr>
                        <a:t>Healthcare: Tan Tock Seng Hospital, KK Women &amp; Children’s Hospital</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solidFill>
                            <a:schemeClr val="tx1"/>
                          </a:solidFill>
                          <a:latin typeface="Segoe UI" panose="020B0502040204020203" pitchFamily="34" charset="0"/>
                          <a:cs typeface="Segoe UI" panose="020B0502040204020203" pitchFamily="34" charset="0"/>
                        </a:rPr>
                        <a:t>Industrial: Philips, NSL Oil Chem</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r h="677105">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Principal Partners</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Bosch, Legrand, TKH Security, STiD, Keyprocessor, Phoenix Contact, PAC, TDSI, Skidata, Recogtech, Simons Voss, FSH, IP Door, Commend, Electro Voice</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7"/>
                  </a:ext>
                </a:extLst>
              </a:tr>
              <a:tr h="451404">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Past Projects Location</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Australia, Cambodia, Indonesia, Malaysia, Myanmar, Singapore, Sri Lanka, Vietnam</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graphicFrame>
        <p:nvGraphicFramePr>
          <p:cNvPr id="51" name="Table 1"/>
          <p:cNvGraphicFramePr>
            <a:graphicFrameLocks noGrp="1"/>
          </p:cNvGraphicFramePr>
          <p:nvPr>
            <p:extLst>
              <p:ext uri="{D42A27DB-BD31-4B8C-83A1-F6EECF244321}">
                <p14:modId xmlns:p14="http://schemas.microsoft.com/office/powerpoint/2010/main" val="2143836621"/>
              </p:ext>
            </p:extLst>
          </p:nvPr>
        </p:nvGraphicFramePr>
        <p:xfrm>
          <a:off x="6272784" y="1746504"/>
          <a:ext cx="5577840" cy="4343856"/>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3976">
                <a:tc>
                  <a:txBody>
                    <a:bodyPr/>
                    <a:lstStyle/>
                    <a:p>
                      <a:pPr algn="ctr">
                        <a:buNone/>
                      </a:pPr>
                      <a:r>
                        <a:rPr lang="en-MY" sz="1400">
                          <a:solidFill>
                            <a:schemeClr val="bg1"/>
                          </a:solidFill>
                          <a:latin typeface="Segoe UI" panose="020B0502040204020203" pitchFamily="34" charset="0"/>
                          <a:cs typeface="Segoe UI" panose="020B0502040204020203" pitchFamily="34" charset="0"/>
                        </a:rPr>
                        <a:t>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CCTV Systems, surveillance for retail, commercial, public spaces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3976">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&amp; Intercom</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Intercom Systems, cloud door access, Bluetooth, fingerprint, secure communication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3976">
                <a:tc>
                  <a:txBody>
                    <a:bodyPr/>
                    <a:lstStyle/>
                    <a:p>
                      <a:pPr algn="ctr">
                        <a:buNone/>
                      </a:pPr>
                      <a:r>
                        <a:rPr lang="en-MY" sz="1400">
                          <a:solidFill>
                            <a:schemeClr val="bg1"/>
                          </a:solidFill>
                          <a:latin typeface="Segoe UI" panose="020B0502040204020203" pitchFamily="34" charset="0"/>
                          <a:cs typeface="Segoe UI" panose="020B0502040204020203" pitchFamily="34" charset="0"/>
                        </a:rPr>
                        <a:t>Public Address &amp; Event Audio</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Public Address Systems, Professional Sound Systems, PA assessment, event audio, indoor, outdoor</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3976">
                <a:tc>
                  <a:txBody>
                    <a:bodyPr/>
                    <a:lstStyle/>
                    <a:p>
                      <a:pPr algn="ctr">
                        <a:buNone/>
                      </a:pPr>
                      <a:r>
                        <a:rPr lang="en-MY" sz="1400">
                          <a:solidFill>
                            <a:schemeClr val="bg1"/>
                          </a:solidFill>
                          <a:latin typeface="Segoe UI" panose="020B0502040204020203" pitchFamily="34" charset="0"/>
                          <a:cs typeface="Segoe UI" panose="020B0502040204020203" pitchFamily="34" charset="0"/>
                        </a:rPr>
                        <a:t>Video Collaboration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Video Conferencing, business video conferencing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3976">
                <a:tc>
                  <a:txBody>
                    <a:bodyPr/>
                    <a:lstStyle/>
                    <a:p>
                      <a:pPr algn="ctr">
                        <a:buNone/>
                      </a:pPr>
                      <a:r>
                        <a:rPr lang="en-MY" sz="1400">
                          <a:solidFill>
                            <a:schemeClr val="bg1"/>
                          </a:solidFill>
                          <a:latin typeface="Segoe UI" panose="020B0502040204020203" pitchFamily="34" charset="0"/>
                          <a:cs typeface="Segoe UI" panose="020B0502040204020203" pitchFamily="34" charset="0"/>
                        </a:rPr>
                        <a:t>Hazardous Environments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Explosion Proof Solutions, EEx industrial solutions, hazardous areas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3976">
                <a:tc>
                  <a:txBody>
                    <a:bodyPr/>
                    <a:lstStyle/>
                    <a:p>
                      <a:pPr algn="ctr">
                        <a:buNone/>
                      </a:pPr>
                      <a:r>
                        <a:rPr lang="en-MY" sz="1400">
                          <a:solidFill>
                            <a:schemeClr val="bg1"/>
                          </a:solidFill>
                          <a:latin typeface="Segoe UI" panose="020B0502040204020203" pitchFamily="34" charset="0"/>
                          <a:cs typeface="Segoe UI" panose="020B0502040204020203" pitchFamily="34" charset="0"/>
                        </a:rPr>
                        <a:t>Audio Accessibility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Assistive Listening Solutions, induction loop systems, accessibility support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47472" y="6134083"/>
            <a:ext cx="11430000" cy="337255"/>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Note: ATEX (Atmospheres </a:t>
            </a:r>
            <a:r>
              <a:rPr lang="en-US" sz="1000" err="1">
                <a:solidFill>
                  <a:srgbClr val="000000"/>
                </a:solidFill>
                <a:latin typeface="Segoe UI" pitchFamily="34" charset="0"/>
                <a:ea typeface="Segoe UI" pitchFamily="34" charset="-122"/>
                <a:cs typeface="Segoe UI" pitchFamily="34" charset="-120"/>
              </a:rPr>
              <a:t>Explosibles</a:t>
            </a:r>
            <a:r>
              <a:rPr lang="en-US" sz="1000">
                <a:solidFill>
                  <a:srgbClr val="000000"/>
                </a:solidFill>
                <a:latin typeface="Segoe UI" pitchFamily="34" charset="0"/>
                <a:ea typeface="Segoe UI" pitchFamily="34" charset="-122"/>
                <a:cs typeface="Segoe UI" pitchFamily="34" charset="-120"/>
              </a:rPr>
              <a:t>), EEX (Explosion Proof)</a:t>
            </a:r>
            <a:endParaRPr lang="en-US" sz="1000"/>
          </a:p>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37. </a:t>
            </a:r>
            <a:r>
              <a:rPr lang="en-US" sz="2400" err="1">
                <a:solidFill>
                  <a:srgbClr val="000000"/>
                </a:solidFill>
                <a:latin typeface="Segoe UI" pitchFamily="34" charset="0"/>
                <a:ea typeface="Segoe UI" pitchFamily="34" charset="-122"/>
                <a:cs typeface="Segoe UI" pitchFamily="34" charset="-120"/>
              </a:rPr>
              <a:t>Apptech</a:t>
            </a:r>
            <a:r>
              <a:rPr lang="en-US" sz="2400">
                <a:solidFill>
                  <a:srgbClr val="000000"/>
                </a:solidFill>
                <a:latin typeface="Segoe UI" pitchFamily="34" charset="0"/>
                <a:ea typeface="Segoe UI" pitchFamily="34" charset="-122"/>
                <a:cs typeface="Segoe UI" pitchFamily="34" charset="-120"/>
              </a:rPr>
              <a:t> Services</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Singapore-based provider of integrated security solutions for residential and commercial properties.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27" name="Table 0"/>
          <p:cNvGraphicFramePr>
            <a:graphicFrameLocks noGrp="1"/>
          </p:cNvGraphicFramePr>
          <p:nvPr>
            <p:extLst>
              <p:ext uri="{D42A27DB-BD31-4B8C-83A1-F6EECF244321}">
                <p14:modId xmlns:p14="http://schemas.microsoft.com/office/powerpoint/2010/main" val="2512432923"/>
              </p:ext>
            </p:extLst>
          </p:nvPr>
        </p:nvGraphicFramePr>
        <p:xfrm>
          <a:off x="338328" y="1691641"/>
          <a:ext cx="5577840" cy="4401186"/>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623362">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chemeClr val="tx1"/>
                          </a:solidFill>
                          <a:latin typeface="Segoe UI" pitchFamily="34" charset="0"/>
                          <a:ea typeface="Segoe UI" pitchFamily="34" charset="-122"/>
                          <a:cs typeface="Segoe UI" pitchFamily="34" charset="-120"/>
                          <a:hlinkClick r:id="rId4" tooltip="Visit company website">
                            <a:extLst>
                              <a:ext uri="{A12FA001-AC4F-418D-AE19-62706E023703}">
                                <ahyp:hlinkClr xmlns:ahyp="http://schemas.microsoft.com/office/drawing/2018/hyperlinkcolor" val="tx"/>
                              </a:ext>
                            </a:extLst>
                          </a:hlinkClick>
                        </a:rPr>
                        <a:t>Apptech Services</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623362">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2012</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623362">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err="1">
                          <a:solidFill>
                            <a:schemeClr val="tx1"/>
                          </a:solidFill>
                          <a:latin typeface="Segoe UI" pitchFamily="34" charset="0"/>
                          <a:ea typeface="Segoe UI" pitchFamily="34" charset="-122"/>
                          <a:cs typeface="Segoe UI" pitchFamily="34" charset="-120"/>
                        </a:rPr>
                        <a:t>ARK@Gambas</a:t>
                      </a:r>
                      <a:r>
                        <a:rPr lang="en-US" sz="1400">
                          <a:solidFill>
                            <a:schemeClr val="tx1"/>
                          </a:solidFill>
                          <a:latin typeface="Segoe UI" pitchFamily="34" charset="0"/>
                          <a:ea typeface="Segoe UI" pitchFamily="34" charset="-122"/>
                          <a:cs typeface="Segoe UI" pitchFamily="34" charset="-120"/>
                        </a:rPr>
                        <a:t>, Singapore</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101244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lvl="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itchFamily="34" charset="0"/>
                          <a:ea typeface="Segoe UI" pitchFamily="34" charset="-122"/>
                          <a:cs typeface="Segoe UI" pitchFamily="34" charset="-120"/>
                        </a:rPr>
                        <a:t>Distribute, install and maintain integrated security solutions such as Audio/Photo Door Entry Telephony Systems, CCTV, access control systems, and carpark barriers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151866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Principal Partners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chemeClr val="tx1"/>
                          </a:solidFill>
                          <a:latin typeface="Segoe UI" pitchFamily="34" charset="0"/>
                          <a:ea typeface="Segoe UI" charset="0"/>
                          <a:cs typeface="Segoe UI" pitchFamily="34" charset="-120"/>
                        </a:rPr>
                        <a:t>Intercom: HZ Vision, </a:t>
                      </a:r>
                      <a:r>
                        <a:rPr kumimoji="1" lang="en-US" sz="1400" kern="1200" err="1">
                          <a:solidFill>
                            <a:schemeClr val="tx1"/>
                          </a:solidFill>
                          <a:latin typeface="Segoe UI" pitchFamily="34" charset="0"/>
                          <a:ea typeface="Segoe UI" charset="0"/>
                          <a:cs typeface="Segoe UI" pitchFamily="34" charset="-120"/>
                        </a:rPr>
                        <a:t>Aiphone</a:t>
                      </a:r>
                      <a:r>
                        <a:rPr kumimoji="1" lang="en-US" sz="1400" kern="1200">
                          <a:solidFill>
                            <a:schemeClr val="tx1"/>
                          </a:solidFill>
                          <a:latin typeface="Segoe UI" pitchFamily="34" charset="0"/>
                          <a:ea typeface="Segoe UI" charset="0"/>
                          <a:cs typeface="Segoe UI" pitchFamily="34" charset="-120"/>
                        </a:rPr>
                        <a:t>, </a:t>
                      </a:r>
                      <a:r>
                        <a:rPr kumimoji="1" lang="en-US" sz="1400" kern="1200" err="1">
                          <a:solidFill>
                            <a:schemeClr val="tx1"/>
                          </a:solidFill>
                          <a:latin typeface="Segoe UI" pitchFamily="34" charset="0"/>
                          <a:ea typeface="Segoe UI" charset="0"/>
                          <a:cs typeface="Segoe UI" pitchFamily="34" charset="-120"/>
                        </a:rPr>
                        <a:t>Comelit</a:t>
                      </a:r>
                      <a:endParaRPr kumimoji="1" lang="en-US" sz="1400" kern="1200">
                        <a:solidFill>
                          <a:schemeClr val="tx1"/>
                        </a:solidFill>
                        <a:latin typeface="Segoe UI" pitchFamily="34" charset="0"/>
                        <a:ea typeface="Segoe UI" charset="0"/>
                        <a:cs typeface="Segoe UI" pitchFamily="34" charset="-12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chemeClr val="tx1"/>
                          </a:solidFill>
                          <a:latin typeface="Segoe UI" pitchFamily="34" charset="0"/>
                          <a:ea typeface="Segoe UI" charset="0"/>
                          <a:cs typeface="Segoe UI" pitchFamily="34" charset="-120"/>
                        </a:rPr>
                        <a:t>CCTV: </a:t>
                      </a:r>
                      <a:r>
                        <a:rPr kumimoji="1" lang="en-US" sz="1400" kern="1200" err="1">
                          <a:solidFill>
                            <a:schemeClr val="tx1"/>
                          </a:solidFill>
                          <a:latin typeface="Segoe UI" pitchFamily="34" charset="0"/>
                          <a:ea typeface="Segoe UI" charset="0"/>
                          <a:cs typeface="Segoe UI" pitchFamily="34" charset="-120"/>
                        </a:rPr>
                        <a:t>Uniview</a:t>
                      </a:r>
                      <a:r>
                        <a:rPr kumimoji="1" lang="en-US" sz="1400" kern="1200">
                          <a:solidFill>
                            <a:schemeClr val="tx1"/>
                          </a:solidFill>
                          <a:latin typeface="Segoe UI" pitchFamily="34" charset="0"/>
                          <a:ea typeface="Segoe UI" charset="0"/>
                          <a:cs typeface="Segoe UI" pitchFamily="34" charset="-120"/>
                        </a:rPr>
                        <a:t>, Hikvision, Dahua </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chemeClr val="tx1"/>
                          </a:solidFill>
                          <a:latin typeface="Segoe UI" pitchFamily="34" charset="0"/>
                          <a:ea typeface="Segoe UI" charset="0"/>
                          <a:cs typeface="Segoe UI" pitchFamily="34" charset="-120"/>
                        </a:rPr>
                        <a:t>Card Access: HZ Vision, </a:t>
                      </a:r>
                      <a:r>
                        <a:rPr kumimoji="1" lang="en-US" sz="1400" kern="1200" err="1">
                          <a:solidFill>
                            <a:schemeClr val="tx1"/>
                          </a:solidFill>
                          <a:latin typeface="Segoe UI" pitchFamily="34" charset="0"/>
                          <a:ea typeface="Segoe UI" charset="0"/>
                          <a:cs typeface="Segoe UI" pitchFamily="34" charset="-120"/>
                        </a:rPr>
                        <a:t>Microengine</a:t>
                      </a:r>
                      <a:r>
                        <a:rPr kumimoji="1" lang="en-US" sz="1400" kern="1200">
                          <a:solidFill>
                            <a:schemeClr val="tx1"/>
                          </a:solidFill>
                          <a:latin typeface="Segoe UI" pitchFamily="34" charset="0"/>
                          <a:ea typeface="Segoe UI" charset="0"/>
                          <a:cs typeface="Segoe UI" pitchFamily="34" charset="-120"/>
                        </a:rPr>
                        <a:t>, </a:t>
                      </a:r>
                      <a:r>
                        <a:rPr kumimoji="1" lang="en-US" sz="1400" kern="1200" err="1">
                          <a:solidFill>
                            <a:schemeClr val="tx1"/>
                          </a:solidFill>
                          <a:latin typeface="Segoe UI" pitchFamily="34" charset="0"/>
                          <a:ea typeface="Segoe UI" charset="0"/>
                          <a:cs typeface="Segoe UI" pitchFamily="34" charset="-120"/>
                        </a:rPr>
                        <a:t>Soyal</a:t>
                      </a:r>
                      <a:r>
                        <a:rPr kumimoji="1" lang="en-US" sz="1400" kern="1200">
                          <a:solidFill>
                            <a:schemeClr val="tx1"/>
                          </a:solidFill>
                          <a:latin typeface="Segoe UI" pitchFamily="34" charset="0"/>
                          <a:ea typeface="Segoe UI" charset="0"/>
                          <a:cs typeface="Segoe UI" pitchFamily="34" charset="-120"/>
                        </a:rPr>
                        <a:t>, Castle</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chemeClr val="tx1"/>
                          </a:solidFill>
                          <a:latin typeface="Segoe UI" pitchFamily="34" charset="0"/>
                          <a:ea typeface="Segoe UI" charset="0"/>
                          <a:cs typeface="Segoe UI" pitchFamily="34" charset="-120"/>
                        </a:rPr>
                        <a:t>Carpark Barrier: CAME, Nice, FAAC</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err="1">
                          <a:solidFill>
                            <a:schemeClr val="tx1"/>
                          </a:solidFill>
                          <a:latin typeface="Segoe UI" pitchFamily="34" charset="0"/>
                          <a:ea typeface="Segoe UI" charset="0"/>
                          <a:cs typeface="Segoe UI" pitchFamily="34" charset="-120"/>
                        </a:rPr>
                        <a:t>Autogate</a:t>
                      </a:r>
                      <a:r>
                        <a:rPr kumimoji="1" lang="en-US" sz="1400" kern="1200">
                          <a:solidFill>
                            <a:schemeClr val="tx1"/>
                          </a:solidFill>
                          <a:latin typeface="Segoe UI" pitchFamily="34" charset="0"/>
                          <a:ea typeface="Segoe UI" charset="0"/>
                          <a:cs typeface="Segoe UI" pitchFamily="34" charset="-120"/>
                        </a:rPr>
                        <a:t>: Nice, FAAC</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53" name="Table 1"/>
          <p:cNvGraphicFramePr>
            <a:graphicFrameLocks noGrp="1"/>
          </p:cNvGraphicFramePr>
          <p:nvPr>
            <p:extLst>
              <p:ext uri="{D42A27DB-BD31-4B8C-83A1-F6EECF244321}">
                <p14:modId xmlns:p14="http://schemas.microsoft.com/office/powerpoint/2010/main" val="2344009070"/>
              </p:ext>
            </p:extLst>
          </p:nvPr>
        </p:nvGraphicFramePr>
        <p:xfrm>
          <a:off x="6272784" y="1772202"/>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CCTV Monitoring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CCTV Surveillance, UNIVIEW CCTV for residential and commercial monitoring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Building Access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card access for secure entry management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Visitor Communication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Audio/Photo Door Entry Systems, Intercom Systems, telephony intercom, </a:t>
                      </a:r>
                      <a:r>
                        <a:rPr lang="en-MY" sz="1400" err="1">
                          <a:latin typeface="Segoe UI" panose="020B0502040204020203" pitchFamily="34" charset="0"/>
                          <a:cs typeface="Segoe UI" panose="020B0502040204020203" pitchFamily="34" charset="0"/>
                        </a:rPr>
                        <a:t>Aiphone</a:t>
                      </a:r>
                      <a:r>
                        <a:rPr lang="en-MY" sz="1400">
                          <a:latin typeface="Segoe UI" panose="020B0502040204020203" pitchFamily="34" charset="0"/>
                          <a:cs typeface="Segoe UI" panose="020B0502040204020203" pitchFamily="34" charset="0"/>
                        </a:rPr>
                        <a:t> IXG/GT series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Vehicle &amp; Gate Control</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Carpark Barrier Systems, Automatic Gates, CAME barrier, controlled property access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Intrusion Protection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Intrusion Alarm Systems, property alarm solutions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Service &amp; Upkeep</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Maintenance Services, regular maintenance for security systems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47472" y="6150709"/>
            <a:ext cx="11430000" cy="337255"/>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pic>
        <p:nvPicPr>
          <p:cNvPr id="11" name="Picture 10">
            <a:extLst>
              <a:ext uri="{FF2B5EF4-FFF2-40B4-BE49-F238E27FC236}">
                <a16:creationId xmlns:a16="http://schemas.microsoft.com/office/drawing/2014/main" id="{60831761-32D3-C77F-1B8E-EFF33DE757B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727289" y="179160"/>
            <a:ext cx="995332" cy="5141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24816-CEC9-4DDC-3AE5-82E216DAB456}"/>
            </a:ext>
          </a:extLst>
        </p:cNvPr>
        <p:cNvGrpSpPr/>
        <p:nvPr/>
      </p:nvGrpSpPr>
      <p:grpSpPr>
        <a:xfrm>
          <a:off x="0" y="0"/>
          <a:ext cx="0" cy="0"/>
          <a:chOff x="0" y="0"/>
          <a:chExt cx="0" cy="0"/>
        </a:xfrm>
      </p:grpSpPr>
      <p:graphicFrame>
        <p:nvGraphicFramePr>
          <p:cNvPr id="18" name="Table 1">
            <a:extLst>
              <a:ext uri="{FF2B5EF4-FFF2-40B4-BE49-F238E27FC236}">
                <a16:creationId xmlns:a16="http://schemas.microsoft.com/office/drawing/2014/main" id="{B2FC3ED2-2C0E-B59E-9B1A-673C27BB345F}"/>
              </a:ext>
            </a:extLst>
          </p:cNvPr>
          <p:cNvGraphicFramePr>
            <a:graphicFrameLocks noGrp="1"/>
          </p:cNvGraphicFramePr>
          <p:nvPr/>
        </p:nvGraphicFramePr>
        <p:xfrm>
          <a:off x="6272784" y="1715331"/>
          <a:ext cx="5577840" cy="1706880"/>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320040">
                <a:tc>
                  <a:txBody>
                    <a:bodyPr/>
                    <a:lstStyle/>
                    <a:p>
                      <a:pPr marL="0" indent="0" algn="ctr">
                        <a:buNone/>
                      </a:pPr>
                      <a:r>
                        <a:rPr lang="en-US" sz="1400" err="1">
                          <a:solidFill>
                            <a:srgbClr val="FFFFFF"/>
                          </a:solidFill>
                          <a:latin typeface="+mn-ea"/>
                          <a:ea typeface="+mn-ea"/>
                          <a:cs typeface="Segoe UI" pitchFamily="34" charset="-120"/>
                        </a:rPr>
                        <a:t>ITマネージドサービス</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Yu Gothic" panose="020B0400000000000000" pitchFamily="34" charset="-128"/>
                          <a:ea typeface="Yu Gothic" panose="020B0400000000000000" pitchFamily="34" charset="-128"/>
                          <a:cs typeface="Segoe UI" pitchFamily="34" charset="-120"/>
                        </a:rPr>
                        <a:t>サービスデスク、インフラ管理、</a:t>
                      </a: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サービスマネジメント</a:t>
                      </a:r>
                      <a:r>
                        <a:rPr lang="en-US" sz="1400">
                          <a:solidFill>
                            <a:srgbClr val="000000"/>
                          </a:solidFill>
                          <a:latin typeface="Yu Gothic" panose="020B0400000000000000" pitchFamily="34" charset="-128"/>
                          <a:ea typeface="Yu Gothic" panose="020B0400000000000000" pitchFamily="34" charset="-128"/>
                          <a:cs typeface="Segoe UI" pitchFamily="34" charset="-120"/>
                        </a:rPr>
                        <a:t>、</a:t>
                      </a: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技術人材の提供</a:t>
                      </a:r>
                      <a:endParaRPr lang="en-US" sz="1400">
                        <a:latin typeface="Yu Gothic" panose="020B0400000000000000" pitchFamily="34" charset="-128"/>
                        <a:ea typeface="Yu Gothic" panose="020B0400000000000000" pitchFamily="34" charset="-128"/>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320040">
                <a:tc>
                  <a:txBody>
                    <a:bodyPr/>
                    <a:lstStyle/>
                    <a:p>
                      <a:pPr marL="0" indent="0" algn="ctr">
                        <a:buNone/>
                      </a:pPr>
                      <a:r>
                        <a:rPr lang="en-US" sz="1400">
                          <a:solidFill>
                            <a:srgbClr val="FFFFFF"/>
                          </a:solidFill>
                          <a:latin typeface="+mn-lt"/>
                          <a:ea typeface="+mn-ea"/>
                          <a:cs typeface="Segoe UI" pitchFamily="34" charset="-120"/>
                        </a:rPr>
                        <a:t>セキュリティシステム</a:t>
                      </a:r>
                      <a:endParaRPr lang="en-US" sz="1400">
                        <a:latin typeface="+mn-lt"/>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mn-lt"/>
                          <a:ea typeface="+mn-ea"/>
                          <a:cs typeface="Segoe UI" pitchFamily="34" charset="-120"/>
                        </a:rPr>
                        <a:t>生体認証アクセスソリューション、</a:t>
                      </a:r>
                      <a:r>
                        <a:rPr kumimoji="1" lang="ja-JP" altLang="en-US" sz="1400" b="0" i="0" u="none" strike="noStrike" kern="1200">
                          <a:solidFill>
                            <a:schemeClr val="tx1"/>
                          </a:solidFill>
                          <a:effectLst/>
                          <a:latin typeface="+mn-lt"/>
                          <a:ea typeface="+mn-ea"/>
                          <a:cs typeface="+mn-cs"/>
                        </a:rPr>
                        <a:t>監視カメラ</a:t>
                      </a:r>
                      <a:r>
                        <a:rPr lang="en-US" sz="1400">
                          <a:solidFill>
                            <a:srgbClr val="000000"/>
                          </a:solidFill>
                          <a:latin typeface="+mn-lt"/>
                          <a:ea typeface="+mn-ea"/>
                          <a:cs typeface="Segoe UI" pitchFamily="34" charset="-120"/>
                        </a:rPr>
                        <a:t>、警報装置、映像解析</a:t>
                      </a:r>
                      <a:endParaRPr lang="en-US" sz="1400">
                        <a:latin typeface="+mn-lt"/>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ctr">
                        <a:buNone/>
                      </a:pPr>
                      <a:r>
                        <a:rPr lang="en-US" sz="1400">
                          <a:solidFill>
                            <a:srgbClr val="FFFFFF"/>
                          </a:solidFill>
                          <a:latin typeface="+mn-ea"/>
                          <a:ea typeface="+mn-ea"/>
                          <a:cs typeface="Segoe UI" pitchFamily="34" charset="-120"/>
                        </a:rPr>
                        <a:t>オートメーションシステム</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err="1">
                          <a:solidFill>
                            <a:srgbClr val="000000"/>
                          </a:solidFill>
                          <a:latin typeface="+mn-ea"/>
                          <a:ea typeface="+mn-ea"/>
                          <a:cs typeface="Segoe UI" pitchFamily="34" charset="-120"/>
                        </a:rPr>
                        <a:t>産業機器、GISシステム、カスタムソフトウェアソリューション</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lgn="ctr">
                        <a:buNone/>
                      </a:pPr>
                      <a:r>
                        <a:rPr lang="en-US" sz="1400">
                          <a:solidFill>
                            <a:srgbClr val="FFFFFF"/>
                          </a:solidFill>
                          <a:latin typeface="+mn-ea"/>
                          <a:ea typeface="+mn-ea"/>
                          <a:cs typeface="Segoe UI" pitchFamily="34" charset="-120"/>
                        </a:rPr>
                        <a:t>コンサルティング</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err="1">
                          <a:solidFill>
                            <a:srgbClr val="000000"/>
                          </a:solidFill>
                          <a:latin typeface="+mn-ea"/>
                          <a:ea typeface="+mn-ea"/>
                          <a:cs typeface="Segoe UI" pitchFamily="34" charset="-120"/>
                        </a:rPr>
                        <a:t>ITプロジェクト管理、ITコンサルティング、アプリ開発</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pic>
        <p:nvPicPr>
          <p:cNvPr id="12" name="Image 0" descr="preencoded.png">
            <a:extLst>
              <a:ext uri="{FF2B5EF4-FFF2-40B4-BE49-F238E27FC236}">
                <a16:creationId xmlns:a16="http://schemas.microsoft.com/office/drawing/2014/main" id="{2082E2A8-797B-82E7-3193-0B141AEC34ED}"/>
              </a:ext>
            </a:extLst>
          </p:cNvPr>
          <p:cNvPicPr>
            <a:picLocks noChangeAspect="1"/>
          </p:cNvPicPr>
          <p:nvPr/>
        </p:nvPicPr>
        <p:blipFill>
          <a:blip r:embed="rId4"/>
          <a:stretch>
            <a:fillRect/>
          </a:stretch>
        </p:blipFill>
        <p:spPr>
          <a:xfrm>
            <a:off x="9729216" y="201168"/>
            <a:ext cx="758952" cy="502920"/>
          </a:xfrm>
          <a:prstGeom prst="rect">
            <a:avLst/>
          </a:prstGeom>
        </p:spPr>
      </p:pic>
      <p:pic>
        <p:nvPicPr>
          <p:cNvPr id="17" name="Image 1" descr="preencoded.png">
            <a:extLst>
              <a:ext uri="{FF2B5EF4-FFF2-40B4-BE49-F238E27FC236}">
                <a16:creationId xmlns:a16="http://schemas.microsoft.com/office/drawing/2014/main" id="{0177C905-EFFB-FC92-0B87-0A2DA8FBFF1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064240" y="109728"/>
            <a:ext cx="640080" cy="640080"/>
          </a:xfrm>
          <a:prstGeom prst="rect">
            <a:avLst/>
          </a:prstGeom>
        </p:spPr>
      </p:pic>
      <p:graphicFrame>
        <p:nvGraphicFramePr>
          <p:cNvPr id="4" name="think-cell data - do not delete" hidden="1">
            <a:extLst>
              <a:ext uri="{FF2B5EF4-FFF2-40B4-BE49-F238E27FC236}">
                <a16:creationId xmlns:a16="http://schemas.microsoft.com/office/drawing/2014/main" id="{4C94CB7A-4B90-3791-4B47-1C9242344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25" imgH="424" progId="TCLayout.ActiveDocument.1">
                  <p:embed/>
                </p:oleObj>
              </mc:Choice>
              <mc:Fallback>
                <p:oleObj name="think-cell Slide" r:id="rId6" imgW="425" imgH="424" progId="TCLayout.ActiveDocument.1">
                  <p:embed/>
                  <p:pic>
                    <p:nvPicPr>
                      <p:cNvPr id="4" name="think-cell data - do not delete" hidden="1">
                        <a:extLst>
                          <a:ext uri="{FF2B5EF4-FFF2-40B4-BE49-F238E27FC236}">
                            <a16:creationId xmlns:a16="http://schemas.microsoft.com/office/drawing/2014/main" id="{4C94CB7A-4B90-3791-4B47-1C9242344B66}"/>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9C4DDCD-6FAD-AA40-7719-1A6F44D45F88}"/>
              </a:ext>
            </a:extLst>
          </p:cNvPr>
          <p:cNvSpPr>
            <a:spLocks noGrp="1"/>
          </p:cNvSpPr>
          <p:nvPr>
            <p:ph type="title"/>
          </p:nvPr>
        </p:nvSpPr>
        <p:spPr>
          <a:xfrm>
            <a:off x="343673" y="44624"/>
            <a:ext cx="8809471" cy="831850"/>
          </a:xfrm>
        </p:spPr>
        <p:txBody>
          <a:bodyPr vert="horz"/>
          <a:lstStyle/>
          <a:p>
            <a:pPr>
              <a:spcBef>
                <a:spcPts val="0"/>
              </a:spcBef>
              <a:defRPr/>
            </a:pPr>
            <a:r>
              <a:rPr kumimoji="0" lang="en-US" sz="2000" b="0" i="0" u="none" strike="noStrike" kern="1200" cap="none" spc="0" normalizeH="0" baseline="0" noProof="0">
                <a:ln>
                  <a:noFill/>
                </a:ln>
                <a:solidFill>
                  <a:srgbClr val="000000"/>
                </a:solidFill>
                <a:effectLst/>
                <a:uLnTx/>
                <a:uFillTx/>
                <a:latin typeface="+mj-ea"/>
                <a:cs typeface="Segoe UI" pitchFamily="34" charset="-120"/>
              </a:rPr>
              <a:t>38. </a:t>
            </a:r>
            <a:r>
              <a:rPr kumimoji="0" lang="en-US" sz="2000" b="0" i="0" u="none" strike="noStrike" kern="1200" cap="none" spc="0" normalizeH="0" baseline="0" noProof="0" err="1">
                <a:ln>
                  <a:noFill/>
                </a:ln>
                <a:solidFill>
                  <a:srgbClr val="000000"/>
                </a:solidFill>
                <a:effectLst/>
                <a:uLnTx/>
                <a:uFillTx/>
                <a:latin typeface="+mj-ea"/>
                <a:cs typeface="Segoe UI" pitchFamily="34" charset="-120"/>
              </a:rPr>
              <a:t>Inspilogix</a:t>
            </a:r>
            <a:br>
              <a:rPr kumimoji="0" lang="en-US" sz="2400" b="0" i="0" u="none" strike="noStrike" kern="1200" cap="none" spc="0" normalizeH="0" baseline="0" noProof="0">
                <a:ln>
                  <a:noFill/>
                </a:ln>
                <a:solidFill>
                  <a:prstClr val="black"/>
                </a:solidFill>
                <a:effectLst/>
                <a:uLnTx/>
                <a:uFillTx/>
                <a:latin typeface="+mj-ea"/>
                <a:cs typeface="+mn-cs"/>
              </a:rPr>
            </a:br>
            <a:r>
              <a:rPr lang="ja-JP" altLang="en-US" sz="1600">
                <a:latin typeface="Yu Gothic" panose="020B0400000000000000" pitchFamily="34" charset="-128"/>
                <a:ea typeface="Yu Gothic" panose="020B0400000000000000" pitchFamily="34" charset="-128"/>
              </a:rPr>
              <a:t>マレーシア拠点の統合型</a:t>
            </a:r>
            <a:r>
              <a:rPr lang="en-GB" altLang="ja-JP" sz="1600">
                <a:latin typeface="Yu Gothic" panose="020B0400000000000000" pitchFamily="34" charset="-128"/>
                <a:ea typeface="Yu Gothic" panose="020B0400000000000000" pitchFamily="34" charset="-128"/>
              </a:rPr>
              <a:t>IT</a:t>
            </a:r>
            <a:r>
              <a:rPr lang="ja-JP" altLang="en-US" sz="1600">
                <a:latin typeface="Yu Gothic" panose="020B0400000000000000" pitchFamily="34" charset="-128"/>
                <a:ea typeface="Yu Gothic" panose="020B0400000000000000" pitchFamily="34" charset="-128"/>
              </a:rPr>
              <a:t>マネージドサービスおよびセキュリティソリューションに特化した、システムインテグレーター</a:t>
            </a:r>
            <a:endParaRPr kumimoji="0" lang="en-US" sz="1600" b="0" i="0" u="none" strike="noStrike" kern="1200" cap="none" spc="0" normalizeH="0" baseline="0" noProof="0">
              <a:ln>
                <a:noFill/>
              </a:ln>
              <a:solidFill>
                <a:prstClr val="black"/>
              </a:solidFill>
              <a:effectLst/>
              <a:uLnTx/>
              <a:uFillTx/>
              <a:latin typeface="Yu Gothic" panose="020B0400000000000000" pitchFamily="34" charset="-128"/>
              <a:ea typeface="Yu Gothic" panose="020B0400000000000000" pitchFamily="34" charset="-128"/>
              <a:cs typeface="+mn-cs"/>
            </a:endParaRPr>
          </a:p>
        </p:txBody>
      </p:sp>
      <p:grpSp>
        <p:nvGrpSpPr>
          <p:cNvPr id="7" name="グループ化 58">
            <a:extLst>
              <a:ext uri="{FF2B5EF4-FFF2-40B4-BE49-F238E27FC236}">
                <a16:creationId xmlns:a16="http://schemas.microsoft.com/office/drawing/2014/main" id="{BF2FEEF4-F163-2C71-09EF-CCB6372A3500}"/>
              </a:ext>
            </a:extLst>
          </p:cNvPr>
          <p:cNvGrpSpPr/>
          <p:nvPr/>
        </p:nvGrpSpPr>
        <p:grpSpPr>
          <a:xfrm>
            <a:off x="343673" y="1342160"/>
            <a:ext cx="5570376" cy="307777"/>
            <a:chOff x="1998094" y="1119975"/>
            <a:chExt cx="7884946" cy="465201"/>
          </a:xfrm>
          <a:noFill/>
        </p:grpSpPr>
        <p:sp>
          <p:nvSpPr>
            <p:cNvPr id="8" name="ColumnHeader">
              <a:extLst>
                <a:ext uri="{FF2B5EF4-FFF2-40B4-BE49-F238E27FC236}">
                  <a16:creationId xmlns:a16="http://schemas.microsoft.com/office/drawing/2014/main" id="{058A13C9-6C15-16C5-7B26-963F3C5ED461}"/>
                </a:ext>
              </a:extLst>
            </p:cNvPr>
            <p:cNvSpPr>
              <a:spLocks noChangeArrowheads="1"/>
            </p:cNvSpPr>
            <p:nvPr/>
          </p:nvSpPr>
          <p:spPr bwMode="gray">
            <a:xfrm>
              <a:off x="2125587" y="1119975"/>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algn="ctr"/>
              <a:r>
                <a:rPr lang="ja-JP" altLang="en-US" sz="1400">
                  <a:solidFill>
                    <a:srgbClr val="000000"/>
                  </a:solidFill>
                  <a:latin typeface="+mn-ea"/>
                  <a:cs typeface="Segoe UI" pitchFamily="34" charset="-120"/>
                </a:rPr>
                <a:t>会社基本情報</a:t>
              </a:r>
              <a:endParaRPr lang="en-US" altLang="ja-JP" sz="1400">
                <a:latin typeface="+mn-ea"/>
              </a:endParaRPr>
            </a:p>
          </p:txBody>
        </p:sp>
        <p:cxnSp>
          <p:nvCxnSpPr>
            <p:cNvPr id="9" name="直線コネクタ 60">
              <a:extLst>
                <a:ext uri="{FF2B5EF4-FFF2-40B4-BE49-F238E27FC236}">
                  <a16:creationId xmlns:a16="http://schemas.microsoft.com/office/drawing/2014/main" id="{3460DC61-1F35-CF20-E7FE-DA96B46C6D2E}"/>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A37452F2-9DE7-4249-F4EC-A7F49EEE4DA8}"/>
              </a:ext>
            </a:extLst>
          </p:cNvPr>
          <p:cNvSpPr txBox="1"/>
          <p:nvPr/>
        </p:nvSpPr>
        <p:spPr>
          <a:xfrm>
            <a:off x="343673" y="6100867"/>
            <a:ext cx="11500503" cy="307777"/>
          </a:xfrm>
          <a:prstGeom prst="rect">
            <a:avLst/>
          </a:prstGeom>
          <a:noFill/>
        </p:spPr>
        <p:txBody>
          <a:bodyPr wrap="square" lIns="36000" tIns="0" rIns="36000" bIns="0" anchor="ctr">
            <a:spAutoFit/>
          </a:bodyPr>
          <a:lstStyle/>
          <a:p>
            <a:r>
              <a:rPr lang="ja-JP" altLang="en-US" sz="1000">
                <a:latin typeface="Yu Gothic" panose="020B0400000000000000" pitchFamily="34" charset="-128"/>
                <a:ea typeface="Yu Gothic" panose="020B0400000000000000" pitchFamily="34" charset="-128"/>
                <a:cs typeface="Segoe UI" panose="020B0502040204020203" pitchFamily="34" charset="0"/>
              </a:rPr>
              <a:t>為替レート</a:t>
            </a:r>
            <a:r>
              <a:rPr lang="en-US" altLang="ja-JP" sz="1000">
                <a:latin typeface="Yu Gothic" panose="020B0400000000000000" pitchFamily="34" charset="-128"/>
                <a:ea typeface="Yu Gothic" panose="020B0400000000000000" pitchFamily="34" charset="-128"/>
                <a:cs typeface="Segoe UI" panose="020B0502040204020203" pitchFamily="34" charset="0"/>
              </a:rPr>
              <a:t>: </a:t>
            </a:r>
            <a:r>
              <a:rPr kumimoji="1" lang="en-US" altLang="ja-JP" sz="1000" i="0" u="none" strike="noStrike" kern="1200">
                <a:effectLst/>
                <a:latin typeface="Yu Gothic" panose="020B0400000000000000" pitchFamily="34" charset="-128"/>
                <a:ea typeface="Yu Gothic" panose="020B0400000000000000" pitchFamily="34" charset="-128"/>
                <a:cs typeface="Segoe UI" panose="020B0502040204020203" pitchFamily="34" charset="0"/>
              </a:rPr>
              <a:t> MYR 10M= 4</a:t>
            </a:r>
            <a:r>
              <a:rPr kumimoji="1" lang="ja-JP" altLang="en-US" sz="1000" i="0" u="none" strike="noStrike" kern="1200">
                <a:effectLst/>
                <a:latin typeface="Yu Gothic" panose="020B0400000000000000" pitchFamily="34" charset="-128"/>
                <a:ea typeface="Yu Gothic" panose="020B0400000000000000" pitchFamily="34" charset="-128"/>
                <a:cs typeface="Segoe UI" panose="020B0502040204020203" pitchFamily="34" charset="0"/>
              </a:rPr>
              <a:t>億円　注</a:t>
            </a:r>
            <a:r>
              <a:rPr kumimoji="1" lang="en-US" altLang="ja-JP" sz="1000" i="0" u="none" strike="noStrike" kern="1200">
                <a:effectLst/>
                <a:latin typeface="Yu Gothic" panose="020B0400000000000000" pitchFamily="34" charset="-128"/>
                <a:ea typeface="Yu Gothic" panose="020B0400000000000000" pitchFamily="34" charset="-128"/>
                <a:cs typeface="Segoe UI" panose="020B0502040204020203" pitchFamily="34" charset="0"/>
              </a:rPr>
              <a:t>: GIS</a:t>
            </a:r>
            <a:r>
              <a:rPr kumimoji="1" lang="ja-JP" altLang="en-US" sz="1000" i="0" u="none" strike="noStrike" kern="1200">
                <a:effectLst/>
                <a:latin typeface="Yu Gothic" panose="020B0400000000000000" pitchFamily="34" charset="-128"/>
                <a:ea typeface="Yu Gothic" panose="020B0400000000000000" pitchFamily="34" charset="-128"/>
                <a:cs typeface="Segoe UI" panose="020B0502040204020203" pitchFamily="34" charset="0"/>
              </a:rPr>
              <a:t>システムとは、</a:t>
            </a:r>
            <a:r>
              <a:rPr lang="en-GB" altLang="ja-JP" sz="1000">
                <a:latin typeface="Yu Gothic" panose="020B0400000000000000" pitchFamily="34" charset="-128"/>
                <a:ea typeface="Yu Gothic" panose="020B0400000000000000" pitchFamily="34" charset="-128"/>
              </a:rPr>
              <a:t> Geographic Information System</a:t>
            </a:r>
            <a:r>
              <a:rPr lang="ja-JP" altLang="en-GB" sz="1000">
                <a:latin typeface="Yu Gothic" panose="020B0400000000000000" pitchFamily="34" charset="-128"/>
                <a:ea typeface="Yu Gothic" panose="020B0400000000000000" pitchFamily="34" charset="-128"/>
              </a:rPr>
              <a:t>（</a:t>
            </a:r>
            <a:r>
              <a:rPr lang="ja-JP" altLang="en-US" sz="1000">
                <a:latin typeface="Yu Gothic" panose="020B0400000000000000" pitchFamily="34" charset="-128"/>
                <a:ea typeface="Yu Gothic" panose="020B0400000000000000" pitchFamily="34" charset="-128"/>
              </a:rPr>
              <a:t>地理情報システム）の略</a:t>
            </a:r>
            <a:endParaRPr kumimoji="1" lang="en-US" altLang="ja-JP" sz="1000" i="0" u="none" strike="noStrike" kern="1200">
              <a:effectLst/>
              <a:latin typeface="Yu Gothic" panose="020B0400000000000000" pitchFamily="34" charset="-128"/>
              <a:ea typeface="Yu Gothic" panose="020B0400000000000000" pitchFamily="34" charset="-128"/>
              <a:cs typeface="Segoe UI" panose="020B0502040204020203" pitchFamily="34" charset="0"/>
            </a:endParaRPr>
          </a:p>
          <a:p>
            <a:r>
              <a:rPr kumimoji="1" lang="ja-JP" altLang="en-US" sz="1000" i="0" u="none" strike="noStrike" kern="1200">
                <a:effectLst/>
                <a:latin typeface="Yu Gothic" panose="020B0400000000000000" pitchFamily="34" charset="-128"/>
                <a:ea typeface="Yu Gothic" panose="020B0400000000000000" pitchFamily="34" charset="-128"/>
                <a:cs typeface="Segoe UI" panose="020B0502040204020203" pitchFamily="34" charset="0"/>
              </a:rPr>
              <a:t>出典</a:t>
            </a:r>
            <a:r>
              <a:rPr kumimoji="1" lang="en-GB" sz="1000" i="0" u="none" strike="noStrike" kern="1200">
                <a:effectLst/>
                <a:latin typeface="Yu Gothic" panose="020B0400000000000000" pitchFamily="34" charset="-128"/>
                <a:ea typeface="Yu Gothic" panose="020B0400000000000000" pitchFamily="34" charset="-128"/>
                <a:cs typeface="Segoe UI" panose="020B0502040204020203" pitchFamily="34" charset="0"/>
              </a:rPr>
              <a:t>: </a:t>
            </a:r>
            <a:r>
              <a:rPr kumimoji="1" lang="ja-JP" altLang="en-US" sz="1000" i="0" u="none" strike="noStrike" kern="1200">
                <a:effectLst/>
                <a:latin typeface="Yu Gothic" panose="020B0400000000000000" pitchFamily="34" charset="-128"/>
                <a:ea typeface="Yu Gothic" panose="020B0400000000000000" pitchFamily="34" charset="-128"/>
                <a:cs typeface="Segoe UI" panose="020B0502040204020203" pitchFamily="34" charset="0"/>
              </a:rPr>
              <a:t>会社ウェブサイト</a:t>
            </a:r>
            <a:r>
              <a:rPr lang="ja-JP" altLang="en-US" sz="1000">
                <a:latin typeface="Yu Gothic" panose="020B0400000000000000" pitchFamily="34" charset="-128"/>
                <a:ea typeface="Yu Gothic" panose="020B0400000000000000" pitchFamily="34" charset="-128"/>
                <a:cs typeface="Segoe UI" panose="020B0502040204020203" pitchFamily="34" charset="0"/>
              </a:rPr>
              <a:t>、</a:t>
            </a:r>
            <a:r>
              <a:rPr lang="en-US" altLang="ja-JP" sz="1000">
                <a:latin typeface="Yu Gothic" panose="020B0400000000000000" pitchFamily="34" charset="-128"/>
                <a:ea typeface="Yu Gothic" panose="020B0400000000000000" pitchFamily="34" charset="-128"/>
                <a:cs typeface="Segoe UI" panose="020B0502040204020203" pitchFamily="34" charset="0"/>
              </a:rPr>
              <a:t>SPEEDA, LinkedIn</a:t>
            </a:r>
            <a:endParaRPr lang="en-GB" sz="1000">
              <a:latin typeface="Yu Gothic" panose="020B0400000000000000" pitchFamily="34" charset="-128"/>
              <a:ea typeface="Yu Gothic" panose="020B0400000000000000" pitchFamily="34" charset="-128"/>
              <a:cs typeface="Segoe UI" panose="020B0502040204020203" pitchFamily="34" charset="0"/>
            </a:endParaRPr>
          </a:p>
        </p:txBody>
      </p:sp>
      <p:grpSp>
        <p:nvGrpSpPr>
          <p:cNvPr id="14" name="グループ化 58">
            <a:extLst>
              <a:ext uri="{FF2B5EF4-FFF2-40B4-BE49-F238E27FC236}">
                <a16:creationId xmlns:a16="http://schemas.microsoft.com/office/drawing/2014/main" id="{264D61DC-B9DF-1577-1D59-0C1126F97B03}"/>
              </a:ext>
            </a:extLst>
          </p:cNvPr>
          <p:cNvGrpSpPr/>
          <p:nvPr/>
        </p:nvGrpSpPr>
        <p:grpSpPr>
          <a:xfrm>
            <a:off x="6287235" y="3596564"/>
            <a:ext cx="5587119" cy="318126"/>
            <a:chOff x="1998094" y="1100134"/>
            <a:chExt cx="7884946" cy="480843"/>
          </a:xfrm>
          <a:noFill/>
        </p:grpSpPr>
        <p:sp>
          <p:nvSpPr>
            <p:cNvPr id="15" name="ColumnHeader">
              <a:extLst>
                <a:ext uri="{FF2B5EF4-FFF2-40B4-BE49-F238E27FC236}">
                  <a16:creationId xmlns:a16="http://schemas.microsoft.com/office/drawing/2014/main" id="{1873FC0E-E2C8-6FF7-B255-8D70F434DD92}"/>
                </a:ext>
              </a:extLst>
            </p:cNvPr>
            <p:cNvSpPr>
              <a:spLocks noChangeArrowheads="1"/>
            </p:cNvSpPr>
            <p:nvPr/>
          </p:nvSpPr>
          <p:spPr bwMode="gray">
            <a:xfrm>
              <a:off x="2125586" y="1100134"/>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5900" indent="-215900" algn="ctr"/>
              <a:r>
                <a:rPr lang="ja-JP" altLang="en-US" sz="1400">
                  <a:solidFill>
                    <a:srgbClr val="000000"/>
                  </a:solidFill>
                  <a:latin typeface="+mn-ea"/>
                  <a:cs typeface="Segoe UI" panose="020B0502040204020203" pitchFamily="34" charset="0"/>
                </a:rPr>
                <a:t>財務実績</a:t>
              </a:r>
            </a:p>
          </p:txBody>
        </p:sp>
        <p:cxnSp>
          <p:nvCxnSpPr>
            <p:cNvPr id="16" name="直線コネクタ 60">
              <a:extLst>
                <a:ext uri="{FF2B5EF4-FFF2-40B4-BE49-F238E27FC236}">
                  <a16:creationId xmlns:a16="http://schemas.microsoft.com/office/drawing/2014/main" id="{96DD32DA-90E9-F9C6-EC8B-34697F7283C7}"/>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グループ化 58">
            <a:extLst>
              <a:ext uri="{FF2B5EF4-FFF2-40B4-BE49-F238E27FC236}">
                <a16:creationId xmlns:a16="http://schemas.microsoft.com/office/drawing/2014/main" id="{66E92763-3B52-B074-C920-80C7D68C6EAC}"/>
              </a:ext>
            </a:extLst>
          </p:cNvPr>
          <p:cNvGrpSpPr/>
          <p:nvPr/>
        </p:nvGrpSpPr>
        <p:grpSpPr>
          <a:xfrm>
            <a:off x="6273800" y="1342160"/>
            <a:ext cx="5570376" cy="307777"/>
            <a:chOff x="1998094" y="1119975"/>
            <a:chExt cx="7884946" cy="465201"/>
          </a:xfrm>
          <a:noFill/>
        </p:grpSpPr>
        <p:sp>
          <p:nvSpPr>
            <p:cNvPr id="10" name="ColumnHeader">
              <a:extLst>
                <a:ext uri="{FF2B5EF4-FFF2-40B4-BE49-F238E27FC236}">
                  <a16:creationId xmlns:a16="http://schemas.microsoft.com/office/drawing/2014/main" id="{3D4A3C9B-B383-E56C-2D77-2DB46350A5A3}"/>
                </a:ext>
              </a:extLst>
            </p:cNvPr>
            <p:cNvSpPr>
              <a:spLocks noChangeArrowheads="1"/>
            </p:cNvSpPr>
            <p:nvPr/>
          </p:nvSpPr>
          <p:spPr bwMode="gray">
            <a:xfrm>
              <a:off x="2125587" y="1119975"/>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6000" indent="-216000" algn="ctr"/>
              <a:r>
                <a:rPr lang="ja-JP" altLang="en-US" sz="1400">
                  <a:solidFill>
                    <a:srgbClr val="000000"/>
                  </a:solidFill>
                  <a:latin typeface="+mn-ea"/>
                  <a:cs typeface="Segoe UI" panose="020B0502040204020203" pitchFamily="34" charset="0"/>
                </a:rPr>
                <a:t>サービス</a:t>
              </a:r>
            </a:p>
          </p:txBody>
        </p:sp>
        <p:cxnSp>
          <p:nvCxnSpPr>
            <p:cNvPr id="11" name="直線コネクタ 60">
              <a:extLst>
                <a:ext uri="{FF2B5EF4-FFF2-40B4-BE49-F238E27FC236}">
                  <a16:creationId xmlns:a16="http://schemas.microsoft.com/office/drawing/2014/main" id="{AF7DE991-A078-0622-1E5A-5F63C236982B}"/>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9427488E-3E87-B646-F448-201C4F256150}"/>
              </a:ext>
            </a:extLst>
          </p:cNvPr>
          <p:cNvGraphicFramePr>
            <a:graphicFrameLocks noGrp="1"/>
          </p:cNvGraphicFramePr>
          <p:nvPr/>
        </p:nvGraphicFramePr>
        <p:xfrm>
          <a:off x="326927" y="1716730"/>
          <a:ext cx="5577840" cy="4384131"/>
        </p:xfrm>
        <a:graphic>
          <a:graphicData uri="http://schemas.openxmlformats.org/drawingml/2006/table">
            <a:tbl>
              <a:tblPr/>
              <a:tblGrid>
                <a:gridCol w="1188720">
                  <a:extLst>
                    <a:ext uri="{9D8B030D-6E8A-4147-A177-3AD203B41FA5}">
                      <a16:colId xmlns:a16="http://schemas.microsoft.com/office/drawing/2014/main" val="1856092752"/>
                    </a:ext>
                  </a:extLst>
                </a:gridCol>
                <a:gridCol w="4389120">
                  <a:extLst>
                    <a:ext uri="{9D8B030D-6E8A-4147-A177-3AD203B41FA5}">
                      <a16:colId xmlns:a16="http://schemas.microsoft.com/office/drawing/2014/main" val="2767211961"/>
                    </a:ext>
                  </a:extLst>
                </a:gridCol>
              </a:tblGrid>
              <a:tr h="219206">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会社名</a:t>
                      </a:r>
                      <a:endParaRPr lang="en-US" altLang="ja-JP"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indent="0" algn="l">
                        <a:buNone/>
                      </a:pPr>
                      <a:r>
                        <a:rPr kumimoji="1" lang="en-US" sz="1400" b="0" i="0" u="none" strike="noStrike" kern="1200">
                          <a:solidFill>
                            <a:schemeClr val="tx1"/>
                          </a:solidFill>
                          <a:effectLst/>
                          <a:latin typeface="+mn-ea"/>
                          <a:ea typeface="+mn-ea"/>
                          <a:cs typeface="Segoe UI" panose="020B0502040204020203" pitchFamily="34" charset="0"/>
                          <a:hlinkClick r:id="rId8" tooltip="Visit company website">
                            <a:extLst>
                              <a:ext uri="{A12FA001-AC4F-418D-AE19-62706E023703}">
                                <ahyp:hlinkClr xmlns:ahyp="http://schemas.microsoft.com/office/drawing/2018/hyperlinkcolor" val="tx"/>
                              </a:ext>
                            </a:extLst>
                          </a:hlinkClick>
                        </a:rPr>
                        <a:t>Inspilogix</a:t>
                      </a:r>
                      <a:endParaRPr kumimoji="1" lang="en-US" sz="1400" b="0" i="0" u="none" strike="noStrike" kern="1200" err="1">
                        <a:solidFill>
                          <a:schemeClr val="tx1"/>
                        </a:solidFill>
                        <a:effectLst/>
                        <a:latin typeface="+mn-ea"/>
                        <a:ea typeface="+mn-ea"/>
                        <a:cs typeface="Segoe UI" panose="020B0502040204020203" pitchFamily="34" charset="0"/>
                      </a:endParaRP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39986481"/>
                  </a:ext>
                </a:extLst>
              </a:tr>
              <a:tr h="219206">
                <a:tc>
                  <a:txBody>
                    <a:bodyPr/>
                    <a:lstStyle/>
                    <a:p>
                      <a:pPr algn="ctr" fontAlgn="base">
                        <a:spcBef>
                          <a:spcPts val="0"/>
                        </a:spcBef>
                      </a:pPr>
                      <a:r>
                        <a:rPr lang="ja-JP" altLang="en-US" sz="1400" b="0" i="0">
                          <a:solidFill>
                            <a:schemeClr val="bg1"/>
                          </a:solidFill>
                          <a:effectLst/>
                          <a:latin typeface="+mn-ea"/>
                          <a:ea typeface="+mn-ea"/>
                          <a:cs typeface="Segoe UI"/>
                        </a:rPr>
                        <a:t>設立年</a:t>
                      </a:r>
                      <a:endParaRPr lang="en-US" sz="1400" b="0" i="0">
                        <a:solidFill>
                          <a:schemeClr val="bg1"/>
                        </a:solidFill>
                        <a:effectLst/>
                        <a:latin typeface="+mn-ea"/>
                        <a:ea typeface="+mn-ea"/>
                        <a:cs typeface="Segoe UI"/>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indent="0" algn="l">
                        <a:buNone/>
                      </a:pPr>
                      <a:r>
                        <a:rPr lang="en-US" sz="1400">
                          <a:solidFill>
                            <a:srgbClr val="000000"/>
                          </a:solidFill>
                          <a:latin typeface="+mn-ea"/>
                          <a:ea typeface="+mn-ea"/>
                          <a:cs typeface="Segoe UI" pitchFamily="34" charset="-120"/>
                        </a:rPr>
                        <a:t>2012年</a:t>
                      </a:r>
                      <a:endParaRPr lang="en-US" sz="1400">
                        <a:latin typeface="+mn-ea"/>
                        <a:ea typeface="+mn-ea"/>
                        <a:cs typeface="Segoe UI" charset="0"/>
                      </a:endParaRP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685350836"/>
                  </a:ext>
                </a:extLst>
              </a:tr>
              <a:tr h="219206">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本社</a:t>
                      </a:r>
                      <a:r>
                        <a:rPr lang="ja-TH" altLang="en-US" sz="1400" b="0" i="0">
                          <a:solidFill>
                            <a:schemeClr val="bg1"/>
                          </a:solidFill>
                          <a:effectLst/>
                          <a:latin typeface="+mn-ea"/>
                          <a:ea typeface="+mn-ea"/>
                          <a:cs typeface="Segoe UI" panose="020B0502040204020203" pitchFamily="34" charset="0"/>
                        </a:rPr>
                        <a:t>所在地</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indent="0" algn="l">
                        <a:buNone/>
                      </a:pPr>
                      <a:r>
                        <a:rPr lang="ja-TH" altLang="en-US" sz="1400">
                          <a:solidFill>
                            <a:srgbClr val="000000"/>
                          </a:solidFill>
                          <a:latin typeface="+mn-ea"/>
                          <a:ea typeface="+mn-ea"/>
                          <a:cs typeface="Segoe UI" pitchFamily="34" charset="-120"/>
                        </a:rPr>
                        <a:t>マレーシア、</a:t>
                      </a:r>
                      <a:r>
                        <a:rPr lang="ja-JP" altLang="en-US" sz="1400">
                          <a:solidFill>
                            <a:srgbClr val="000000"/>
                          </a:solidFill>
                          <a:latin typeface="+mn-ea"/>
                          <a:ea typeface="+mn-ea"/>
                          <a:cs typeface="Segoe UI" pitchFamily="34" charset="-120"/>
                        </a:rPr>
                        <a:t>プトラジャヤ</a:t>
                      </a:r>
                      <a:endParaRPr lang="en-US" sz="1400">
                        <a:latin typeface="+mn-ea"/>
                        <a:ea typeface="+mn-ea"/>
                        <a:cs typeface="Segoe UI" charset="0"/>
                      </a:endParaRPr>
                    </a:p>
                  </a:txBody>
                  <a:tcPr marL="36576" marR="36576"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81925738"/>
                  </a:ext>
                </a:extLst>
              </a:tr>
              <a:tr h="438413">
                <a:tc>
                  <a:txBody>
                    <a:bodyPr/>
                    <a:lstStyle/>
                    <a:p>
                      <a:pPr lvl="0" algn="ctr">
                        <a:spcBef>
                          <a:spcPts val="0"/>
                        </a:spcBef>
                        <a:buNone/>
                      </a:pPr>
                      <a:r>
                        <a:rPr lang="ja-JP" altLang="en-US" sz="1400" b="0" i="0">
                          <a:solidFill>
                            <a:schemeClr val="bg1"/>
                          </a:solidFill>
                          <a:effectLst/>
                          <a:latin typeface="+mn-ea"/>
                          <a:ea typeface="+mn-ea"/>
                          <a:cs typeface="Segoe UI" panose="020B0502040204020203" pitchFamily="34" charset="0"/>
                        </a:rPr>
                        <a:t>株主構成</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7">
                      <a:solidFill>
                        <a:srgbClr val="FFFFFF"/>
                      </a:solidFill>
                    </a:lnB>
                    <a:solidFill>
                      <a:schemeClr val="accent3"/>
                    </a:solidFill>
                  </a:tcPr>
                </a:tc>
                <a:tc>
                  <a:txBody>
                    <a:bodyPr/>
                    <a:lstStyle/>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solidFill>
                            <a:srgbClr val="000000"/>
                          </a:solidFill>
                          <a:latin typeface="+mn-ea"/>
                          <a:ea typeface="+mn-ea"/>
                          <a:cs typeface="Segoe UI" panose="020B0502040204020203" pitchFamily="34" charset="0"/>
                        </a:rPr>
                        <a:t>Mansur bin Ab Ghani (90%)</a:t>
                      </a: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solidFill>
                            <a:srgbClr val="000000"/>
                          </a:solidFill>
                          <a:latin typeface="+mn-ea"/>
                          <a:ea typeface="+mn-ea"/>
                          <a:cs typeface="Segoe UI" panose="020B0502040204020203" pitchFamily="34" charset="0"/>
                        </a:rPr>
                        <a:t>Zainab binti Mohd Wazir (10%)</a:t>
                      </a: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880121072"/>
                  </a:ext>
                </a:extLst>
              </a:tr>
              <a:tr h="219206">
                <a:tc>
                  <a:txBody>
                    <a:bodyPr/>
                    <a:lstStyle/>
                    <a:p>
                      <a:pPr lvl="0" algn="ctr">
                        <a:spcBef>
                          <a:spcPts val="0"/>
                        </a:spcBef>
                        <a:buNone/>
                      </a:pPr>
                      <a:r>
                        <a:rPr lang="ja-JP" altLang="en-US" sz="1400" b="0" i="0">
                          <a:solidFill>
                            <a:schemeClr val="bg1"/>
                          </a:solidFill>
                          <a:effectLst/>
                          <a:latin typeface="+mn-ea"/>
                          <a:ea typeface="+mn-ea"/>
                          <a:cs typeface="Segoe UI" panose="020B0502040204020203" pitchFamily="34" charset="0"/>
                        </a:rPr>
                        <a:t>従業員数</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a:solidFill>
                            <a:schemeClr val="tx1"/>
                          </a:solidFill>
                          <a:effectLst/>
                          <a:latin typeface="+mn-ea"/>
                          <a:ea typeface="+mn-ea"/>
                          <a:cs typeface="Segoe UI" panose="020B0502040204020203" pitchFamily="34" charset="0"/>
                        </a:rPr>
                        <a:t>20名</a:t>
                      </a: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96102189"/>
                  </a:ext>
                </a:extLst>
              </a:tr>
              <a:tr h="1315240">
                <a:tc>
                  <a:txBody>
                    <a:bodyPr/>
                    <a:lstStyle/>
                    <a:p>
                      <a:pPr marL="0" indent="0" algn="ctr">
                        <a:buNone/>
                      </a:pPr>
                      <a:r>
                        <a:rPr lang="ja-JP" altLang="en-US" sz="1400">
                          <a:solidFill>
                            <a:srgbClr val="FFFFFF"/>
                          </a:solidFill>
                          <a:latin typeface="+mn-ea"/>
                          <a:ea typeface="+mn-ea"/>
                          <a:cs typeface="Segoe UI" pitchFamily="34" charset="-120"/>
                        </a:rPr>
                        <a:t>事業概要</a:t>
                      </a:r>
                      <a:endParaRPr lang="en-US" sz="1400">
                        <a:latin typeface="+mn-ea"/>
                        <a:ea typeface="+mn-ea"/>
                        <a:cs typeface="Segoe UI" charset="0"/>
                      </a:endParaRPr>
                    </a:p>
                  </a:txBody>
                  <a:tcPr marL="36576" marR="36576" marT="0" marB="0" anchor="ctr">
                    <a:lnL w="31717">
                      <a:solidFill>
                        <a:srgbClr val="FFFFFF"/>
                      </a:solidFill>
                    </a:lnL>
                    <a:lnR w="31717"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ja-JP" altLang="en-US" sz="1400" b="0" kern="1200">
                          <a:solidFill>
                            <a:schemeClr val="tx1"/>
                          </a:solidFill>
                          <a:effectLst/>
                          <a:latin typeface="+mn-ea"/>
                          <a:ea typeface="+mn-ea"/>
                          <a:cs typeface="Segoe UI" panose="020B0502040204020203" pitchFamily="34" charset="0"/>
                        </a:rPr>
                        <a:t>統合型</a:t>
                      </a:r>
                      <a:r>
                        <a:rPr kumimoji="1" lang="en-US" sz="1400" b="0" kern="1200">
                          <a:solidFill>
                            <a:schemeClr val="tx1"/>
                          </a:solidFill>
                          <a:effectLst/>
                          <a:latin typeface="+mn-ea"/>
                          <a:ea typeface="+mn-ea"/>
                          <a:cs typeface="Segoe UI" panose="020B0502040204020203" pitchFamily="34" charset="0"/>
                        </a:rPr>
                        <a:t>IT</a:t>
                      </a:r>
                      <a:r>
                        <a:rPr kumimoji="1" lang="ja-JP" altLang="en-US" sz="1400" b="0" kern="1200">
                          <a:solidFill>
                            <a:schemeClr val="tx1"/>
                          </a:solidFill>
                          <a:effectLst/>
                          <a:latin typeface="+mn-ea"/>
                          <a:ea typeface="+mn-ea"/>
                          <a:cs typeface="Segoe UI" panose="020B0502040204020203" pitchFamily="34" charset="0"/>
                        </a:rPr>
                        <a:t>マネージドサービスを提供：</a:t>
                      </a:r>
                      <a:r>
                        <a:rPr kumimoji="1" lang="en-GB" altLang="ja-JP" sz="1400" b="0" i="0" u="none" strike="noStrike" kern="1200">
                          <a:solidFill>
                            <a:schemeClr val="tx1"/>
                          </a:solidFill>
                          <a:effectLst/>
                          <a:latin typeface="Yu Gothic" panose="020B0400000000000000" pitchFamily="34" charset="-128"/>
                          <a:ea typeface="Yu Gothic" panose="020B0400000000000000" pitchFamily="34" charset="-128"/>
                          <a:cs typeface="+mn-cs"/>
                        </a:rPr>
                        <a:t>IT</a:t>
                      </a: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サポート、インフラ管理、サービスマネジメント</a:t>
                      </a:r>
                      <a:endParaRPr kumimoji="1" lang="ja-JP" altLang="en-US" sz="1400" b="0" kern="1200">
                        <a:solidFill>
                          <a:schemeClr val="tx1"/>
                        </a:solidFill>
                        <a:effectLst/>
                        <a:latin typeface="Yu Gothic" panose="020B0400000000000000" pitchFamily="34" charset="-128"/>
                        <a:ea typeface="Yu Gothic" panose="020B0400000000000000" pitchFamily="34" charset="-128"/>
                        <a:cs typeface="Segoe UI" panose="020B0502040204020203" pitchFamily="34" charset="0"/>
                      </a:endParaRP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ja-JP" altLang="en-US" sz="1400" b="0" kern="1200">
                          <a:solidFill>
                            <a:schemeClr val="tx1"/>
                          </a:solidFill>
                          <a:effectLst/>
                          <a:latin typeface="+mn-ea"/>
                          <a:ea typeface="+mn-ea"/>
                          <a:cs typeface="Segoe UI" panose="020B0502040204020203" pitchFamily="34" charset="0"/>
                        </a:rPr>
                        <a:t>セキュリティ・監視システムを製造：</a:t>
                      </a:r>
                      <a:r>
                        <a:rPr kumimoji="1" lang="ja-JP" altLang="en-US" sz="1400" b="0" i="0" u="none" strike="noStrike" kern="1200">
                          <a:solidFill>
                            <a:schemeClr val="tx1"/>
                          </a:solidFill>
                          <a:effectLst/>
                          <a:latin typeface="+mn-lt"/>
                          <a:ea typeface="+mn-ea"/>
                          <a:cs typeface="+mn-cs"/>
                        </a:rPr>
                        <a:t>生体認証アクセス、カメラ、アラーム</a:t>
                      </a:r>
                      <a:endParaRPr kumimoji="1" lang="ja-JP" altLang="en-US" sz="1400" b="0" kern="1200">
                        <a:solidFill>
                          <a:schemeClr val="tx1"/>
                        </a:solidFill>
                        <a:effectLst/>
                        <a:latin typeface="+mn-ea"/>
                        <a:ea typeface="+mn-ea"/>
                        <a:cs typeface="Segoe UI" panose="020B0502040204020203" pitchFamily="34" charset="0"/>
                      </a:endParaRP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ja-JP" altLang="en-US" sz="1400" b="0" kern="1200">
                          <a:solidFill>
                            <a:schemeClr val="tx1"/>
                          </a:solidFill>
                          <a:effectLst/>
                          <a:latin typeface="+mn-ea"/>
                          <a:ea typeface="+mn-ea"/>
                          <a:cs typeface="Segoe UI" panose="020B0502040204020203" pitchFamily="34" charset="0"/>
                        </a:rPr>
                        <a:t>自動化システムを販売：</a:t>
                      </a: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産業機器、</a:t>
                      </a:r>
                      <a:r>
                        <a:rPr kumimoji="1" lang="en-GB" altLang="ja-JP" sz="1400" b="0" i="0" u="none" strike="noStrike" kern="1200">
                          <a:solidFill>
                            <a:schemeClr val="tx1"/>
                          </a:solidFill>
                          <a:effectLst/>
                          <a:latin typeface="Yu Gothic" panose="020B0400000000000000" pitchFamily="34" charset="-128"/>
                          <a:ea typeface="Yu Gothic" panose="020B0400000000000000" pitchFamily="34" charset="-128"/>
                          <a:cs typeface="+mn-cs"/>
                        </a:rPr>
                        <a:t>GIS</a:t>
                      </a: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システム、カスタムソフトウェア</a:t>
                      </a:r>
                      <a:endParaRPr kumimoji="1" lang="en-US" sz="1400" b="0" kern="1200">
                        <a:solidFill>
                          <a:schemeClr val="tx1"/>
                        </a:solidFill>
                        <a:effectLst/>
                        <a:latin typeface="Yu Gothic" panose="020B0400000000000000" pitchFamily="34" charset="-128"/>
                        <a:ea typeface="Yu Gothic" panose="020B0400000000000000" pitchFamily="34" charset="-128"/>
                        <a:cs typeface="Segoe UI" panose="020B0502040204020203" pitchFamily="34" charset="0"/>
                      </a:endParaRP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39953510"/>
                  </a:ext>
                </a:extLst>
              </a:tr>
              <a:tr h="1753654">
                <a:tc>
                  <a:txBody>
                    <a:bodyPr/>
                    <a:lstStyle/>
                    <a:p>
                      <a:pPr marL="0" indent="0" algn="ctr">
                        <a:buNone/>
                      </a:pPr>
                      <a:r>
                        <a:rPr lang="ja-JP" altLang="en-US" sz="1400">
                          <a:solidFill>
                            <a:srgbClr val="FFFFFF"/>
                          </a:solidFill>
                          <a:latin typeface="+mn-ea"/>
                          <a:ea typeface="+mn-ea"/>
                          <a:cs typeface="Segoe UI" pitchFamily="34" charset="-120"/>
                        </a:rPr>
                        <a:t>主要顧客</a:t>
                      </a:r>
                      <a:endParaRPr lang="en-US" sz="1400">
                        <a:latin typeface="+mn-ea"/>
                        <a:ea typeface="+mn-ea"/>
                        <a:cs typeface="Segoe UI" charset="0"/>
                      </a:endParaRPr>
                    </a:p>
                  </a:txBody>
                  <a:tcPr marL="36576" marR="36576" marT="0" marB="0" anchor="ctr">
                    <a:lnL w="31717">
                      <a:solidFill>
                        <a:srgbClr val="FFFFFF"/>
                      </a:solidFill>
                    </a:lnL>
                    <a:lnR w="31717"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lang="ja-JP" altLang="en-US" sz="1400">
                          <a:solidFill>
                            <a:srgbClr val="000000"/>
                          </a:solidFill>
                          <a:latin typeface="+mn-ea"/>
                          <a:ea typeface="+mn-ea"/>
                          <a:cs typeface="Segoe UI"/>
                        </a:rPr>
                        <a:t>高等教育</a:t>
                      </a:r>
                      <a:r>
                        <a:rPr lang="en-US" sz="1400">
                          <a:solidFill>
                            <a:srgbClr val="000000"/>
                          </a:solidFill>
                          <a:latin typeface="+mn-ea"/>
                          <a:ea typeface="+mn-ea"/>
                          <a:cs typeface="Segoe UI"/>
                        </a:rPr>
                        <a:t>: Politeknik Malaysia, UPNM(マレーシア防衛大学), UKM(マレーシア国民大学)</a:t>
                      </a: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solidFill>
                            <a:srgbClr val="000000"/>
                          </a:solidFill>
                          <a:latin typeface="+mn-ea"/>
                          <a:ea typeface="+mn-ea"/>
                          <a:cs typeface="Segoe UI"/>
                        </a:rPr>
                        <a:t>政府関連: METMalaysia(マレーシア気象局), JPN(国民登録局), JUPEM(</a:t>
                      </a:r>
                      <a:r>
                        <a:rPr lang="ja-JP" altLang="en-US" sz="1400">
                          <a:latin typeface="+mn-ea"/>
                        </a:rPr>
                        <a:t>マレーシア測量地図作成局</a:t>
                      </a:r>
                      <a:r>
                        <a:rPr lang="en-US" sz="1400">
                          <a:solidFill>
                            <a:srgbClr val="000000"/>
                          </a:solidFill>
                          <a:latin typeface="+mn-ea"/>
                          <a:ea typeface="+mn-ea"/>
                          <a:cs typeface="Segoe UI"/>
                        </a:rPr>
                        <a:t>)</a:t>
                      </a: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政府系企業</a:t>
                      </a:r>
                      <a:r>
                        <a:rPr lang="en-US" sz="1400">
                          <a:solidFill>
                            <a:srgbClr val="000000"/>
                          </a:solidFill>
                          <a:latin typeface="Yu Gothic" panose="020B0400000000000000" pitchFamily="34" charset="-128"/>
                          <a:ea typeface="Yu Gothic" panose="020B0400000000000000" pitchFamily="34" charset="-128"/>
                          <a:cs typeface="Segoe UI"/>
                        </a:rPr>
                        <a:t>: </a:t>
                      </a:r>
                      <a:r>
                        <a:rPr lang="en-SG" sz="1400">
                          <a:latin typeface="Yu Gothic" panose="020B0400000000000000" pitchFamily="34" charset="-128"/>
                          <a:ea typeface="Yu Gothic" panose="020B0400000000000000" pitchFamily="34" charset="-128"/>
                          <a:cs typeface="Segoe UI"/>
                        </a:rPr>
                        <a:t>Permodalan Nasional Berhad</a:t>
                      </a: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lang="ja-JP" altLang="en-US" sz="1400">
                          <a:solidFill>
                            <a:srgbClr val="000000"/>
                          </a:solidFill>
                          <a:latin typeface="+mn-ea"/>
                          <a:ea typeface="+mn-ea"/>
                          <a:cs typeface="Segoe UI" panose="020B0502040204020203" pitchFamily="34" charset="0"/>
                        </a:rPr>
                        <a:t>地方自治体</a:t>
                      </a:r>
                      <a:r>
                        <a:rPr lang="en-SG" sz="1400">
                          <a:solidFill>
                            <a:srgbClr val="000000"/>
                          </a:solidFill>
                          <a:latin typeface="+mn-ea"/>
                          <a:ea typeface="+mn-ea"/>
                          <a:cs typeface="Segoe UI" panose="020B0502040204020203" pitchFamily="34" charset="0"/>
                        </a:rPr>
                        <a:t>: Majlis Daerah Pekan, MBPP(ペナン市議会)</a:t>
                      </a:r>
                      <a:endParaRPr lang="en-US" sz="1400">
                        <a:solidFill>
                          <a:srgbClr val="000000"/>
                        </a:solidFill>
                        <a:latin typeface="+mn-ea"/>
                        <a:ea typeface="+mn-ea"/>
                        <a:cs typeface="Segoe UI" panose="020B0502040204020203" pitchFamily="34" charset="0"/>
                      </a:endParaRP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560884854"/>
                  </a:ext>
                </a:extLst>
              </a:tr>
            </a:tbl>
          </a:graphicData>
        </a:graphic>
      </p:graphicFrame>
      <p:graphicFrame>
        <p:nvGraphicFramePr>
          <p:cNvPr id="20" name="Chart 19">
            <a:extLst>
              <a:ext uri="{FF2B5EF4-FFF2-40B4-BE49-F238E27FC236}">
                <a16:creationId xmlns:a16="http://schemas.microsoft.com/office/drawing/2014/main" id="{1571B7FC-2622-7440-9470-A91F7B43F193}"/>
              </a:ext>
            </a:extLst>
          </p:cNvPr>
          <p:cNvGraphicFramePr/>
          <p:nvPr/>
        </p:nvGraphicFramePr>
        <p:xfrm>
          <a:off x="6269917" y="3925040"/>
          <a:ext cx="5587120" cy="2167787"/>
        </p:xfrm>
        <a:graphic>
          <a:graphicData uri="http://schemas.openxmlformats.org/drawingml/2006/chart">
            <c:chart xmlns:c="http://schemas.openxmlformats.org/drawingml/2006/chart" xmlns:r="http://schemas.openxmlformats.org/officeDocument/2006/relationships" r:id="rId9"/>
          </a:graphicData>
        </a:graphic>
      </p:graphicFrame>
      <p:sp>
        <p:nvSpPr>
          <p:cNvPr id="21" name="TextBox 20">
            <a:extLst>
              <a:ext uri="{FF2B5EF4-FFF2-40B4-BE49-F238E27FC236}">
                <a16:creationId xmlns:a16="http://schemas.microsoft.com/office/drawing/2014/main" id="{4BC235E0-3E1A-F8EB-A97E-89E7E4CE1CBE}"/>
              </a:ext>
            </a:extLst>
          </p:cNvPr>
          <p:cNvSpPr txBox="1"/>
          <p:nvPr/>
        </p:nvSpPr>
        <p:spPr>
          <a:xfrm>
            <a:off x="6287235" y="3904341"/>
            <a:ext cx="941283" cy="307777"/>
          </a:xfrm>
          <a:prstGeom prst="rect">
            <a:avLst/>
          </a:prstGeom>
          <a:noFill/>
        </p:spPr>
        <p:txBody>
          <a:bodyPr wrap="none" rtlCol="0">
            <a:spAutoFit/>
          </a:bodyPr>
          <a:lstStyle/>
          <a:p>
            <a:r>
              <a:rPr lang="en-US" sz="1400">
                <a:latin typeface="+mn-ea"/>
                <a:cs typeface="Segoe UI" panose="020B0502040204020203" pitchFamily="34" charset="0"/>
              </a:rPr>
              <a:t>(MYR M)</a:t>
            </a:r>
          </a:p>
        </p:txBody>
      </p:sp>
    </p:spTree>
    <p:extLst>
      <p:ext uri="{BB962C8B-B14F-4D97-AF65-F5344CB8AC3E}">
        <p14:creationId xmlns:p14="http://schemas.microsoft.com/office/powerpoint/2010/main" val="401694950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24816-CEC9-4DDC-3AE5-82E216DAB456}"/>
            </a:ext>
          </a:extLst>
        </p:cNvPr>
        <p:cNvGrpSpPr/>
        <p:nvPr/>
      </p:nvGrpSpPr>
      <p:grpSpPr>
        <a:xfrm>
          <a:off x="0" y="0"/>
          <a:ext cx="0" cy="0"/>
          <a:chOff x="0" y="0"/>
          <a:chExt cx="0" cy="0"/>
        </a:xfrm>
      </p:grpSpPr>
      <p:pic>
        <p:nvPicPr>
          <p:cNvPr id="6" name="Image 1" descr="preencoded.png">
            <a:extLst>
              <a:ext uri="{FF2B5EF4-FFF2-40B4-BE49-F238E27FC236}">
                <a16:creationId xmlns:a16="http://schemas.microsoft.com/office/drawing/2014/main" id="{677D5D84-F131-81B9-C421-673D92A6FC34}"/>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064239" y="106950"/>
            <a:ext cx="640079" cy="640079"/>
          </a:xfrm>
          <a:prstGeom prst="rect">
            <a:avLst/>
          </a:prstGeom>
        </p:spPr>
      </p:pic>
      <p:graphicFrame>
        <p:nvGraphicFramePr>
          <p:cNvPr id="4" name="think-cell data - do not delete" hidden="1">
            <a:extLst>
              <a:ext uri="{FF2B5EF4-FFF2-40B4-BE49-F238E27FC236}">
                <a16:creationId xmlns:a16="http://schemas.microsoft.com/office/drawing/2014/main" id="{4C94CB7A-4B90-3791-4B47-1C9242344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4" name="think-cell data - do not delete" hidden="1">
                        <a:extLst>
                          <a:ext uri="{FF2B5EF4-FFF2-40B4-BE49-F238E27FC236}">
                            <a16:creationId xmlns:a16="http://schemas.microsoft.com/office/drawing/2014/main" id="{4C94CB7A-4B90-3791-4B47-1C9242344B6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9C4DDCD-6FAD-AA40-7719-1A6F44D45F88}"/>
              </a:ext>
            </a:extLst>
          </p:cNvPr>
          <p:cNvSpPr>
            <a:spLocks noGrp="1"/>
          </p:cNvSpPr>
          <p:nvPr>
            <p:ph type="title"/>
          </p:nvPr>
        </p:nvSpPr>
        <p:spPr>
          <a:xfrm>
            <a:off x="343674" y="44624"/>
            <a:ext cx="8883454" cy="831850"/>
          </a:xfrm>
        </p:spPr>
        <p:txBody>
          <a:bodyPr vert="horz"/>
          <a:lstStyle/>
          <a:p>
            <a:pPr>
              <a:spcBef>
                <a:spcPts val="0"/>
              </a:spcBef>
              <a:defRPr/>
            </a:pPr>
            <a:r>
              <a:rPr kumimoji="0" lang="en-US" sz="2000">
                <a:solidFill>
                  <a:srgbClr val="000000"/>
                </a:solidFill>
                <a:latin typeface="+mj-ea"/>
                <a:cs typeface="Segoe UI" pitchFamily="34" charset="-120"/>
              </a:rPr>
              <a:t>39</a:t>
            </a:r>
            <a:r>
              <a:rPr kumimoji="0" lang="en-US" sz="2000" b="0" i="0" u="none" strike="noStrike" kern="1200" cap="none" spc="0" normalizeH="0" baseline="0" noProof="0">
                <a:ln>
                  <a:noFill/>
                </a:ln>
                <a:solidFill>
                  <a:srgbClr val="000000"/>
                </a:solidFill>
                <a:effectLst/>
                <a:uLnTx/>
                <a:uFillTx/>
                <a:latin typeface="+mj-ea"/>
                <a:cs typeface="Segoe UI" pitchFamily="34" charset="-120"/>
              </a:rPr>
              <a:t>. </a:t>
            </a:r>
            <a:r>
              <a:rPr kumimoji="0" lang="en-US" sz="2000" b="0" i="0" u="none" strike="noStrike" kern="1200" cap="none" spc="0" normalizeH="0" baseline="0" noProof="0" err="1">
                <a:ln>
                  <a:noFill/>
                </a:ln>
                <a:solidFill>
                  <a:srgbClr val="000000"/>
                </a:solidFill>
                <a:effectLst/>
                <a:uLnTx/>
                <a:uFillTx/>
                <a:latin typeface="+mj-ea"/>
                <a:cs typeface="Segoe UI" pitchFamily="34" charset="-120"/>
              </a:rPr>
              <a:t>Sigmaline</a:t>
            </a:r>
            <a:r>
              <a:rPr kumimoji="0" lang="en-US" sz="2000" b="0" i="0" u="none" strike="noStrike" kern="1200" cap="none" spc="0" normalizeH="0" baseline="0" noProof="0">
                <a:ln>
                  <a:noFill/>
                </a:ln>
                <a:solidFill>
                  <a:srgbClr val="000000"/>
                </a:solidFill>
                <a:effectLst/>
                <a:uLnTx/>
                <a:uFillTx/>
                <a:latin typeface="+mj-ea"/>
                <a:cs typeface="Segoe UI" pitchFamily="34" charset="-120"/>
              </a:rPr>
              <a:t> Technologies</a:t>
            </a:r>
            <a:br>
              <a:rPr kumimoji="0" lang="en-US" sz="2400" b="0" i="0" u="none" strike="noStrike" kern="1200" cap="none" spc="0" normalizeH="0" baseline="0" noProof="0">
                <a:ln>
                  <a:noFill/>
                </a:ln>
                <a:solidFill>
                  <a:prstClr val="black"/>
                </a:solidFill>
                <a:effectLst/>
                <a:uLnTx/>
                <a:uFillTx/>
                <a:latin typeface="+mj-ea"/>
                <a:cs typeface="+mn-cs"/>
              </a:rPr>
            </a:br>
            <a:r>
              <a:rPr kumimoji="0" lang="en-US" sz="1600" b="0" i="0" u="none" strike="noStrike" kern="1200" cap="none" spc="0" normalizeH="0" baseline="0" noProof="0" err="1">
                <a:ln>
                  <a:noFill/>
                </a:ln>
                <a:solidFill>
                  <a:prstClr val="black"/>
                </a:solidFill>
                <a:effectLst/>
                <a:uLnTx/>
                <a:uFillTx/>
                <a:latin typeface="+mj-ea"/>
                <a:cs typeface="+mn-cs"/>
              </a:rPr>
              <a:t>マーレシア拠点に</a:t>
            </a:r>
            <a:r>
              <a:rPr lang="ja-JP" altLang="en-US" sz="1600"/>
              <a:t>商業ビルおよびスマートホーム向けに、セキュリティおよびオートメーションソリューションを提供する企業</a:t>
            </a:r>
            <a:endParaRPr kumimoji="0" lang="en-US" sz="1600" b="0" i="0" u="none" strike="noStrike" kern="1200" cap="none" spc="0" normalizeH="0" baseline="0" noProof="0">
              <a:ln>
                <a:noFill/>
              </a:ln>
              <a:solidFill>
                <a:prstClr val="black"/>
              </a:solidFill>
              <a:effectLst/>
              <a:uLnTx/>
              <a:uFillTx/>
              <a:latin typeface="+mj-ea"/>
              <a:cs typeface="+mn-cs"/>
            </a:endParaRPr>
          </a:p>
        </p:txBody>
      </p:sp>
      <p:grpSp>
        <p:nvGrpSpPr>
          <p:cNvPr id="7" name="グループ化 58">
            <a:extLst>
              <a:ext uri="{FF2B5EF4-FFF2-40B4-BE49-F238E27FC236}">
                <a16:creationId xmlns:a16="http://schemas.microsoft.com/office/drawing/2014/main" id="{BF2FEEF4-F163-2C71-09EF-CCB6372A3500}"/>
              </a:ext>
            </a:extLst>
          </p:cNvPr>
          <p:cNvGrpSpPr/>
          <p:nvPr/>
        </p:nvGrpSpPr>
        <p:grpSpPr>
          <a:xfrm>
            <a:off x="343673" y="1342160"/>
            <a:ext cx="5570376" cy="307777"/>
            <a:chOff x="1998094" y="1119975"/>
            <a:chExt cx="7884946" cy="465201"/>
          </a:xfrm>
          <a:noFill/>
        </p:grpSpPr>
        <p:sp>
          <p:nvSpPr>
            <p:cNvPr id="8" name="ColumnHeader">
              <a:extLst>
                <a:ext uri="{FF2B5EF4-FFF2-40B4-BE49-F238E27FC236}">
                  <a16:creationId xmlns:a16="http://schemas.microsoft.com/office/drawing/2014/main" id="{058A13C9-6C15-16C5-7B26-963F3C5ED461}"/>
                </a:ext>
              </a:extLst>
            </p:cNvPr>
            <p:cNvSpPr>
              <a:spLocks noChangeArrowheads="1"/>
            </p:cNvSpPr>
            <p:nvPr/>
          </p:nvSpPr>
          <p:spPr bwMode="gray">
            <a:xfrm>
              <a:off x="2125587" y="1119975"/>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algn="ctr"/>
              <a:r>
                <a:rPr lang="ja-JP" altLang="en-US" sz="1400">
                  <a:solidFill>
                    <a:srgbClr val="000000"/>
                  </a:solidFill>
                  <a:latin typeface="+mn-ea"/>
                  <a:cs typeface="Segoe UI" pitchFamily="34" charset="-120"/>
                </a:rPr>
                <a:t>会社基本情報</a:t>
              </a:r>
              <a:endParaRPr lang="en-US" altLang="ja-JP" sz="1400">
                <a:latin typeface="+mn-ea"/>
              </a:endParaRPr>
            </a:p>
          </p:txBody>
        </p:sp>
        <p:cxnSp>
          <p:nvCxnSpPr>
            <p:cNvPr id="9" name="直線コネクタ 60">
              <a:extLst>
                <a:ext uri="{FF2B5EF4-FFF2-40B4-BE49-F238E27FC236}">
                  <a16:creationId xmlns:a16="http://schemas.microsoft.com/office/drawing/2014/main" id="{3460DC61-1F35-CF20-E7FE-DA96B46C6D2E}"/>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A37452F2-9DE7-4249-F4EC-A7F49EEE4DA8}"/>
              </a:ext>
            </a:extLst>
          </p:cNvPr>
          <p:cNvSpPr txBox="1"/>
          <p:nvPr/>
        </p:nvSpPr>
        <p:spPr>
          <a:xfrm>
            <a:off x="334963" y="6109354"/>
            <a:ext cx="11521399" cy="461665"/>
          </a:xfrm>
          <a:prstGeom prst="rect">
            <a:avLst/>
          </a:prstGeom>
          <a:noFill/>
        </p:spPr>
        <p:txBody>
          <a:bodyPr wrap="square" lIns="36000" tIns="0" rIns="36000" bIns="0" anchor="ctr">
            <a:spAutoFit/>
          </a:bodyPr>
          <a:lstStyle/>
          <a:p>
            <a:r>
              <a:rPr lang="ja-TH" altLang="en-US" sz="1000">
                <a:latin typeface="+mn-ea"/>
              </a:rPr>
              <a:t>注</a:t>
            </a:r>
            <a:r>
              <a:rPr lang="en-US" altLang="ja-TH" sz="1000">
                <a:latin typeface="+mn-ea"/>
              </a:rPr>
              <a:t>: (1) TNB (National Electricity Company of Malaysia: </a:t>
            </a:r>
            <a:r>
              <a:rPr lang="ja-JP" altLang="en-US" sz="1000">
                <a:latin typeface="+mn-ea"/>
              </a:rPr>
              <a:t>マレーシア国営電力会社</a:t>
            </a:r>
            <a:r>
              <a:rPr lang="en-US" altLang="ja-JP" sz="1000">
                <a:latin typeface="+mn-ea"/>
              </a:rPr>
              <a:t>)</a:t>
            </a:r>
            <a:r>
              <a:rPr lang="ja-JP" altLang="en-US" sz="1000">
                <a:latin typeface="+mn-ea"/>
              </a:rPr>
              <a:t>　</a:t>
            </a:r>
            <a:r>
              <a:rPr lang="en-US" altLang="ja-JP" sz="1000">
                <a:latin typeface="+mn-ea"/>
              </a:rPr>
              <a:t>(2)</a:t>
            </a:r>
            <a:r>
              <a:rPr lang="en-US" altLang="ja-TH" sz="1000">
                <a:latin typeface="+mn-ea"/>
              </a:rPr>
              <a:t>PNB (</a:t>
            </a:r>
            <a:r>
              <a:rPr lang="en-US" altLang="ja-TH" sz="1000" err="1">
                <a:latin typeface="+mn-ea"/>
              </a:rPr>
              <a:t>Permodalan</a:t>
            </a:r>
            <a:r>
              <a:rPr lang="en-US" altLang="ja-TH" sz="1000">
                <a:latin typeface="+mn-ea"/>
              </a:rPr>
              <a:t> Nasional </a:t>
            </a:r>
            <a:r>
              <a:rPr lang="en-US" altLang="ja-TH" sz="1000" err="1">
                <a:latin typeface="+mn-ea"/>
              </a:rPr>
              <a:t>Bhd</a:t>
            </a:r>
            <a:r>
              <a:rPr lang="en-US" altLang="ja-TH" sz="1000">
                <a:latin typeface="+mn-ea"/>
              </a:rPr>
              <a:t>: </a:t>
            </a:r>
            <a:r>
              <a:rPr lang="ja-JP" altLang="en-US" sz="1000">
                <a:latin typeface="+mn-ea"/>
              </a:rPr>
              <a:t>マレーシア最大の国有投資運用会社</a:t>
            </a:r>
            <a:r>
              <a:rPr lang="en-US" altLang="ja-JP" sz="1000">
                <a:latin typeface="+mn-ea"/>
              </a:rPr>
              <a:t>)</a:t>
            </a:r>
            <a:r>
              <a:rPr lang="ja-JP" altLang="en-US" sz="1000">
                <a:latin typeface="+mn-ea"/>
              </a:rPr>
              <a:t>　</a:t>
            </a:r>
            <a:r>
              <a:rPr lang="en-US" altLang="ja-JP" sz="1000">
                <a:latin typeface="+mn-ea"/>
              </a:rPr>
              <a:t>(3)</a:t>
            </a:r>
            <a:r>
              <a:rPr lang="en-US" altLang="ja-TH" sz="1000">
                <a:latin typeface="+mn-ea"/>
              </a:rPr>
              <a:t>ASNB (National Unit Trust/Mutual Fund Management Company: </a:t>
            </a:r>
            <a:r>
              <a:rPr lang="ja-JP" altLang="en-US" sz="1000">
                <a:latin typeface="+mn-ea"/>
              </a:rPr>
              <a:t>国民向けユニットトラストおよび投資信託運用会社（</a:t>
            </a:r>
            <a:r>
              <a:rPr lang="en-US" altLang="ja-TH" sz="1000">
                <a:latin typeface="+mn-ea"/>
              </a:rPr>
              <a:t>PNB</a:t>
            </a:r>
            <a:r>
              <a:rPr lang="ja-JP" altLang="en-US" sz="1000">
                <a:latin typeface="+mn-ea"/>
              </a:rPr>
              <a:t>子会社）</a:t>
            </a:r>
            <a:r>
              <a:rPr lang="en-US" altLang="ja-JP" sz="1000">
                <a:latin typeface="+mn-ea"/>
              </a:rPr>
              <a:t>)</a:t>
            </a:r>
          </a:p>
          <a:p>
            <a:r>
              <a:rPr kumimoji="1" lang="ja-JP" altLang="en-US" sz="1000" i="0" u="none" strike="noStrike" kern="1200">
                <a:effectLst/>
                <a:latin typeface="+mn-ea"/>
                <a:cs typeface="Segoe UI" panose="020B0502040204020203" pitchFamily="34" charset="0"/>
              </a:rPr>
              <a:t>出典</a:t>
            </a:r>
            <a:r>
              <a:rPr kumimoji="1" lang="en-GB" sz="1000" i="0" u="none" strike="noStrike" kern="1200">
                <a:effectLst/>
                <a:latin typeface="+mn-ea"/>
                <a:cs typeface="Segoe UI" panose="020B0502040204020203" pitchFamily="34" charset="0"/>
              </a:rPr>
              <a:t>: </a:t>
            </a:r>
            <a:r>
              <a:rPr kumimoji="1" lang="ja-JP" altLang="en-US" sz="1000" i="0" u="none" strike="noStrike" kern="1200">
                <a:effectLst/>
                <a:latin typeface="+mn-ea"/>
                <a:cs typeface="Segoe UI" panose="020B0502040204020203" pitchFamily="34" charset="0"/>
              </a:rPr>
              <a:t>会社ウェブサイト</a:t>
            </a:r>
            <a:r>
              <a:rPr lang="ja-JP" altLang="en-US" sz="1000">
                <a:latin typeface="+mn-ea"/>
                <a:cs typeface="Segoe UI" panose="020B0502040204020203" pitchFamily="34" charset="0"/>
              </a:rPr>
              <a:t>、</a:t>
            </a:r>
            <a:r>
              <a:rPr lang="en-US" altLang="ja-JP" sz="1000">
                <a:latin typeface="+mn-ea"/>
                <a:cs typeface="Segoe UI" panose="020B0502040204020203" pitchFamily="34" charset="0"/>
              </a:rPr>
              <a:t>SPEEDA, LinkedIn</a:t>
            </a:r>
            <a:endParaRPr lang="en-GB" sz="1000">
              <a:latin typeface="+mn-ea"/>
              <a:cs typeface="Segoe UI" panose="020B0502040204020203" pitchFamily="34" charset="0"/>
            </a:endParaRPr>
          </a:p>
        </p:txBody>
      </p:sp>
      <p:grpSp>
        <p:nvGrpSpPr>
          <p:cNvPr id="14" name="グループ化 58">
            <a:extLst>
              <a:ext uri="{FF2B5EF4-FFF2-40B4-BE49-F238E27FC236}">
                <a16:creationId xmlns:a16="http://schemas.microsoft.com/office/drawing/2014/main" id="{264D61DC-B9DF-1577-1D59-0C1126F97B03}"/>
              </a:ext>
            </a:extLst>
          </p:cNvPr>
          <p:cNvGrpSpPr/>
          <p:nvPr/>
        </p:nvGrpSpPr>
        <p:grpSpPr>
          <a:xfrm>
            <a:off x="6287235" y="3596564"/>
            <a:ext cx="5587119" cy="318126"/>
            <a:chOff x="1998094" y="1100134"/>
            <a:chExt cx="7884946" cy="480843"/>
          </a:xfrm>
          <a:noFill/>
        </p:grpSpPr>
        <p:sp>
          <p:nvSpPr>
            <p:cNvPr id="15" name="ColumnHeader">
              <a:extLst>
                <a:ext uri="{FF2B5EF4-FFF2-40B4-BE49-F238E27FC236}">
                  <a16:creationId xmlns:a16="http://schemas.microsoft.com/office/drawing/2014/main" id="{1873FC0E-E2C8-6FF7-B255-8D70F434DD92}"/>
                </a:ext>
              </a:extLst>
            </p:cNvPr>
            <p:cNvSpPr>
              <a:spLocks noChangeArrowheads="1"/>
            </p:cNvSpPr>
            <p:nvPr/>
          </p:nvSpPr>
          <p:spPr bwMode="gray">
            <a:xfrm>
              <a:off x="2125586" y="1100134"/>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5900" indent="-215900" algn="ctr"/>
              <a:r>
                <a:rPr lang="ja-JP" altLang="en-US" sz="1400">
                  <a:solidFill>
                    <a:srgbClr val="000000"/>
                  </a:solidFill>
                  <a:latin typeface="+mn-ea"/>
                  <a:cs typeface="Segoe UI" panose="020B0502040204020203" pitchFamily="34" charset="0"/>
                </a:rPr>
                <a:t>財務実績</a:t>
              </a:r>
            </a:p>
          </p:txBody>
        </p:sp>
        <p:cxnSp>
          <p:nvCxnSpPr>
            <p:cNvPr id="16" name="直線コネクタ 60">
              <a:extLst>
                <a:ext uri="{FF2B5EF4-FFF2-40B4-BE49-F238E27FC236}">
                  <a16:creationId xmlns:a16="http://schemas.microsoft.com/office/drawing/2014/main" id="{96DD32DA-90E9-F9C6-EC8B-34697F7283C7}"/>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グループ化 58">
            <a:extLst>
              <a:ext uri="{FF2B5EF4-FFF2-40B4-BE49-F238E27FC236}">
                <a16:creationId xmlns:a16="http://schemas.microsoft.com/office/drawing/2014/main" id="{66E92763-3B52-B074-C920-80C7D68C6EAC}"/>
              </a:ext>
            </a:extLst>
          </p:cNvPr>
          <p:cNvGrpSpPr/>
          <p:nvPr/>
        </p:nvGrpSpPr>
        <p:grpSpPr>
          <a:xfrm>
            <a:off x="6273800" y="1342160"/>
            <a:ext cx="5570376" cy="307777"/>
            <a:chOff x="1998094" y="1119975"/>
            <a:chExt cx="7884946" cy="465201"/>
          </a:xfrm>
          <a:noFill/>
        </p:grpSpPr>
        <p:sp>
          <p:nvSpPr>
            <p:cNvPr id="10" name="ColumnHeader">
              <a:extLst>
                <a:ext uri="{FF2B5EF4-FFF2-40B4-BE49-F238E27FC236}">
                  <a16:creationId xmlns:a16="http://schemas.microsoft.com/office/drawing/2014/main" id="{3D4A3C9B-B383-E56C-2D77-2DB46350A5A3}"/>
                </a:ext>
              </a:extLst>
            </p:cNvPr>
            <p:cNvSpPr>
              <a:spLocks noChangeArrowheads="1"/>
            </p:cNvSpPr>
            <p:nvPr/>
          </p:nvSpPr>
          <p:spPr bwMode="gray">
            <a:xfrm>
              <a:off x="2125587" y="1119975"/>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6000" indent="-216000" algn="ctr"/>
              <a:r>
                <a:rPr lang="ja-JP" altLang="en-US" sz="1400">
                  <a:solidFill>
                    <a:srgbClr val="000000"/>
                  </a:solidFill>
                  <a:latin typeface="+mn-ea"/>
                  <a:cs typeface="Segoe UI" panose="020B0502040204020203" pitchFamily="34" charset="0"/>
                </a:rPr>
                <a:t>主要パートナー</a:t>
              </a:r>
              <a:r>
                <a:rPr lang="en-MY" altLang="ja-JP" sz="1400">
                  <a:solidFill>
                    <a:srgbClr val="000000"/>
                  </a:solidFill>
                  <a:latin typeface="+mn-ea"/>
                  <a:cs typeface="Segoe UI" panose="020B0502040204020203" pitchFamily="34" charset="0"/>
                </a:rPr>
                <a:t> (</a:t>
              </a:r>
              <a:r>
                <a:rPr lang="ja-JP" altLang="en-US" sz="1400">
                  <a:solidFill>
                    <a:srgbClr val="000000"/>
                  </a:solidFill>
                  <a:latin typeface="+mn-ea"/>
                  <a:cs typeface="Segoe UI" panose="020B0502040204020203" pitchFamily="34" charset="0"/>
                </a:rPr>
                <a:t>本社</a:t>
              </a:r>
              <a:r>
                <a:rPr lang="en-MY" altLang="ja-JP" sz="1400">
                  <a:solidFill>
                    <a:srgbClr val="000000"/>
                  </a:solidFill>
                  <a:latin typeface="+mn-ea"/>
                  <a:cs typeface="Segoe UI" panose="020B0502040204020203" pitchFamily="34" charset="0"/>
                </a:rPr>
                <a:t>)</a:t>
              </a:r>
              <a:endParaRPr lang="ja-JP" altLang="en-US" sz="1400">
                <a:solidFill>
                  <a:srgbClr val="000000"/>
                </a:solidFill>
                <a:latin typeface="+mn-ea"/>
                <a:cs typeface="Segoe UI" panose="020B0502040204020203" pitchFamily="34" charset="0"/>
              </a:endParaRPr>
            </a:p>
          </p:txBody>
        </p:sp>
        <p:cxnSp>
          <p:nvCxnSpPr>
            <p:cNvPr id="11" name="直線コネクタ 60">
              <a:extLst>
                <a:ext uri="{FF2B5EF4-FFF2-40B4-BE49-F238E27FC236}">
                  <a16:creationId xmlns:a16="http://schemas.microsoft.com/office/drawing/2014/main" id="{AF7DE991-A078-0622-1E5A-5F63C236982B}"/>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9427488E-3E87-B646-F448-201C4F256150}"/>
              </a:ext>
            </a:extLst>
          </p:cNvPr>
          <p:cNvGraphicFramePr>
            <a:graphicFrameLocks noGrp="1"/>
          </p:cNvGraphicFramePr>
          <p:nvPr/>
        </p:nvGraphicFramePr>
        <p:xfrm>
          <a:off x="326927" y="1696103"/>
          <a:ext cx="5577840" cy="4404285"/>
        </p:xfrm>
        <a:graphic>
          <a:graphicData uri="http://schemas.openxmlformats.org/drawingml/2006/table">
            <a:tbl>
              <a:tblPr/>
              <a:tblGrid>
                <a:gridCol w="1015736">
                  <a:extLst>
                    <a:ext uri="{9D8B030D-6E8A-4147-A177-3AD203B41FA5}">
                      <a16:colId xmlns:a16="http://schemas.microsoft.com/office/drawing/2014/main" val="1856092752"/>
                    </a:ext>
                  </a:extLst>
                </a:gridCol>
                <a:gridCol w="4562104">
                  <a:extLst>
                    <a:ext uri="{9D8B030D-6E8A-4147-A177-3AD203B41FA5}">
                      <a16:colId xmlns:a16="http://schemas.microsoft.com/office/drawing/2014/main" val="2767211961"/>
                    </a:ext>
                  </a:extLst>
                </a:gridCol>
              </a:tblGrid>
              <a:tr h="220214">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会社名</a:t>
                      </a:r>
                      <a:endParaRPr lang="en-US" altLang="ja-JP" sz="1400" b="0" i="0">
                        <a:solidFill>
                          <a:schemeClr val="bg1"/>
                        </a:solidFill>
                        <a:effectLst/>
                        <a:latin typeface="+mn-ea"/>
                        <a:ea typeface="+mn-ea"/>
                        <a:cs typeface="Segoe UI" panose="020B0502040204020203" pitchFamily="34" charset="0"/>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indent="0" algn="l">
                        <a:buNone/>
                      </a:pPr>
                      <a:r>
                        <a:rPr kumimoji="1" lang="en-US" sz="1400" b="0" i="0" u="none" strike="noStrike" kern="1200">
                          <a:solidFill>
                            <a:schemeClr val="tx1"/>
                          </a:solidFill>
                          <a:effectLst/>
                          <a:latin typeface="+mn-ea"/>
                          <a:ea typeface="+mn-ea"/>
                          <a:cs typeface="Segoe UI" panose="020B0502040204020203" pitchFamily="34" charset="0"/>
                          <a:hlinkClick r:id="rId7" tooltip="Visit company website">
                            <a:extLst>
                              <a:ext uri="{A12FA001-AC4F-418D-AE19-62706E023703}">
                                <ahyp:hlinkClr xmlns:ahyp="http://schemas.microsoft.com/office/drawing/2018/hyperlinkcolor" val="tx"/>
                              </a:ext>
                            </a:extLst>
                          </a:hlinkClick>
                        </a:rPr>
                        <a:t>Sigmaline Technologies</a:t>
                      </a:r>
                      <a:endParaRPr kumimoji="1" lang="en-US" sz="1400" b="0" i="0" u="none" strike="noStrike" kern="1200">
                        <a:solidFill>
                          <a:schemeClr val="tx1"/>
                        </a:solidFill>
                        <a:effectLst/>
                        <a:latin typeface="+mn-ea"/>
                        <a:ea typeface="+mn-ea"/>
                        <a:cs typeface="Segoe UI" panose="020B0502040204020203" pitchFamily="34" charset="0"/>
                      </a:endParaRP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39986481"/>
                  </a:ext>
                </a:extLst>
              </a:tr>
              <a:tr h="220214">
                <a:tc>
                  <a:txBody>
                    <a:bodyPr/>
                    <a:lstStyle/>
                    <a:p>
                      <a:pPr algn="ctr" fontAlgn="base">
                        <a:spcBef>
                          <a:spcPts val="0"/>
                        </a:spcBef>
                      </a:pPr>
                      <a:r>
                        <a:rPr lang="ja-JP" altLang="en-US" sz="1400" b="0" i="0">
                          <a:solidFill>
                            <a:schemeClr val="bg1"/>
                          </a:solidFill>
                          <a:effectLst/>
                          <a:latin typeface="+mn-ea"/>
                          <a:ea typeface="+mn-ea"/>
                          <a:cs typeface="Segoe UI"/>
                        </a:rPr>
                        <a:t>設立年</a:t>
                      </a:r>
                      <a:endParaRPr lang="en-US" sz="1400" b="0" i="0">
                        <a:solidFill>
                          <a:schemeClr val="bg1"/>
                        </a:solidFill>
                        <a:effectLst/>
                        <a:latin typeface="+mn-ea"/>
                        <a:ea typeface="+mn-ea"/>
                        <a:cs typeface="Segoe UI"/>
                      </a:endParaRPr>
                    </a:p>
                  </a:txBody>
                  <a:tcPr marL="36000" marR="36000" marT="0" marB="0" anchor="ctr">
                    <a:lnL w="31718" cap="flat" cmpd="sng" algn="ctr">
                      <a:solidFill>
                        <a:srgbClr val="FFFFFF"/>
                      </a:solidFill>
                      <a:prstDash val="solid"/>
                      <a:round/>
                      <a:headEnd type="none" w="med" len="med"/>
                      <a:tailEnd type="none" w="med" len="med"/>
                    </a:lnL>
                    <a:lnR w="31718"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indent="0" algn="l">
                        <a:buNone/>
                      </a:pPr>
                      <a:r>
                        <a:rPr lang="en-US" sz="1400">
                          <a:solidFill>
                            <a:srgbClr val="000000"/>
                          </a:solidFill>
                          <a:latin typeface="+mn-ea"/>
                          <a:ea typeface="+mn-ea"/>
                          <a:cs typeface="Segoe UI" pitchFamily="34" charset="-120"/>
                        </a:rPr>
                        <a:t>2003年</a:t>
                      </a:r>
                      <a:endParaRPr lang="en-US" sz="1400">
                        <a:latin typeface="+mn-ea"/>
                        <a:ea typeface="+mn-ea"/>
                        <a:cs typeface="Segoe UI" charset="0"/>
                      </a:endParaRPr>
                    </a:p>
                  </a:txBody>
                  <a:tcPr marL="36576" marR="36576" marT="0" marB="0" anchor="ctr">
                    <a:lnL w="31718"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685350836"/>
                  </a:ext>
                </a:extLst>
              </a:tr>
              <a:tr h="220214">
                <a:tc>
                  <a:txBody>
                    <a:bodyPr/>
                    <a:lstStyle/>
                    <a:p>
                      <a:pPr algn="ctr" fontAlgn="base">
                        <a:spcBef>
                          <a:spcPts val="0"/>
                        </a:spcBef>
                      </a:pPr>
                      <a:r>
                        <a:rPr lang="ja-JP" altLang="en-US" sz="1400" b="0" i="0">
                          <a:solidFill>
                            <a:schemeClr val="bg1"/>
                          </a:solidFill>
                          <a:effectLst/>
                          <a:latin typeface="+mn-ea"/>
                          <a:ea typeface="+mn-ea"/>
                          <a:cs typeface="Segoe UI" panose="020B0502040204020203" pitchFamily="34" charset="0"/>
                        </a:rPr>
                        <a:t>本社</a:t>
                      </a:r>
                      <a:r>
                        <a:rPr lang="ja-TH" altLang="en-US" sz="1400" b="0" i="0">
                          <a:solidFill>
                            <a:schemeClr val="bg1"/>
                          </a:solidFill>
                          <a:effectLst/>
                          <a:latin typeface="+mn-ea"/>
                          <a:ea typeface="+mn-ea"/>
                          <a:cs typeface="Segoe UI" panose="020B0502040204020203" pitchFamily="34" charset="0"/>
                        </a:rPr>
                        <a:t>所在地</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8" cap="flat" cmpd="sng" algn="ctr">
                      <a:solidFill>
                        <a:srgbClr val="FFFFFF"/>
                      </a:solidFill>
                      <a:prstDash val="solid"/>
                      <a:round/>
                      <a:headEnd type="none" w="med" len="med"/>
                      <a:tailEnd type="none" w="med" len="med"/>
                    </a:lnB>
                    <a:solidFill>
                      <a:schemeClr val="accent3"/>
                    </a:solidFill>
                  </a:tcPr>
                </a:tc>
                <a:tc>
                  <a:txBody>
                    <a:bodyPr/>
                    <a:lstStyle/>
                    <a:p>
                      <a:pPr marL="0" indent="0" algn="l">
                        <a:buNone/>
                      </a:pPr>
                      <a:r>
                        <a:rPr lang="ja-TH" altLang="en-US" sz="1400">
                          <a:solidFill>
                            <a:srgbClr val="000000"/>
                          </a:solidFill>
                          <a:latin typeface="+mn-ea"/>
                          <a:ea typeface="+mn-ea"/>
                          <a:cs typeface="Segoe UI" pitchFamily="34" charset="-120"/>
                        </a:rPr>
                        <a:t>マレーシア、</a:t>
                      </a:r>
                      <a:r>
                        <a:rPr lang="ja-JP" altLang="en-US" sz="1400">
                          <a:solidFill>
                            <a:srgbClr val="000000"/>
                          </a:solidFill>
                          <a:latin typeface="+mn-ea"/>
                          <a:ea typeface="+mn-ea"/>
                          <a:cs typeface="Segoe UI" pitchFamily="34" charset="-120"/>
                        </a:rPr>
                        <a:t>クアラルンプール</a:t>
                      </a:r>
                      <a:endParaRPr lang="en-US" sz="1400">
                        <a:latin typeface="+mn-ea"/>
                        <a:ea typeface="+mn-ea"/>
                        <a:cs typeface="Segoe UI" charset="0"/>
                      </a:endParaRPr>
                    </a:p>
                  </a:txBody>
                  <a:tcPr marL="36576" marR="36576"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181925738"/>
                  </a:ext>
                </a:extLst>
              </a:tr>
              <a:tr h="880857">
                <a:tc>
                  <a:txBody>
                    <a:bodyPr/>
                    <a:lstStyle/>
                    <a:p>
                      <a:pPr lvl="0" algn="ctr">
                        <a:spcBef>
                          <a:spcPts val="0"/>
                        </a:spcBef>
                        <a:buNone/>
                      </a:pPr>
                      <a:r>
                        <a:rPr lang="ja-JP" altLang="en-US" sz="1400" b="0" i="0">
                          <a:solidFill>
                            <a:schemeClr val="bg1"/>
                          </a:solidFill>
                          <a:effectLst/>
                          <a:latin typeface="+mn-ea"/>
                          <a:ea typeface="+mn-ea"/>
                          <a:cs typeface="Segoe UI" panose="020B0502040204020203" pitchFamily="34" charset="0"/>
                        </a:rPr>
                        <a:t>株主構成</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8" cap="flat" cmpd="sng" algn="ctr">
                      <a:solidFill>
                        <a:srgbClr val="FFFFFF"/>
                      </a:solidFill>
                      <a:prstDash val="solid"/>
                      <a:round/>
                      <a:headEnd type="none" w="med" len="med"/>
                      <a:tailEnd type="none" w="med" len="med"/>
                    </a:lnT>
                    <a:lnB w="31717">
                      <a:solidFill>
                        <a:srgbClr val="FFFFFF"/>
                      </a:solidFill>
                    </a:lnB>
                    <a:solidFill>
                      <a:schemeClr val="accent3"/>
                    </a:solidFill>
                  </a:tcPr>
                </a:tc>
                <a:tc>
                  <a:txBody>
                    <a:bodyPr/>
                    <a:lstStyle/>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solidFill>
                            <a:srgbClr val="000000"/>
                          </a:solidFill>
                          <a:latin typeface="+mn-ea"/>
                          <a:ea typeface="+mn-ea"/>
                          <a:cs typeface="Segoe UI"/>
                        </a:rPr>
                        <a:t>e-Lock Corporation (100%：親会社)</a:t>
                      </a:r>
                    </a:p>
                    <a:p>
                      <a:pPr marL="542925" marR="91440" indent="-285750" algn="l" defTabSz="914400" rtl="0" eaLnBrk="1" fontAlgn="ctr" latinLnBrk="0" hangingPunct="1">
                        <a:lnSpc>
                          <a:spcPct val="100000"/>
                        </a:lnSpc>
                        <a:spcBef>
                          <a:spcPts val="0"/>
                        </a:spcBef>
                        <a:spcAft>
                          <a:spcPts val="0"/>
                        </a:spcAft>
                        <a:buClrTx/>
                        <a:buSzTx/>
                        <a:buFont typeface="Wingdings" panose="05000000000000000000" pitchFamily="2" charset="2"/>
                        <a:buChar char="Ø"/>
                        <a:tabLst/>
                        <a:defRPr/>
                      </a:pPr>
                      <a:r>
                        <a:rPr lang="en-US" sz="1400">
                          <a:solidFill>
                            <a:srgbClr val="000000"/>
                          </a:solidFill>
                          <a:latin typeface="+mn-ea"/>
                          <a:ea typeface="+mn-ea"/>
                          <a:cs typeface="Segoe UI"/>
                        </a:rPr>
                        <a:t>Arcode Ventures (55%)</a:t>
                      </a:r>
                    </a:p>
                    <a:p>
                      <a:pPr marL="542925" marR="91440" indent="-285750" algn="l" defTabSz="914400" rtl="0" eaLnBrk="1" fontAlgn="ctr" latinLnBrk="0" hangingPunct="1">
                        <a:lnSpc>
                          <a:spcPct val="100000"/>
                        </a:lnSpc>
                        <a:spcBef>
                          <a:spcPts val="0"/>
                        </a:spcBef>
                        <a:spcAft>
                          <a:spcPts val="0"/>
                        </a:spcAft>
                        <a:buClrTx/>
                        <a:buSzTx/>
                        <a:buFont typeface="Wingdings" panose="05000000000000000000" pitchFamily="2" charset="2"/>
                        <a:buChar char="Ø"/>
                        <a:tabLst/>
                        <a:defRPr/>
                      </a:pPr>
                      <a:r>
                        <a:rPr lang="en-US" sz="1400">
                          <a:solidFill>
                            <a:srgbClr val="000000"/>
                          </a:solidFill>
                          <a:latin typeface="+mn-ea"/>
                          <a:ea typeface="+mn-ea"/>
                          <a:cs typeface="Segoe UI" panose="020B0502040204020203" pitchFamily="34" charset="0"/>
                        </a:rPr>
                        <a:t>PNB (25%)</a:t>
                      </a:r>
                    </a:p>
                    <a:p>
                      <a:pPr marL="542925" marR="91440" indent="-285750" algn="l" defTabSz="914400" rtl="0" eaLnBrk="1" fontAlgn="ctr" latinLnBrk="0" hangingPunct="1">
                        <a:lnSpc>
                          <a:spcPct val="100000"/>
                        </a:lnSpc>
                        <a:spcBef>
                          <a:spcPts val="0"/>
                        </a:spcBef>
                        <a:spcAft>
                          <a:spcPts val="0"/>
                        </a:spcAft>
                        <a:buClrTx/>
                        <a:buSzTx/>
                        <a:buFont typeface="Wingdings" panose="05000000000000000000" pitchFamily="2" charset="2"/>
                        <a:buChar char="Ø"/>
                        <a:tabLst/>
                        <a:defRPr/>
                      </a:pPr>
                      <a:r>
                        <a:rPr lang="en-US" sz="1400">
                          <a:solidFill>
                            <a:srgbClr val="000000"/>
                          </a:solidFill>
                          <a:latin typeface="+mn-ea"/>
                          <a:ea typeface="+mn-ea"/>
                          <a:cs typeface="Segoe UI" panose="020B0502040204020203" pitchFamily="34" charset="0"/>
                        </a:rPr>
                        <a:t>UMW Holdings (20%)</a:t>
                      </a: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880121072"/>
                  </a:ext>
                </a:extLst>
              </a:tr>
              <a:tr h="220214">
                <a:tc>
                  <a:txBody>
                    <a:bodyPr/>
                    <a:lstStyle/>
                    <a:p>
                      <a:pPr lvl="0" algn="ctr">
                        <a:spcBef>
                          <a:spcPts val="0"/>
                        </a:spcBef>
                        <a:buNone/>
                      </a:pPr>
                      <a:r>
                        <a:rPr lang="ja-JP" altLang="en-US" sz="1400" b="0" i="0">
                          <a:solidFill>
                            <a:schemeClr val="bg1"/>
                          </a:solidFill>
                          <a:effectLst/>
                          <a:latin typeface="+mn-ea"/>
                          <a:ea typeface="+mn-ea"/>
                          <a:cs typeface="Segoe UI" panose="020B0502040204020203" pitchFamily="34" charset="0"/>
                        </a:rPr>
                        <a:t>従業員数</a:t>
                      </a:r>
                      <a:endParaRPr lang="en-US" sz="1400" b="0" i="0">
                        <a:solidFill>
                          <a:schemeClr val="bg1"/>
                        </a:solidFill>
                        <a:effectLst/>
                        <a:latin typeface="+mn-ea"/>
                        <a:ea typeface="+mn-ea"/>
                        <a:cs typeface="Segoe UI" panose="020B0502040204020203" pitchFamily="34" charset="0"/>
                      </a:endParaRPr>
                    </a:p>
                  </a:txBody>
                  <a:tcPr marL="36000" marR="36000" marT="0" marB="0" anchor="ctr">
                    <a:lnL w="31717">
                      <a:solidFill>
                        <a:srgbClr val="FFFFFF"/>
                      </a:solidFill>
                    </a:lnL>
                    <a:lnR w="31717"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a:solidFill>
                            <a:schemeClr val="tx1"/>
                          </a:solidFill>
                          <a:effectLst/>
                          <a:latin typeface="+mn-ea"/>
                          <a:ea typeface="+mn-ea"/>
                          <a:cs typeface="Segoe UI" panose="020B0502040204020203" pitchFamily="34" charset="0"/>
                        </a:rPr>
                        <a:t>20名</a:t>
                      </a: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96102189"/>
                  </a:ext>
                </a:extLst>
              </a:tr>
              <a:tr h="1321286">
                <a:tc>
                  <a:txBody>
                    <a:bodyPr/>
                    <a:lstStyle/>
                    <a:p>
                      <a:pPr marL="0" indent="0" algn="ctr">
                        <a:buNone/>
                      </a:pPr>
                      <a:r>
                        <a:rPr lang="ja-JP" altLang="en-US" sz="1400">
                          <a:solidFill>
                            <a:srgbClr val="FFFFFF"/>
                          </a:solidFill>
                          <a:latin typeface="+mn-ea"/>
                          <a:ea typeface="+mn-ea"/>
                          <a:cs typeface="Segoe UI" pitchFamily="34" charset="-120"/>
                        </a:rPr>
                        <a:t>事業概要</a:t>
                      </a:r>
                      <a:endParaRPr lang="en-US" sz="1400">
                        <a:latin typeface="+mn-ea"/>
                        <a:ea typeface="+mn-ea"/>
                        <a:cs typeface="Segoe UI" charset="0"/>
                      </a:endParaRPr>
                    </a:p>
                  </a:txBody>
                  <a:tcPr marL="36576" marR="36576" marT="0" marB="0" anchor="ctr">
                    <a:lnL w="31717">
                      <a:solidFill>
                        <a:srgbClr val="FFFFFF"/>
                      </a:solidFill>
                    </a:lnL>
                    <a:lnR w="31717"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ja-JP" altLang="en-US" sz="1400" b="0" kern="1200">
                          <a:solidFill>
                            <a:schemeClr val="tx1"/>
                          </a:solidFill>
                          <a:effectLst/>
                          <a:latin typeface="+mn-ea"/>
                          <a:ea typeface="+mn-ea"/>
                          <a:cs typeface="Segoe UI" panose="020B0502040204020203" pitchFamily="34" charset="0"/>
                        </a:rPr>
                        <a:t>セキュリティソリューション：</a:t>
                      </a:r>
                      <a:r>
                        <a:rPr kumimoji="1" lang="en-US" sz="1400" b="0" kern="1200">
                          <a:solidFill>
                            <a:schemeClr val="tx1"/>
                          </a:solidFill>
                          <a:effectLst/>
                          <a:latin typeface="+mn-ea"/>
                          <a:ea typeface="+mn-ea"/>
                          <a:cs typeface="Segoe UI" panose="020B0502040204020203" pitchFamily="34" charset="0"/>
                        </a:rPr>
                        <a:t>CCTV</a:t>
                      </a:r>
                      <a:r>
                        <a:rPr kumimoji="1" lang="ja-JP" altLang="en-US" sz="1400" b="0" kern="1200">
                          <a:solidFill>
                            <a:schemeClr val="tx1"/>
                          </a:solidFill>
                          <a:effectLst/>
                          <a:latin typeface="+mn-ea"/>
                          <a:ea typeface="+mn-ea"/>
                          <a:cs typeface="Segoe UI" panose="020B0502040204020203" pitchFamily="34" charset="0"/>
                        </a:rPr>
                        <a:t>監視、</a:t>
                      </a:r>
                      <a:r>
                        <a:rPr kumimoji="1" lang="ja-JP" altLang="en-US" sz="1400" b="0" i="0" u="none" strike="noStrike" kern="1200">
                          <a:solidFill>
                            <a:schemeClr val="tx1"/>
                          </a:solidFill>
                          <a:effectLst/>
                          <a:latin typeface="+mn-lt"/>
                          <a:ea typeface="+mn-ea"/>
                          <a:cs typeface="+mn-cs"/>
                        </a:rPr>
                        <a:t>入退室管理</a:t>
                      </a:r>
                      <a:r>
                        <a:rPr kumimoji="1" lang="ja-JP" altLang="en-US" sz="1400" b="0" kern="1200">
                          <a:solidFill>
                            <a:schemeClr val="tx1"/>
                          </a:solidFill>
                          <a:effectLst/>
                          <a:latin typeface="+mn-ea"/>
                          <a:ea typeface="+mn-ea"/>
                          <a:cs typeface="Segoe UI" panose="020B0502040204020203" pitchFamily="34" charset="0"/>
                        </a:rPr>
                        <a:t>、ビル管理システム</a:t>
                      </a: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ja-JP" altLang="en-US" sz="1400" b="0" kern="1200">
                          <a:solidFill>
                            <a:schemeClr val="tx1"/>
                          </a:solidFill>
                          <a:effectLst/>
                          <a:latin typeface="+mn-ea"/>
                          <a:ea typeface="+mn-ea"/>
                          <a:cs typeface="Segoe UI" panose="020B0502040204020203" pitchFamily="34" charset="0"/>
                        </a:rPr>
                        <a:t>スマートホームシステム：ホームオートメーション、警報システム、インターホンシステム</a:t>
                      </a: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ja-JP" altLang="en-US" sz="1400" b="0" kern="1200">
                          <a:solidFill>
                            <a:schemeClr val="tx1"/>
                          </a:solidFill>
                          <a:effectLst/>
                          <a:latin typeface="+mn-ea"/>
                          <a:ea typeface="+mn-ea"/>
                          <a:cs typeface="Segoe UI" panose="020B0502040204020203" pitchFamily="34" charset="0"/>
                        </a:rPr>
                        <a:t>保守サービス：現地技術サポート、予防保守、マネージドサービス</a:t>
                      </a:r>
                      <a:endParaRPr kumimoji="1" lang="en-US" sz="1400" b="0" kern="1200">
                        <a:solidFill>
                          <a:schemeClr val="tx1"/>
                        </a:solidFill>
                        <a:effectLst/>
                        <a:latin typeface="+mn-ea"/>
                        <a:ea typeface="+mn-ea"/>
                        <a:cs typeface="Segoe UI" panose="020B0502040204020203" pitchFamily="34" charset="0"/>
                      </a:endParaRP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39953510"/>
                  </a:ext>
                </a:extLst>
              </a:tr>
              <a:tr h="1321286">
                <a:tc>
                  <a:txBody>
                    <a:bodyPr/>
                    <a:lstStyle/>
                    <a:p>
                      <a:pPr marL="0" indent="0" algn="ctr">
                        <a:buNone/>
                      </a:pPr>
                      <a:r>
                        <a:rPr lang="ja-JP" altLang="en-US" sz="1400">
                          <a:solidFill>
                            <a:srgbClr val="FFFFFF"/>
                          </a:solidFill>
                          <a:latin typeface="+mn-ea"/>
                          <a:ea typeface="+mn-ea"/>
                          <a:cs typeface="Segoe UI" pitchFamily="34" charset="-120"/>
                        </a:rPr>
                        <a:t>主要顧客</a:t>
                      </a:r>
                      <a:endParaRPr lang="en-US" sz="1400">
                        <a:latin typeface="+mn-ea"/>
                        <a:ea typeface="+mn-ea"/>
                        <a:cs typeface="Segoe UI" charset="0"/>
                      </a:endParaRPr>
                    </a:p>
                  </a:txBody>
                  <a:tcPr marL="36576" marR="36576" marT="0" marB="0" anchor="ctr">
                    <a:lnL w="31717">
                      <a:solidFill>
                        <a:srgbClr val="FFFFFF"/>
                      </a:solidFill>
                    </a:lnL>
                    <a:lnR w="31717" cap="flat" cmpd="sng" algn="ctr">
                      <a:solidFill>
                        <a:srgbClr val="FFFFFF"/>
                      </a:solidFill>
                      <a:prstDash val="solid"/>
                      <a:round/>
                      <a:headEnd type="none" w="med" len="med"/>
                      <a:tailEnd type="none" w="med" len="med"/>
                    </a:lnR>
                    <a:lnT w="31717" cap="flat" cmpd="sng" algn="ctr">
                      <a:solidFill>
                        <a:srgbClr val="FFFFFF"/>
                      </a:solidFill>
                      <a:prstDash val="solid"/>
                      <a:round/>
                      <a:headEnd type="none" w="med" len="med"/>
                      <a:tailEnd type="none" w="med" len="med"/>
                    </a:lnT>
                    <a:lnB w="31717" cap="flat" cmpd="sng" algn="ctr">
                      <a:solidFill>
                        <a:srgbClr val="FFFFFF"/>
                      </a:solidFill>
                      <a:prstDash val="solid"/>
                      <a:round/>
                      <a:headEnd type="none" w="med" len="med"/>
                      <a:tailEnd type="none" w="med" len="med"/>
                    </a:lnB>
                    <a:solidFill>
                      <a:schemeClr val="accent3"/>
                    </a:solidFill>
                  </a:tcPr>
                </a:tc>
                <a:tc>
                  <a:txBody>
                    <a:bodyPr/>
                    <a:lstStyle/>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lang="ja-JP" altLang="en-US" sz="1400">
                          <a:solidFill>
                            <a:srgbClr val="000000"/>
                          </a:solidFill>
                          <a:latin typeface="+mn-ea"/>
                          <a:ea typeface="+mn-ea"/>
                          <a:cs typeface="Segoe UI" panose="020B0502040204020203" pitchFamily="34" charset="0"/>
                        </a:rPr>
                        <a:t>航空宇宙</a:t>
                      </a:r>
                      <a:r>
                        <a:rPr lang="en-US" sz="1400">
                          <a:solidFill>
                            <a:srgbClr val="000000"/>
                          </a:solidFill>
                          <a:latin typeface="+mn-ea"/>
                          <a:ea typeface="+mn-ea"/>
                          <a:cs typeface="Segoe UI" panose="020B0502040204020203" pitchFamily="34" charset="0"/>
                        </a:rPr>
                        <a:t>: UMW Aerospace</a:t>
                      </a: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lang="ja-JP" altLang="en-US" sz="1400" baseline="0">
                          <a:solidFill>
                            <a:srgbClr val="000000"/>
                          </a:solidFill>
                          <a:latin typeface="+mn-ea"/>
                          <a:ea typeface="+mn-ea"/>
                          <a:cs typeface="Segoe UI"/>
                        </a:rPr>
                        <a:t>開発</a:t>
                      </a:r>
                      <a:r>
                        <a:rPr lang="ja-TH" altLang="en-US" sz="1400" baseline="0">
                          <a:solidFill>
                            <a:srgbClr val="000000"/>
                          </a:solidFill>
                          <a:latin typeface="+mn-ea"/>
                          <a:ea typeface="+mn-ea"/>
                          <a:cs typeface="Segoe UI"/>
                        </a:rPr>
                        <a:t>関連</a:t>
                      </a:r>
                      <a:r>
                        <a:rPr lang="en-US" sz="1400" baseline="0">
                          <a:solidFill>
                            <a:srgbClr val="000000"/>
                          </a:solidFill>
                          <a:latin typeface="+mn-ea"/>
                          <a:ea typeface="+mn-ea"/>
                          <a:cs typeface="Segoe UI"/>
                        </a:rPr>
                        <a:t>: SP Setia, Sime Darby, EcoWorld</a:t>
                      </a: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lang="ja-JP" altLang="en-US" sz="1400">
                          <a:solidFill>
                            <a:srgbClr val="000000"/>
                          </a:solidFill>
                          <a:latin typeface="+mn-ea"/>
                          <a:ea typeface="+mn-ea"/>
                          <a:cs typeface="Segoe UI" panose="020B0502040204020203" pitchFamily="34" charset="0"/>
                        </a:rPr>
                        <a:t>エネルギー</a:t>
                      </a:r>
                      <a:r>
                        <a:rPr lang="en-US" altLang="ja-JP" sz="1400">
                          <a:solidFill>
                            <a:srgbClr val="000000"/>
                          </a:solidFill>
                          <a:latin typeface="+mn-ea"/>
                          <a:ea typeface="+mn-ea"/>
                          <a:cs typeface="Segoe UI" panose="020B0502040204020203" pitchFamily="34" charset="0"/>
                        </a:rPr>
                        <a:t>/</a:t>
                      </a:r>
                      <a:r>
                        <a:rPr lang="ja-JP" altLang="en-US" sz="1400">
                          <a:solidFill>
                            <a:srgbClr val="000000"/>
                          </a:solidFill>
                          <a:latin typeface="+mn-ea"/>
                          <a:ea typeface="+mn-ea"/>
                          <a:cs typeface="Segoe UI" panose="020B0502040204020203" pitchFamily="34" charset="0"/>
                        </a:rPr>
                        <a:t>公益事業</a:t>
                      </a:r>
                      <a:r>
                        <a:rPr lang="en-US" sz="1400" baseline="0">
                          <a:solidFill>
                            <a:srgbClr val="000000"/>
                          </a:solidFill>
                          <a:latin typeface="+mn-ea"/>
                          <a:ea typeface="+mn-ea"/>
                          <a:cs typeface="Segoe UI" panose="020B0502040204020203" pitchFamily="34" charset="0"/>
                        </a:rPr>
                        <a:t>: TNB</a:t>
                      </a:r>
                      <a:r>
                        <a:rPr lang="en-US" sz="1400" baseline="30000">
                          <a:solidFill>
                            <a:srgbClr val="000000"/>
                          </a:solidFill>
                          <a:latin typeface="+mn-ea"/>
                          <a:ea typeface="+mn-ea"/>
                          <a:cs typeface="Segoe UI" panose="020B0502040204020203" pitchFamily="34" charset="0"/>
                        </a:rPr>
                        <a:t>1</a:t>
                      </a: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lang="ja-JP" altLang="en-US" sz="1400" baseline="0">
                          <a:solidFill>
                            <a:srgbClr val="000000"/>
                          </a:solidFill>
                          <a:latin typeface="+mn-ea"/>
                          <a:ea typeface="+mn-ea"/>
                          <a:cs typeface="Segoe UI" panose="020B0502040204020203" pitchFamily="34" charset="0"/>
                        </a:rPr>
                        <a:t>政府</a:t>
                      </a:r>
                      <a:r>
                        <a:rPr lang="en-US" altLang="ja-JP" sz="1400" baseline="0">
                          <a:solidFill>
                            <a:srgbClr val="000000"/>
                          </a:solidFill>
                          <a:latin typeface="+mn-ea"/>
                          <a:ea typeface="+mn-ea"/>
                          <a:cs typeface="Segoe UI" panose="020B0502040204020203" pitchFamily="34" charset="0"/>
                        </a:rPr>
                        <a:t>/</a:t>
                      </a:r>
                      <a:r>
                        <a:rPr lang="ja-JP" altLang="en-US" sz="1400" baseline="0">
                          <a:solidFill>
                            <a:srgbClr val="000000"/>
                          </a:solidFill>
                          <a:latin typeface="+mn-ea"/>
                          <a:ea typeface="+mn-ea"/>
                          <a:cs typeface="Segoe UI" panose="020B0502040204020203" pitchFamily="34" charset="0"/>
                        </a:rPr>
                        <a:t>政府系企業</a:t>
                      </a:r>
                      <a:r>
                        <a:rPr lang="en-US" sz="1400" baseline="0">
                          <a:solidFill>
                            <a:srgbClr val="000000"/>
                          </a:solidFill>
                          <a:latin typeface="+mn-ea"/>
                          <a:ea typeface="+mn-ea"/>
                          <a:cs typeface="Segoe UI" panose="020B0502040204020203" pitchFamily="34" charset="0"/>
                        </a:rPr>
                        <a:t>: PNB</a:t>
                      </a:r>
                      <a:r>
                        <a:rPr lang="en-US" sz="1400" baseline="30000">
                          <a:solidFill>
                            <a:srgbClr val="000000"/>
                          </a:solidFill>
                          <a:latin typeface="+mn-ea"/>
                          <a:ea typeface="+mn-ea"/>
                          <a:cs typeface="Segoe UI" panose="020B0502040204020203" pitchFamily="34" charset="0"/>
                        </a:rPr>
                        <a:t>2</a:t>
                      </a:r>
                      <a:r>
                        <a:rPr lang="en-US" sz="1400" baseline="0">
                          <a:solidFill>
                            <a:srgbClr val="000000"/>
                          </a:solidFill>
                          <a:latin typeface="+mn-ea"/>
                          <a:ea typeface="+mn-ea"/>
                          <a:cs typeface="Segoe UI" panose="020B0502040204020203" pitchFamily="34" charset="0"/>
                        </a:rPr>
                        <a:t>, ASNB</a:t>
                      </a:r>
                      <a:r>
                        <a:rPr lang="en-US" sz="1400" baseline="30000">
                          <a:solidFill>
                            <a:srgbClr val="000000"/>
                          </a:solidFill>
                          <a:latin typeface="+mn-ea"/>
                          <a:ea typeface="+mn-ea"/>
                          <a:cs typeface="Segoe UI" panose="020B0502040204020203" pitchFamily="34" charset="0"/>
                        </a:rPr>
                        <a:t>3</a:t>
                      </a:r>
                    </a:p>
                    <a:p>
                      <a:pPr marL="215900" marR="91440" indent="-215900" algn="l" defTabSz="914400" rtl="0" eaLnBrk="1" fontAlgn="ctr" latinLnBrk="0" hangingPunct="1">
                        <a:lnSpc>
                          <a:spcPct val="100000"/>
                        </a:lnSpc>
                        <a:spcBef>
                          <a:spcPts val="0"/>
                        </a:spcBef>
                        <a:spcAft>
                          <a:spcPts val="0"/>
                        </a:spcAft>
                        <a:buClrTx/>
                        <a:buSzTx/>
                        <a:buFont typeface="Wingdings" pitchFamily="2" charset="2"/>
                        <a:buChar char="n"/>
                        <a:tabLst/>
                        <a:defRPr/>
                      </a:pPr>
                      <a:r>
                        <a:rPr lang="ja-JP" altLang="en-US" sz="1400" baseline="0">
                          <a:solidFill>
                            <a:srgbClr val="000000"/>
                          </a:solidFill>
                          <a:latin typeface="+mn-ea"/>
                          <a:ea typeface="+mn-ea"/>
                          <a:cs typeface="Segoe UI"/>
                        </a:rPr>
                        <a:t>商業施設</a:t>
                      </a:r>
                      <a:r>
                        <a:rPr lang="en-US" altLang="ja-JP" sz="1400" baseline="0">
                          <a:solidFill>
                            <a:srgbClr val="000000"/>
                          </a:solidFill>
                          <a:latin typeface="+mn-ea"/>
                          <a:ea typeface="+mn-ea"/>
                          <a:cs typeface="Segoe UI"/>
                        </a:rPr>
                        <a:t>/</a:t>
                      </a:r>
                      <a:r>
                        <a:rPr lang="ja-JP" altLang="en-US" sz="1400" baseline="0">
                          <a:solidFill>
                            <a:srgbClr val="000000"/>
                          </a:solidFill>
                          <a:latin typeface="+mn-ea"/>
                          <a:ea typeface="+mn-ea"/>
                          <a:cs typeface="Segoe UI"/>
                        </a:rPr>
                        <a:t>オフィス</a:t>
                      </a:r>
                      <a:r>
                        <a:rPr lang="en-US" sz="1400" baseline="0">
                          <a:solidFill>
                            <a:srgbClr val="000000"/>
                          </a:solidFill>
                          <a:latin typeface="+mn-ea"/>
                          <a:ea typeface="+mn-ea"/>
                          <a:cs typeface="Segoe UI"/>
                        </a:rPr>
                        <a:t>: Hap Seng Tower, Bangsar South, Perkeso Tower</a:t>
                      </a:r>
                    </a:p>
                  </a:txBody>
                  <a:tcPr marL="36000" marR="36000" marT="0" marB="0" anchor="ctr">
                    <a:lnL w="31717" cap="flat" cmpd="sng" algn="ctr">
                      <a:solidFill>
                        <a:srgbClr val="FFFFFF"/>
                      </a:solidFill>
                      <a:prstDash val="solid"/>
                      <a:round/>
                      <a:headEnd type="none" w="med" len="med"/>
                      <a:tailEnd type="none" w="med" len="med"/>
                    </a:lnL>
                    <a:lnR w="11582">
                      <a:solidFill>
                        <a:srgbClr val="FFFFFF"/>
                      </a:solidFill>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560884854"/>
                  </a:ext>
                </a:extLst>
              </a:tr>
            </a:tbl>
          </a:graphicData>
        </a:graphic>
      </p:graphicFrame>
      <p:graphicFrame>
        <p:nvGraphicFramePr>
          <p:cNvPr id="20" name="Chart 19">
            <a:extLst>
              <a:ext uri="{FF2B5EF4-FFF2-40B4-BE49-F238E27FC236}">
                <a16:creationId xmlns:a16="http://schemas.microsoft.com/office/drawing/2014/main" id="{1571B7FC-2622-7440-9470-A91F7B43F193}"/>
              </a:ext>
            </a:extLst>
          </p:cNvPr>
          <p:cNvGraphicFramePr/>
          <p:nvPr/>
        </p:nvGraphicFramePr>
        <p:xfrm>
          <a:off x="6269917" y="3925040"/>
          <a:ext cx="5587120" cy="2167787"/>
        </p:xfrm>
        <a:graphic>
          <a:graphicData uri="http://schemas.openxmlformats.org/drawingml/2006/chart">
            <c:chart xmlns:c="http://schemas.openxmlformats.org/drawingml/2006/chart" xmlns:r="http://schemas.openxmlformats.org/officeDocument/2006/relationships" r:id="rId8"/>
          </a:graphicData>
        </a:graphic>
      </p:graphicFrame>
      <p:sp>
        <p:nvSpPr>
          <p:cNvPr id="21" name="TextBox 20">
            <a:extLst>
              <a:ext uri="{FF2B5EF4-FFF2-40B4-BE49-F238E27FC236}">
                <a16:creationId xmlns:a16="http://schemas.microsoft.com/office/drawing/2014/main" id="{4BC235E0-3E1A-F8EB-A97E-89E7E4CE1CBE}"/>
              </a:ext>
            </a:extLst>
          </p:cNvPr>
          <p:cNvSpPr txBox="1"/>
          <p:nvPr/>
        </p:nvSpPr>
        <p:spPr>
          <a:xfrm>
            <a:off x="6287235" y="3904341"/>
            <a:ext cx="941283" cy="307777"/>
          </a:xfrm>
          <a:prstGeom prst="rect">
            <a:avLst/>
          </a:prstGeom>
          <a:noFill/>
        </p:spPr>
        <p:txBody>
          <a:bodyPr wrap="none" rtlCol="0">
            <a:spAutoFit/>
          </a:bodyPr>
          <a:lstStyle/>
          <a:p>
            <a:r>
              <a:rPr lang="en-US" sz="1400">
                <a:latin typeface="+mn-ea"/>
                <a:cs typeface="Segoe UI" panose="020B0502040204020203" pitchFamily="34" charset="0"/>
              </a:rPr>
              <a:t>(MYR M)</a:t>
            </a:r>
          </a:p>
        </p:txBody>
      </p:sp>
      <p:graphicFrame>
        <p:nvGraphicFramePr>
          <p:cNvPr id="17" name="Table 1">
            <a:extLst>
              <a:ext uri="{FF2B5EF4-FFF2-40B4-BE49-F238E27FC236}">
                <a16:creationId xmlns:a16="http://schemas.microsoft.com/office/drawing/2014/main" id="{9FB1645A-A8DE-87F8-5667-00A3CCBD14D8}"/>
              </a:ext>
            </a:extLst>
          </p:cNvPr>
          <p:cNvGraphicFramePr>
            <a:graphicFrameLocks noGrp="1"/>
          </p:cNvGraphicFramePr>
          <p:nvPr/>
        </p:nvGraphicFramePr>
        <p:xfrm>
          <a:off x="6266336" y="1709343"/>
          <a:ext cx="5577840" cy="1494933"/>
        </p:xfrm>
        <a:graphic>
          <a:graphicData uri="http://schemas.openxmlformats.org/drawingml/2006/table">
            <a:tbl>
              <a:tblPr/>
              <a:tblGrid>
                <a:gridCol w="1505966">
                  <a:extLst>
                    <a:ext uri="{9D8B030D-6E8A-4147-A177-3AD203B41FA5}">
                      <a16:colId xmlns:a16="http://schemas.microsoft.com/office/drawing/2014/main" val="20000"/>
                    </a:ext>
                  </a:extLst>
                </a:gridCol>
                <a:gridCol w="4071874">
                  <a:extLst>
                    <a:ext uri="{9D8B030D-6E8A-4147-A177-3AD203B41FA5}">
                      <a16:colId xmlns:a16="http://schemas.microsoft.com/office/drawing/2014/main" val="20001"/>
                    </a:ext>
                  </a:extLst>
                </a:gridCol>
              </a:tblGrid>
              <a:tr h="356071">
                <a:tc>
                  <a:txBody>
                    <a:bodyPr/>
                    <a:lstStyle/>
                    <a:p>
                      <a:pPr marL="0" indent="0" algn="ctr">
                        <a:buNone/>
                      </a:pPr>
                      <a:r>
                        <a:rPr lang="en-US" altLang="ja-JP" sz="1400">
                          <a:solidFill>
                            <a:schemeClr val="bg1"/>
                          </a:solidFill>
                          <a:latin typeface="+mn-ea"/>
                          <a:ea typeface="+mn-ea"/>
                          <a:cs typeface="Segoe UI" panose="020B0502040204020203" pitchFamily="34" charset="0"/>
                        </a:rPr>
                        <a:t>CCTV</a:t>
                      </a:r>
                      <a:endParaRPr lang="en-US" sz="1400" b="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buFont typeface="Wingdings" pitchFamily="2" charset="2"/>
                        <a:buNone/>
                      </a:pPr>
                      <a:r>
                        <a:rPr lang="en-US" altLang="ja-JP" sz="1400" err="1">
                          <a:latin typeface="+mn-ea"/>
                          <a:ea typeface="+mn-ea"/>
                          <a:cs typeface="Segoe UI"/>
                        </a:rPr>
                        <a:t>Mobotix</a:t>
                      </a:r>
                      <a:r>
                        <a:rPr lang="en-US" altLang="ja-JP" sz="1400">
                          <a:latin typeface="+mn-ea"/>
                          <a:ea typeface="+mn-ea"/>
                          <a:cs typeface="Segoe UI"/>
                        </a:rPr>
                        <a:t> (</a:t>
                      </a:r>
                      <a:r>
                        <a:rPr lang="ja-TH" altLang="en-US" sz="1400">
                          <a:latin typeface="+mn-ea"/>
                          <a:ea typeface="+mn-ea"/>
                          <a:cs typeface="Segoe UI"/>
                        </a:rPr>
                        <a:t>ドイツ</a:t>
                      </a:r>
                      <a:r>
                        <a:rPr lang="en-US" altLang="ja-JP" sz="1400">
                          <a:latin typeface="+mn-ea"/>
                          <a:ea typeface="+mn-ea"/>
                          <a:cs typeface="Segoe UI"/>
                        </a:rPr>
                        <a:t>), Dahua (</a:t>
                      </a:r>
                      <a:r>
                        <a:rPr lang="ja-JP" altLang="en-US" sz="1400">
                          <a:latin typeface="+mn-ea"/>
                          <a:ea typeface="+mn-ea"/>
                          <a:cs typeface="Segoe UI"/>
                        </a:rPr>
                        <a:t>中国</a:t>
                      </a:r>
                      <a:r>
                        <a:rPr lang="en-US" altLang="ja-JP" sz="1400">
                          <a:latin typeface="+mn-ea"/>
                          <a:ea typeface="+mn-ea"/>
                          <a:cs typeface="Segoe UI"/>
                        </a:rPr>
                        <a: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356071">
                <a:tc>
                  <a:txBody>
                    <a:bodyPr/>
                    <a:lstStyle/>
                    <a:p>
                      <a:pPr marL="0" indent="0" algn="ctr">
                        <a:buNone/>
                      </a:pPr>
                      <a:r>
                        <a:rPr kumimoji="1" lang="ja-JP" altLang="en-US" sz="1400" b="0" i="0" u="none" strike="noStrike" kern="1200">
                          <a:solidFill>
                            <a:schemeClr val="bg1"/>
                          </a:solidFill>
                          <a:effectLst/>
                          <a:latin typeface="+mn-ea"/>
                          <a:ea typeface="+mn-ea"/>
                          <a:cs typeface="+mn-cs"/>
                        </a:rPr>
                        <a:t>入退室管理</a:t>
                      </a:r>
                      <a:endParaRPr lang="en-US" sz="1400" b="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altLang="ja-JP" sz="1400" err="1">
                          <a:latin typeface="+mn-ea"/>
                          <a:ea typeface="+mn-ea"/>
                          <a:cs typeface="Segoe UI"/>
                        </a:rPr>
                        <a:t>EntryPass</a:t>
                      </a:r>
                      <a:r>
                        <a:rPr lang="en-US" altLang="ja-JP" sz="1400">
                          <a:latin typeface="+mn-ea"/>
                          <a:ea typeface="+mn-ea"/>
                          <a:cs typeface="Segoe UI"/>
                        </a:rPr>
                        <a:t> (</a:t>
                      </a:r>
                      <a:r>
                        <a:rPr lang="ja-TH" altLang="en-US" sz="1400">
                          <a:latin typeface="+mn-ea"/>
                          <a:ea typeface="+mn-ea"/>
                          <a:cs typeface="Segoe UI"/>
                        </a:rPr>
                        <a:t>マレーシア</a:t>
                      </a:r>
                      <a:r>
                        <a:rPr lang="en-US" altLang="ja-JP" sz="1400">
                          <a:latin typeface="+mn-ea"/>
                          <a:ea typeface="+mn-ea"/>
                          <a:cs typeface="Segoe UI"/>
                        </a:rPr>
                        <a:t>), </a:t>
                      </a:r>
                      <a:r>
                        <a:rPr lang="en-US" altLang="ja-JP" sz="1400" err="1">
                          <a:latin typeface="+mn-ea"/>
                          <a:ea typeface="+mn-ea"/>
                          <a:cs typeface="Segoe UI"/>
                        </a:rPr>
                        <a:t>Dormakaba</a:t>
                      </a:r>
                      <a:r>
                        <a:rPr lang="en-US" altLang="ja-JP" sz="1400">
                          <a:latin typeface="+mn-ea"/>
                          <a:ea typeface="+mn-ea"/>
                          <a:cs typeface="Segoe UI"/>
                        </a:rPr>
                        <a:t> (</a:t>
                      </a:r>
                      <a:r>
                        <a:rPr lang="ja-JP" altLang="en-US" sz="1400">
                          <a:latin typeface="+mn-ea"/>
                          <a:ea typeface="+mn-ea"/>
                          <a:cs typeface="Segoe UI"/>
                        </a:rPr>
                        <a:t>スイス</a:t>
                      </a:r>
                      <a:r>
                        <a:rPr lang="en-US" altLang="ja-JP" sz="1400">
                          <a:latin typeface="+mn-ea"/>
                          <a:ea typeface="+mn-ea"/>
                          <a:cs typeface="Segoe UI"/>
                        </a:rPr>
                        <a: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356071">
                <a:tc>
                  <a:txBody>
                    <a:bodyPr/>
                    <a:lstStyle/>
                    <a:p>
                      <a:pPr marL="0" indent="0" algn="ctr">
                        <a:buNone/>
                      </a:pPr>
                      <a:r>
                        <a:rPr lang="en-US" sz="1400" b="0" err="1">
                          <a:solidFill>
                            <a:schemeClr val="bg1"/>
                          </a:solidFill>
                          <a:latin typeface="+mn-ea"/>
                          <a:ea typeface="+mn-ea"/>
                          <a:cs typeface="Segoe UI"/>
                        </a:rPr>
                        <a:t>警報システム</a:t>
                      </a:r>
                      <a:endParaRPr lang="en-US" sz="1400" b="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altLang="ja-JP" sz="1400">
                          <a:latin typeface="+mn-ea"/>
                          <a:ea typeface="+mn-ea"/>
                          <a:cs typeface="Segoe UI"/>
                        </a:rPr>
                        <a:t>Paradox (</a:t>
                      </a:r>
                      <a:r>
                        <a:rPr lang="ja-TH" altLang="en-US" sz="1400">
                          <a:latin typeface="+mn-ea"/>
                          <a:ea typeface="+mn-ea"/>
                          <a:cs typeface="Segoe UI"/>
                        </a:rPr>
                        <a:t>カナダ</a:t>
                      </a:r>
                      <a:r>
                        <a:rPr lang="en-US" altLang="ja-JP" sz="1400">
                          <a:latin typeface="+mn-ea"/>
                          <a:ea typeface="+mn-ea"/>
                          <a:cs typeface="Segoe UI"/>
                        </a:rPr>
                        <a:t>), HAS (</a:t>
                      </a:r>
                      <a:r>
                        <a:rPr lang="ja-JP" altLang="en-US" sz="1400">
                          <a:latin typeface="+mn-ea"/>
                          <a:ea typeface="+mn-ea"/>
                          <a:cs typeface="Segoe UI"/>
                        </a:rPr>
                        <a:t>マレーシア</a:t>
                      </a:r>
                      <a:r>
                        <a:rPr lang="en-US" altLang="ja-JP" sz="1400">
                          <a:latin typeface="+mn-ea"/>
                          <a:ea typeface="+mn-ea"/>
                          <a:cs typeface="Segoe UI"/>
                        </a:rPr>
                        <a:t>), Bluguard (</a:t>
                      </a:r>
                      <a:r>
                        <a:rPr lang="ja-TH" altLang="en-US" sz="1400">
                          <a:latin typeface="+mn-ea"/>
                          <a:ea typeface="+mn-ea"/>
                          <a:cs typeface="Segoe UI"/>
                        </a:rPr>
                        <a:t>マレーシア</a:t>
                      </a:r>
                      <a:r>
                        <a:rPr lang="en-US" altLang="ja-JP" sz="1400">
                          <a:latin typeface="+mn-ea"/>
                          <a:ea typeface="+mn-ea"/>
                          <a:cs typeface="Segoe UI"/>
                        </a:rPr>
                        <a: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356071">
                <a:tc>
                  <a:txBody>
                    <a:bodyPr/>
                    <a:lstStyle/>
                    <a:p>
                      <a:pPr marL="0" indent="0" algn="ctr">
                        <a:buNone/>
                      </a:pPr>
                      <a:r>
                        <a:rPr lang="en-US" altLang="ja-JP" sz="1400" err="1">
                          <a:solidFill>
                            <a:schemeClr val="bg1"/>
                          </a:solidFill>
                          <a:latin typeface="+mn-ea"/>
                          <a:ea typeface="+mn-ea"/>
                          <a:cs typeface="Segoe UI"/>
                        </a:rPr>
                        <a:t>駐車場・交通</a:t>
                      </a:r>
                      <a:r>
                        <a:rPr lang="en-US" altLang="ja-JP" sz="1400">
                          <a:solidFill>
                            <a:schemeClr val="bg1"/>
                          </a:solidFill>
                          <a:latin typeface="+mn-ea"/>
                          <a:ea typeface="+mn-ea"/>
                          <a:cs typeface="Segoe UI"/>
                        </a:rPr>
                        <a:t> </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altLang="ja-JP" sz="1400">
                          <a:latin typeface="+mn-ea"/>
                          <a:ea typeface="+mn-ea"/>
                          <a:cs typeface="Segoe UI"/>
                        </a:rPr>
                        <a:t>Axxess (</a:t>
                      </a:r>
                      <a:r>
                        <a:rPr lang="ja-JP" altLang="en-US" sz="1400">
                          <a:latin typeface="+mn-ea"/>
                          <a:ea typeface="+mn-ea"/>
                          <a:cs typeface="Segoe UI"/>
                        </a:rPr>
                        <a:t>アメリカ</a:t>
                      </a:r>
                      <a:r>
                        <a:rPr lang="en-US" altLang="ja-JP" sz="1400">
                          <a:latin typeface="+mn-ea"/>
                          <a:ea typeface="+mn-ea"/>
                          <a:cs typeface="Segoe UI"/>
                        </a:rPr>
                        <a:t>), </a:t>
                      </a:r>
                      <a:r>
                        <a:rPr lang="en-US" altLang="ja-JP" sz="1400" err="1">
                          <a:latin typeface="+mn-ea"/>
                          <a:ea typeface="+mn-ea"/>
                          <a:cs typeface="Segoe UI"/>
                        </a:rPr>
                        <a:t>MaxPark</a:t>
                      </a:r>
                      <a:r>
                        <a:rPr lang="en-US" altLang="ja-JP" sz="1400">
                          <a:latin typeface="+mn-ea"/>
                          <a:ea typeface="+mn-ea"/>
                          <a:cs typeface="Segoe UI"/>
                        </a:rPr>
                        <a:t> (</a:t>
                      </a:r>
                      <a:r>
                        <a:rPr lang="ja-TH" altLang="en-US" sz="1400">
                          <a:latin typeface="+mn-ea"/>
                          <a:ea typeface="+mn-ea"/>
                          <a:cs typeface="Segoe UI"/>
                        </a:rPr>
                        <a:t>マレーシア</a:t>
                      </a:r>
                      <a:r>
                        <a:rPr lang="en-US" altLang="ja-JP" sz="1400">
                          <a:latin typeface="+mn-ea"/>
                          <a:ea typeface="+mn-ea"/>
                          <a:cs typeface="Segoe UI"/>
                        </a:rPr>
                        <a: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pic>
        <p:nvPicPr>
          <p:cNvPr id="19" name="Image 0" descr="preencoded.png">
            <a:extLst>
              <a:ext uri="{FF2B5EF4-FFF2-40B4-BE49-F238E27FC236}">
                <a16:creationId xmlns:a16="http://schemas.microsoft.com/office/drawing/2014/main" id="{73042644-7C09-3FDA-8D10-A90A06537F78}"/>
              </a:ext>
            </a:extLst>
          </p:cNvPr>
          <p:cNvPicPr>
            <a:picLocks noChangeAspect="1"/>
          </p:cNvPicPr>
          <p:nvPr/>
        </p:nvPicPr>
        <p:blipFill>
          <a:blip r:embed="rId9"/>
          <a:stretch>
            <a:fillRect/>
          </a:stretch>
        </p:blipFill>
        <p:spPr>
          <a:xfrm>
            <a:off x="9729216" y="201168"/>
            <a:ext cx="758952" cy="502920"/>
          </a:xfrm>
          <a:prstGeom prst="rect">
            <a:avLst/>
          </a:prstGeom>
        </p:spPr>
      </p:pic>
    </p:spTree>
    <p:extLst>
      <p:ext uri="{BB962C8B-B14F-4D97-AF65-F5344CB8AC3E}">
        <p14:creationId xmlns:p14="http://schemas.microsoft.com/office/powerpoint/2010/main" val="198406664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40. Ions Technologies</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Malaysia-based provider of security and surveillance solutions, specializing in video surveillance and access control systems.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28" name="Table 0"/>
          <p:cNvGraphicFramePr>
            <a:graphicFrameLocks noGrp="1"/>
          </p:cNvGraphicFramePr>
          <p:nvPr>
            <p:extLst>
              <p:ext uri="{D42A27DB-BD31-4B8C-83A1-F6EECF244321}">
                <p14:modId xmlns:p14="http://schemas.microsoft.com/office/powerpoint/2010/main" val="4269649831"/>
              </p:ext>
            </p:extLst>
          </p:nvPr>
        </p:nvGraphicFramePr>
        <p:xfrm>
          <a:off x="338328" y="1691641"/>
          <a:ext cx="5577840" cy="4401186"/>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215443">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Name</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u="sng">
                          <a:solidFill>
                            <a:schemeClr val="tx1"/>
                          </a:solidFill>
                          <a:latin typeface="Segoe UI" panose="020B0502040204020203" pitchFamily="34" charset="0"/>
                          <a:ea typeface="Segoe UI" pitchFamily="34" charset="-122"/>
                          <a:cs typeface="Segoe UI" panose="020B0502040204020203" pitchFamily="34" charset="0"/>
                          <a:hlinkClick r:id="rId4" tooltip="Visit company website">
                            <a:extLst>
                              <a:ext uri="{A12FA001-AC4F-418D-AE19-62706E023703}">
                                <ahyp:hlinkClr xmlns:ahyp="http://schemas.microsoft.com/office/drawing/2018/hyperlinkcolor" val="tx"/>
                              </a:ext>
                            </a:extLst>
                          </a:hlinkClick>
                        </a:rPr>
                        <a:t>Ions Technologies</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215443">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Est. Year</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2004</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215443">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HQ</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Selangor, Malaysia</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646328">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Shareholding</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Segoe UI" charset="0"/>
                          <a:cs typeface="Segoe UI" panose="020B0502040204020203" pitchFamily="34" charset="0"/>
                        </a:rPr>
                        <a:t>Lo Kuan Mun (55%)</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Segoe UI" charset="0"/>
                          <a:cs typeface="Segoe UI" panose="020B0502040204020203" pitchFamily="34" charset="0"/>
                        </a:rPr>
                        <a:t>Loh Li Choo (25%)</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Segoe UI" charset="0"/>
                          <a:cs typeface="Segoe UI" panose="020B0502040204020203" pitchFamily="34" charset="0"/>
                        </a:rPr>
                        <a:t>Ng Kok Yong (20%)</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extLst>
                  <a:ext uri="{0D108BD9-81ED-4DB2-BD59-A6C34878D82A}">
                    <a16:rowId xmlns:a16="http://schemas.microsoft.com/office/drawing/2014/main" val="10003"/>
                  </a:ext>
                </a:extLst>
              </a:tr>
              <a:tr h="646328">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Business</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Distribute and install access control system, video surveillance solutions including AI solutions, security cameras, and body worn cameras</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1077213">
                <a:tc>
                  <a:txBody>
                    <a:bodyPr/>
                    <a:lstStyle/>
                    <a:p>
                      <a:pPr marL="0" indent="0" algn="ctr">
                        <a:buNone/>
                      </a:pPr>
                      <a:r>
                        <a:rPr lang="en-US" sz="1400" b="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Consumer: Watsons, Lotus, Hai-O, Poh Kong, 4 Fingers, </a:t>
                      </a:r>
                      <a:r>
                        <a:rPr lang="en-US" sz="1400" b="0" err="1">
                          <a:latin typeface="Segoe UI" panose="020B0502040204020203" pitchFamily="34" charset="0"/>
                          <a:cs typeface="Segoe UI" panose="020B0502040204020203" pitchFamily="34" charset="0"/>
                        </a:rPr>
                        <a:t>Homepro</a:t>
                      </a:r>
                      <a:endParaRPr lang="en-US" sz="1400" b="0">
                        <a:latin typeface="Segoe UI" panose="020B0502040204020203" pitchFamily="34" charset="0"/>
                        <a:cs typeface="Segoe UI" panose="020B0502040204020203" pitchFamily="34" charset="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Industrial: </a:t>
                      </a:r>
                      <a:r>
                        <a:rPr lang="en-US" sz="1400" b="0" err="1">
                          <a:latin typeface="Segoe UI" panose="020B0502040204020203" pitchFamily="34" charset="0"/>
                          <a:cs typeface="Segoe UI" panose="020B0502040204020203" pitchFamily="34" charset="0"/>
                        </a:rPr>
                        <a:t>Nexperia</a:t>
                      </a:r>
                      <a:r>
                        <a:rPr lang="en-US" sz="1400" b="0">
                          <a:latin typeface="Segoe UI" panose="020B0502040204020203" pitchFamily="34" charset="0"/>
                          <a:cs typeface="Segoe UI" panose="020B0502040204020203" pitchFamily="34" charset="0"/>
                        </a:rPr>
                        <a:t>, DKSH, Basis Bay</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Hospitality: Sunway, Courtyard by Marriott</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Infrastructure: Malaysia Airports</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1384988">
                <a:tc>
                  <a:txBody>
                    <a:bodyPr/>
                    <a:lstStyle/>
                    <a:p>
                      <a:pPr marL="0" indent="0" algn="ctr">
                        <a:buNone/>
                      </a:pPr>
                      <a:r>
                        <a:rPr lang="en-US" sz="1400" b="0">
                          <a:solidFill>
                            <a:schemeClr val="bg1"/>
                          </a:solidFill>
                          <a:latin typeface="Segoe UI" charset="0"/>
                          <a:ea typeface="Segoe UI" charset="0"/>
                          <a:cs typeface="Segoe UI" charset="0"/>
                        </a:rPr>
                        <a:t>Financials (MYR M)</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endParaRPr kumimoji="1" lang="en-US" sz="1400" b="0" kern="1200">
                        <a:solidFill>
                          <a:schemeClr val="tx1"/>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93085927"/>
                  </a:ext>
                </a:extLst>
              </a:tr>
            </a:tbl>
          </a:graphicData>
        </a:graphic>
      </p:graphicFrame>
      <p:graphicFrame>
        <p:nvGraphicFramePr>
          <p:cNvPr id="55" name="Table 1"/>
          <p:cNvGraphicFramePr>
            <a:graphicFrameLocks noGrp="1"/>
          </p:cNvGraphicFramePr>
          <p:nvPr>
            <p:extLst>
              <p:ext uri="{D42A27DB-BD31-4B8C-83A1-F6EECF244321}">
                <p14:modId xmlns:p14="http://schemas.microsoft.com/office/powerpoint/2010/main" val="3326511317"/>
              </p:ext>
            </p:extLst>
          </p:nvPr>
        </p:nvGraphicFramePr>
        <p:xfrm>
          <a:off x="6272784" y="1746503"/>
          <a:ext cx="5577840" cy="4380234"/>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30039">
                <a:tc>
                  <a:txBody>
                    <a:bodyPr/>
                    <a:lstStyle/>
                    <a:p>
                      <a:pPr algn="ctr">
                        <a:buNone/>
                      </a:pPr>
                      <a:r>
                        <a:rPr lang="en-MY" sz="1400">
                          <a:solidFill>
                            <a:schemeClr val="bg1"/>
                          </a:solidFill>
                          <a:latin typeface="Segoe UI" panose="020B0502040204020203" pitchFamily="34" charset="0"/>
                          <a:cs typeface="Segoe UI" panose="020B0502040204020203" pitchFamily="34" charset="0"/>
                        </a:rPr>
                        <a:t>AI Video Analytics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AI Solutions, AI for video surveillance and analytics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30039">
                <a:tc>
                  <a:txBody>
                    <a:bodyPr/>
                    <a:lstStyle/>
                    <a:p>
                      <a:pPr algn="ctr">
                        <a:buNone/>
                      </a:pPr>
                      <a:r>
                        <a:rPr lang="en-MY" sz="1400">
                          <a:solidFill>
                            <a:schemeClr val="bg1"/>
                          </a:solidFill>
                          <a:latin typeface="Segoe UI" panose="020B0502040204020203" pitchFamily="34" charset="0"/>
                          <a:cs typeface="Segoe UI" panose="020B0502040204020203" pitchFamily="34" charset="0"/>
                        </a:rPr>
                        <a:t>High-Resolution CCTV</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Security Cameras, 5MP CCTV for high-resolution monitoring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30039">
                <a:tc>
                  <a:txBody>
                    <a:bodyPr/>
                    <a:lstStyle/>
                    <a:p>
                      <a:pPr algn="ctr">
                        <a:buNone/>
                      </a:pPr>
                      <a:r>
                        <a:rPr lang="en-MY" sz="1400">
                          <a:solidFill>
                            <a:schemeClr val="bg1"/>
                          </a:solidFill>
                          <a:latin typeface="Segoe UI" panose="020B0502040204020203" pitchFamily="34" charset="0"/>
                          <a:cs typeface="Segoe UI" panose="020B0502040204020203" pitchFamily="34" charset="0"/>
                        </a:rPr>
                        <a:t>Biometric Access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Biometrics, fingerprint and facial recognition for secure access control</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30039">
                <a:tc>
                  <a:txBody>
                    <a:bodyPr/>
                    <a:lstStyle/>
                    <a:p>
                      <a:pPr algn="ctr">
                        <a:buNone/>
                      </a:pPr>
                      <a:r>
                        <a:rPr lang="en-MY" sz="1400">
                          <a:solidFill>
                            <a:schemeClr val="bg1"/>
                          </a:solidFill>
                          <a:latin typeface="Segoe UI" panose="020B0502040204020203" pitchFamily="34" charset="0"/>
                          <a:cs typeface="Segoe UI" panose="020B0502040204020203" pitchFamily="34" charset="0"/>
                        </a:rPr>
                        <a:t>Intrusion &amp; Smart Home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Intruder Alarm Systems, Smart Home Solutions, intrusion detection/video verification, IoT home automation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30039">
                <a:tc>
                  <a:txBody>
                    <a:bodyPr/>
                    <a:lstStyle/>
                    <a:p>
                      <a:pPr algn="ctr">
                        <a:buNone/>
                      </a:pPr>
                      <a:r>
                        <a:rPr lang="en-MY" sz="1400">
                          <a:solidFill>
                            <a:schemeClr val="bg1"/>
                          </a:solidFill>
                          <a:latin typeface="Segoe UI" panose="020B0502040204020203" pitchFamily="34" charset="0"/>
                          <a:cs typeface="Segoe UI" panose="020B0502040204020203" pitchFamily="34" charset="0"/>
                        </a:rPr>
                        <a:t>Mobile &amp; Central Monitoring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Body Worn Cameras, Centralized Monitoring Stations, 5MP recording with GPS/night vision, integrated fleet/video monitoring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30039">
                <a:tc>
                  <a:txBody>
                    <a:bodyPr/>
                    <a:lstStyle/>
                    <a:p>
                      <a:pPr algn="ctr">
                        <a:buNone/>
                      </a:pPr>
                      <a:r>
                        <a:rPr lang="en-MY" sz="1400">
                          <a:solidFill>
                            <a:schemeClr val="bg1"/>
                          </a:solidFill>
                          <a:latin typeface="Segoe UI" panose="020B0502040204020203" pitchFamily="34" charset="0"/>
                          <a:cs typeface="Segoe UI" panose="020B0502040204020203" pitchFamily="34" charset="0"/>
                        </a:rPr>
                        <a:t>EV Infrastructure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Electric Vehicle (EV) Charging, charging solutions for energy independence</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47472" y="6138634"/>
            <a:ext cx="11430000" cy="493776"/>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pic>
        <p:nvPicPr>
          <p:cNvPr id="11" name="Picture 10">
            <a:extLst>
              <a:ext uri="{FF2B5EF4-FFF2-40B4-BE49-F238E27FC236}">
                <a16:creationId xmlns:a16="http://schemas.microsoft.com/office/drawing/2014/main" id="{5A0EB6A0-0FF0-3F84-051E-2F23806D9FB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665647" y="207455"/>
            <a:ext cx="1104805" cy="542625"/>
          </a:xfrm>
          <a:prstGeom prst="rect">
            <a:avLst/>
          </a:prstGeom>
        </p:spPr>
      </p:pic>
      <p:graphicFrame>
        <p:nvGraphicFramePr>
          <p:cNvPr id="13" name="Chart 12">
            <a:extLst>
              <a:ext uri="{FF2B5EF4-FFF2-40B4-BE49-F238E27FC236}">
                <a16:creationId xmlns:a16="http://schemas.microsoft.com/office/drawing/2014/main" id="{596B4ED9-59DC-07EC-5BE3-FA2F29D4F753}"/>
              </a:ext>
            </a:extLst>
          </p:cNvPr>
          <p:cNvGraphicFramePr/>
          <p:nvPr>
            <p:extLst>
              <p:ext uri="{D42A27DB-BD31-4B8C-83A1-F6EECF244321}">
                <p14:modId xmlns:p14="http://schemas.microsoft.com/office/powerpoint/2010/main" val="3297262666"/>
              </p:ext>
            </p:extLst>
          </p:nvPr>
        </p:nvGraphicFramePr>
        <p:xfrm>
          <a:off x="1632857" y="4738256"/>
          <a:ext cx="4185339" cy="1336370"/>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41. S1 Security</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Kuala Lumpur-based provider specializing in integrated security solutions and automation products.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MY"/>
          </a:p>
        </p:txBody>
      </p:sp>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29" name="Table 0"/>
          <p:cNvGraphicFramePr>
            <a:graphicFrameLocks noGrp="1"/>
          </p:cNvGraphicFramePr>
          <p:nvPr>
            <p:extLst>
              <p:ext uri="{D42A27DB-BD31-4B8C-83A1-F6EECF244321}">
                <p14:modId xmlns:p14="http://schemas.microsoft.com/office/powerpoint/2010/main" val="288034621"/>
              </p:ext>
            </p:extLst>
          </p:nvPr>
        </p:nvGraphicFramePr>
        <p:xfrm>
          <a:off x="338328" y="1691639"/>
          <a:ext cx="5577840" cy="4401184"/>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651995">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chemeClr val="tx1"/>
                          </a:solidFill>
                          <a:latin typeface="Segoe UI" panose="020B0502040204020203" pitchFamily="34" charset="0"/>
                          <a:ea typeface="Segoe UI" pitchFamily="34" charset="-122"/>
                          <a:cs typeface="Segoe UI" panose="020B0502040204020203" pitchFamily="34" charset="0"/>
                          <a:hlinkClick r:id="rId4" tooltip="Visit company website">
                            <a:extLst>
                              <a:ext uri="{A12FA001-AC4F-418D-AE19-62706E023703}">
                                <ahyp:hlinkClr xmlns:ahyp="http://schemas.microsoft.com/office/drawing/2018/hyperlinkcolor" val="tx"/>
                              </a:ext>
                            </a:extLst>
                          </a:hlinkClick>
                        </a:rPr>
                        <a:t>S1 Security</a:t>
                      </a:r>
                      <a:endParaRPr lang="en-US" sz="14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651995">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anose="020B0502040204020203" pitchFamily="34" charset="0"/>
                          <a:ea typeface="Segoe UI" pitchFamily="34" charset="-122"/>
                          <a:cs typeface="Segoe UI" panose="020B0502040204020203" pitchFamily="34" charset="0"/>
                        </a:rPr>
                        <a:t>2013</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651995">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Location</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anose="020B0502040204020203" pitchFamily="34" charset="0"/>
                          <a:ea typeface="Segoe UI" pitchFamily="34" charset="-122"/>
                          <a:cs typeface="Segoe UI" panose="020B0502040204020203" pitchFamily="34" charset="0"/>
                        </a:rPr>
                        <a:t>HQ: Kuala Lumpur, Malaysia</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anose="020B0502040204020203" pitchFamily="34" charset="0"/>
                          <a:ea typeface="Segoe UI" charset="0"/>
                          <a:cs typeface="Segoe UI" panose="020B0502040204020203" pitchFamily="34" charset="0"/>
                        </a:rPr>
                        <a:t>Branches</a:t>
                      </a:r>
                      <a:r>
                        <a:rPr lang="en-US" sz="1400">
                          <a:solidFill>
                            <a:srgbClr val="000000"/>
                          </a:solidFill>
                          <a:latin typeface="Segoe UI" panose="020B0502040204020203" pitchFamily="34" charset="0"/>
                          <a:ea typeface="Segoe UI" charset="0"/>
                          <a:cs typeface="Segoe UI" panose="020B0502040204020203" pitchFamily="34" charset="0"/>
                        </a:rPr>
                        <a:t>: Port Klang and Seremban Malaysia</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651995">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anose="020B0502040204020203" pitchFamily="34" charset="0"/>
                          <a:ea typeface="Segoe UI" pitchFamily="34" charset="-122"/>
                          <a:cs typeface="Segoe UI" panose="020B0502040204020203" pitchFamily="34" charset="0"/>
                        </a:rPr>
                        <a:t>Provide security solutions including access control systems, CCTV, and burglar alarm systems</a:t>
                      </a:r>
                      <a:endParaRPr kumimoji="1" lang="en-US" sz="1400" kern="1200">
                        <a:solidFill>
                          <a:srgbClr val="000000"/>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651995">
                <a:tc>
                  <a:txBody>
                    <a:bodyPr/>
                    <a:lstStyle/>
                    <a:p>
                      <a:pPr marL="0" indent="0" algn="ctr">
                        <a:buNone/>
                      </a:pPr>
                      <a:r>
                        <a:rPr lang="en-US" sz="1400">
                          <a:solidFill>
                            <a:schemeClr val="bg1"/>
                          </a:solidFill>
                          <a:latin typeface="Segoe UI" charset="0"/>
                          <a:ea typeface="Segoe UI" charset="0"/>
                          <a:cs typeface="Segoe UI" charset="0"/>
                        </a:rPr>
                        <a:t>Principal Partners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anose="020B0502040204020203" pitchFamily="34" charset="0"/>
                          <a:ea typeface="Segoe UI" charset="0"/>
                          <a:cs typeface="Segoe UI" panose="020B0502040204020203" pitchFamily="34" charset="0"/>
                        </a:rPr>
                        <a:t>MAG, Hikvision, </a:t>
                      </a:r>
                      <a:r>
                        <a:rPr kumimoji="1" lang="en-US" sz="1400" kern="1200" err="1">
                          <a:solidFill>
                            <a:srgbClr val="000000"/>
                          </a:solidFill>
                          <a:latin typeface="Segoe UI" panose="020B0502040204020203" pitchFamily="34" charset="0"/>
                          <a:ea typeface="Segoe UI" charset="0"/>
                          <a:cs typeface="Segoe UI" panose="020B0502040204020203" pitchFamily="34" charset="0"/>
                        </a:rPr>
                        <a:t>Soyal</a:t>
                      </a:r>
                      <a:r>
                        <a:rPr kumimoji="1" lang="en-US" sz="1400" kern="1200">
                          <a:solidFill>
                            <a:srgbClr val="000000"/>
                          </a:solidFill>
                          <a:latin typeface="Segoe UI" panose="020B0502040204020203" pitchFamily="34" charset="0"/>
                          <a:ea typeface="Segoe UI" charset="0"/>
                          <a:cs typeface="Segoe UI" panose="020B0502040204020203" pitchFamily="34" charset="0"/>
                        </a:rPr>
                        <a:t>, Paradox</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176550718"/>
                  </a:ext>
                </a:extLst>
              </a:tr>
              <a:tr h="1141209">
                <a:tc>
                  <a:txBody>
                    <a:bodyPr/>
                    <a:lstStyle/>
                    <a:p>
                      <a:pPr marL="0" indent="0" algn="ctr">
                        <a:buNone/>
                      </a:pPr>
                      <a:r>
                        <a:rPr lang="en-US" sz="140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b="0" kern="1200">
                          <a:solidFill>
                            <a:schemeClr val="tx1"/>
                          </a:solidFill>
                          <a:latin typeface="Segoe UI" panose="020B0502040204020203" pitchFamily="34" charset="0"/>
                          <a:ea typeface="+mn-ea"/>
                          <a:cs typeface="Segoe UI" panose="020B0502040204020203" pitchFamily="34" charset="0"/>
                        </a:rPr>
                        <a:t>Industrial: Port Klang, Hyundai Elevator</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b="0" kern="1200">
                          <a:solidFill>
                            <a:schemeClr val="tx1"/>
                          </a:solidFill>
                          <a:latin typeface="Segoe UI" panose="020B0502040204020203" pitchFamily="34" charset="0"/>
                          <a:ea typeface="+mn-ea"/>
                          <a:cs typeface="Segoe UI" panose="020B0502040204020203" pitchFamily="34" charset="0"/>
                        </a:rPr>
                        <a:t>Real Estate &amp; Construction: </a:t>
                      </a:r>
                      <a:r>
                        <a:rPr kumimoji="1" lang="en-MY" sz="1400" b="0" kern="1200" err="1">
                          <a:solidFill>
                            <a:schemeClr val="tx1"/>
                          </a:solidFill>
                          <a:latin typeface="Segoe UI" panose="020B0502040204020203" pitchFamily="34" charset="0"/>
                          <a:ea typeface="+mn-ea"/>
                          <a:cs typeface="Segoe UI" panose="020B0502040204020203" pitchFamily="34" charset="0"/>
                        </a:rPr>
                        <a:t>Hartamas</a:t>
                      </a:r>
                      <a:r>
                        <a:rPr kumimoji="1" lang="en-MY" sz="1400" b="0" kern="1200">
                          <a:solidFill>
                            <a:schemeClr val="tx1"/>
                          </a:solidFill>
                          <a:latin typeface="Segoe UI" panose="020B0502040204020203" pitchFamily="34" charset="0"/>
                          <a:ea typeface="+mn-ea"/>
                          <a:cs typeface="Segoe UI" panose="020B0502040204020203" pitchFamily="34" charset="0"/>
                        </a:rPr>
                        <a:t> Asset Management, Matrix Realty, YTL, Selangor TURF Club, KLGCC</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b="0" kern="1200">
                          <a:solidFill>
                            <a:schemeClr val="tx1"/>
                          </a:solidFill>
                          <a:latin typeface="Segoe UI" panose="020B0502040204020203" pitchFamily="34" charset="0"/>
                          <a:ea typeface="+mn-ea"/>
                          <a:cs typeface="Segoe UI" panose="020B0502040204020203" pitchFamily="34" charset="0"/>
                        </a:rPr>
                        <a:t>Others: JF Technology, </a:t>
                      </a:r>
                      <a:r>
                        <a:rPr kumimoji="1" lang="en-MY" sz="1400" b="0" kern="1200" err="1">
                          <a:solidFill>
                            <a:schemeClr val="tx1"/>
                          </a:solidFill>
                          <a:latin typeface="Segoe UI" panose="020B0502040204020203" pitchFamily="34" charset="0"/>
                          <a:ea typeface="+mn-ea"/>
                          <a:cs typeface="Segoe UI" panose="020B0502040204020203" pitchFamily="34" charset="0"/>
                        </a:rPr>
                        <a:t>Sinchew</a:t>
                      </a:r>
                      <a:endParaRPr kumimoji="1" lang="en-MY" sz="1400" b="0" kern="1200">
                        <a:solidFill>
                          <a:schemeClr val="tx1"/>
                        </a:solidFill>
                        <a:latin typeface="Segoe UI" panose="020B0502040204020203" pitchFamily="34" charset="0"/>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57" name="Table 1"/>
          <p:cNvGraphicFramePr>
            <a:graphicFrameLocks noGrp="1"/>
          </p:cNvGraphicFramePr>
          <p:nvPr>
            <p:extLst>
              <p:ext uri="{D42A27DB-BD31-4B8C-83A1-F6EECF244321}">
                <p14:modId xmlns:p14="http://schemas.microsoft.com/office/powerpoint/2010/main" val="3539035402"/>
              </p:ext>
            </p:extLst>
          </p:nvPr>
        </p:nvGraphicFramePr>
        <p:xfrm>
          <a:off x="6272784" y="1746503"/>
          <a:ext cx="5577840" cy="4363608"/>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7268">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Control</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standalone/TCP-IP/touch panel readers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7268">
                <a:tc>
                  <a:txBody>
                    <a:bodyPr/>
                    <a:lstStyle/>
                    <a:p>
                      <a:pPr algn="ctr">
                        <a:buNone/>
                      </a:pPr>
                      <a:r>
                        <a:rPr lang="en-MY" sz="1400">
                          <a:solidFill>
                            <a:schemeClr val="bg1"/>
                          </a:solidFill>
                          <a:latin typeface="Segoe UI" panose="020B0502040204020203" pitchFamily="34" charset="0"/>
                          <a:cs typeface="Segoe UI" panose="020B0502040204020203" pitchFamily="34" charset="0"/>
                        </a:rPr>
                        <a:t>CCTV &amp; Thermal 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CCTV Systems, 2MP/5MP cameras, PTZ speed dome cameras, thermal surveillance cameras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7268">
                <a:tc>
                  <a:txBody>
                    <a:bodyPr/>
                    <a:lstStyle/>
                    <a:p>
                      <a:pPr algn="ctr">
                        <a:buNone/>
                      </a:pPr>
                      <a:r>
                        <a:rPr lang="en-MY" sz="1400">
                          <a:solidFill>
                            <a:schemeClr val="bg1"/>
                          </a:solidFill>
                          <a:latin typeface="Segoe UI" panose="020B0502040204020203" pitchFamily="34" charset="0"/>
                          <a:cs typeface="Segoe UI" panose="020B0502040204020203" pitchFamily="34" charset="0"/>
                        </a:rPr>
                        <a:t>Intrusion Alarms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Burglar Alarm Systems, wired/wireless alarms, zone expansion modules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7268">
                <a:tc>
                  <a:txBody>
                    <a:bodyPr/>
                    <a:lstStyle/>
                    <a:p>
                      <a:pPr algn="ctr">
                        <a:buNone/>
                      </a:pPr>
                      <a:r>
                        <a:rPr lang="en-MY" sz="1400">
                          <a:solidFill>
                            <a:schemeClr val="bg1"/>
                          </a:solidFill>
                          <a:latin typeface="Segoe UI" panose="020B0502040204020203" pitchFamily="34" charset="0"/>
                          <a:cs typeface="Segoe UI" panose="020B0502040204020203" pitchFamily="34" charset="0"/>
                        </a:rPr>
                        <a:t>Gates &amp; Barriers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Auto Gate Systems, Barrier Gates, sliding/swing gate operators, motorized/manual vehicle barriers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7268">
                <a:tc>
                  <a:txBody>
                    <a:bodyPr/>
                    <a:lstStyle/>
                    <a:p>
                      <a:pPr algn="ctr">
                        <a:buNone/>
                      </a:pPr>
                      <a:r>
                        <a:rPr lang="en-MY" sz="1400">
                          <a:solidFill>
                            <a:schemeClr val="bg1"/>
                          </a:solidFill>
                          <a:latin typeface="Segoe UI" panose="020B0502040204020203" pitchFamily="34" charset="0"/>
                          <a:cs typeface="Segoe UI" panose="020B0502040204020203" pitchFamily="34" charset="0"/>
                        </a:rPr>
                        <a:t>Pedestrian Access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Turnstiles, tripod and full-height turnstiles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7268">
                <a:tc>
                  <a:txBody>
                    <a:bodyPr/>
                    <a:lstStyle/>
                    <a:p>
                      <a:pPr algn="ctr">
                        <a:buNone/>
                      </a:pPr>
                      <a:r>
                        <a:rPr lang="en-MY" sz="1400">
                          <a:solidFill>
                            <a:schemeClr val="bg1"/>
                          </a:solidFill>
                          <a:latin typeface="Segoe UI" panose="020B0502040204020203" pitchFamily="34" charset="0"/>
                          <a:cs typeface="Segoe UI" panose="020B0502040204020203" pitchFamily="34" charset="0"/>
                        </a:rPr>
                        <a:t>Smart &amp; Health Thermal</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Smart Automation, Thermal Cameras, automation for residential/commercial sites, handheld body-temperature thermal cameras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47472" y="6110109"/>
            <a:ext cx="11430000" cy="337255"/>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Note: KLGCC (Kuala Lumpur Golf &amp; Country Club)</a:t>
            </a:r>
            <a:br>
              <a:rPr lang="en-US" sz="1000">
                <a:solidFill>
                  <a:srgbClr val="000000"/>
                </a:solidFill>
                <a:latin typeface="Segoe UI" pitchFamily="34" charset="0"/>
                <a:ea typeface="Segoe UI" pitchFamily="34" charset="-122"/>
                <a:cs typeface="Segoe UI" pitchFamily="34" charset="-120"/>
              </a:rPr>
            </a:b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pic>
        <p:nvPicPr>
          <p:cNvPr id="11" name="Picture 10">
            <a:extLst>
              <a:ext uri="{FF2B5EF4-FFF2-40B4-BE49-F238E27FC236}">
                <a16:creationId xmlns:a16="http://schemas.microsoft.com/office/drawing/2014/main" id="{4E6FEE78-67EA-650C-F332-88D95572D10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1000798" y="162626"/>
            <a:ext cx="597934" cy="58985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F7FB0-4CEC-4F3D-BE4B-85D10BD4E07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5117F4E-9127-AF9D-99CB-D9B3D4F32F08}"/>
              </a:ext>
            </a:extLst>
          </p:cNvPr>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42. CSY Automation and Alarm </a:t>
            </a:r>
            <a:endParaRPr lang="en-US" sz="2400"/>
          </a:p>
          <a:p>
            <a:r>
              <a:rPr lang="en-US" sz="1600">
                <a:latin typeface="Segoe UI" panose="020B0502040204020203" pitchFamily="34" charset="0"/>
                <a:cs typeface="Segoe UI" panose="020B0502040204020203" pitchFamily="34" charset="0"/>
              </a:rPr>
              <a:t>Automation is a security and automation systems integrator and installer</a:t>
            </a:r>
          </a:p>
        </p:txBody>
      </p:sp>
      <p:pic>
        <p:nvPicPr>
          <p:cNvPr id="3" name="Image 0" descr="preencoded.png">
            <a:extLst>
              <a:ext uri="{FF2B5EF4-FFF2-40B4-BE49-F238E27FC236}">
                <a16:creationId xmlns:a16="http://schemas.microsoft.com/office/drawing/2014/main" id="{9239EEF9-2AF2-2BF4-F4EC-2CB659B9FC46}"/>
              </a:ext>
            </a:extLst>
          </p:cNvPr>
          <p:cNvPicPr>
            <a:picLocks noChangeAspect="1"/>
          </p:cNvPicPr>
          <p:nvPr/>
        </p:nvPicPr>
        <p:blipFill>
          <a:blip r:embed="rId3"/>
          <a:stretch>
            <a:fillRect/>
          </a:stretch>
        </p:blipFill>
        <p:spPr>
          <a:xfrm>
            <a:off x="9729216" y="201168"/>
            <a:ext cx="758952" cy="502920"/>
          </a:xfrm>
          <a:prstGeom prst="rect">
            <a:avLst/>
          </a:prstGeom>
        </p:spPr>
      </p:pic>
      <p:sp>
        <p:nvSpPr>
          <p:cNvPr id="4" name="Shape 1">
            <a:extLst>
              <a:ext uri="{FF2B5EF4-FFF2-40B4-BE49-F238E27FC236}">
                <a16:creationId xmlns:a16="http://schemas.microsoft.com/office/drawing/2014/main" id="{B925A758-E171-7820-668E-F41391735927}"/>
              </a:ext>
            </a:extLst>
          </p:cNvPr>
          <p:cNvSpPr/>
          <p:nvPr/>
        </p:nvSpPr>
        <p:spPr>
          <a:xfrm>
            <a:off x="9729216" y="201168"/>
            <a:ext cx="758952" cy="502920"/>
          </a:xfrm>
          <a:prstGeom prst="rect">
            <a:avLst/>
          </a:prstGeom>
          <a:ln w="12700">
            <a:solidFill>
              <a:srgbClr val="000000"/>
            </a:solidFill>
            <a:prstDash val="solid"/>
          </a:ln>
        </p:spPr>
        <p:txBody>
          <a:bodyPr/>
          <a:lstStyle/>
          <a:p>
            <a:endParaRPr lang="en-MY"/>
          </a:p>
        </p:txBody>
      </p:sp>
      <p:sp>
        <p:nvSpPr>
          <p:cNvPr id="6" name="Text 2">
            <a:extLst>
              <a:ext uri="{FF2B5EF4-FFF2-40B4-BE49-F238E27FC236}">
                <a16:creationId xmlns:a16="http://schemas.microsoft.com/office/drawing/2014/main" id="{7DC3A154-3726-8566-84DE-AEF578CD6181}"/>
              </a:ext>
            </a:extLst>
          </p:cNvPr>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a:extLst>
              <a:ext uri="{FF2B5EF4-FFF2-40B4-BE49-F238E27FC236}">
                <a16:creationId xmlns:a16="http://schemas.microsoft.com/office/drawing/2014/main" id="{63A73072-EC0C-8460-D9B1-87E178525AA7}"/>
              </a:ext>
            </a:extLst>
          </p:cNvPr>
          <p:cNvSpPr/>
          <p:nvPr/>
        </p:nvSpPr>
        <p:spPr>
          <a:xfrm>
            <a:off x="338328" y="1636776"/>
            <a:ext cx="5577840" cy="0"/>
          </a:xfrm>
          <a:prstGeom prst="line">
            <a:avLst/>
          </a:prstGeom>
          <a:noFill/>
          <a:ln w="22225">
            <a:solidFill>
              <a:srgbClr val="1F497D"/>
            </a:solidFill>
            <a:prstDash val="solid"/>
          </a:ln>
        </p:spPr>
        <p:txBody>
          <a:bodyPr/>
          <a:lstStyle/>
          <a:p>
            <a:endParaRPr lang="en-MY"/>
          </a:p>
        </p:txBody>
      </p:sp>
      <p:sp>
        <p:nvSpPr>
          <p:cNvPr id="8" name="Text 4">
            <a:extLst>
              <a:ext uri="{FF2B5EF4-FFF2-40B4-BE49-F238E27FC236}">
                <a16:creationId xmlns:a16="http://schemas.microsoft.com/office/drawing/2014/main" id="{9A163BA3-9D6F-89F9-8755-B194D31440BE}"/>
              </a:ext>
            </a:extLst>
          </p:cNvPr>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a:extLst>
              <a:ext uri="{FF2B5EF4-FFF2-40B4-BE49-F238E27FC236}">
                <a16:creationId xmlns:a16="http://schemas.microsoft.com/office/drawing/2014/main" id="{798AC798-76FE-B0E3-E555-6852C79251C8}"/>
              </a:ext>
            </a:extLst>
          </p:cNvPr>
          <p:cNvSpPr/>
          <p:nvPr/>
        </p:nvSpPr>
        <p:spPr>
          <a:xfrm>
            <a:off x="6272784" y="1636776"/>
            <a:ext cx="5577840" cy="0"/>
          </a:xfrm>
          <a:prstGeom prst="line">
            <a:avLst/>
          </a:prstGeom>
          <a:noFill/>
          <a:ln w="22225">
            <a:solidFill>
              <a:srgbClr val="1F497D"/>
            </a:solidFill>
            <a:prstDash val="solid"/>
          </a:ln>
        </p:spPr>
        <p:txBody>
          <a:bodyPr/>
          <a:lstStyle/>
          <a:p>
            <a:endParaRPr lang="en-MY"/>
          </a:p>
        </p:txBody>
      </p:sp>
      <p:graphicFrame>
        <p:nvGraphicFramePr>
          <p:cNvPr id="29" name="Table 0">
            <a:extLst>
              <a:ext uri="{FF2B5EF4-FFF2-40B4-BE49-F238E27FC236}">
                <a16:creationId xmlns:a16="http://schemas.microsoft.com/office/drawing/2014/main" id="{F57B36FB-8A74-7BB9-4350-5DC36E7C87E4}"/>
              </a:ext>
            </a:extLst>
          </p:cNvPr>
          <p:cNvGraphicFramePr>
            <a:graphicFrameLocks noGrp="1"/>
          </p:cNvGraphicFramePr>
          <p:nvPr>
            <p:extLst>
              <p:ext uri="{D42A27DB-BD31-4B8C-83A1-F6EECF244321}">
                <p14:modId xmlns:p14="http://schemas.microsoft.com/office/powerpoint/2010/main" val="283888075"/>
              </p:ext>
            </p:extLst>
          </p:nvPr>
        </p:nvGraphicFramePr>
        <p:xfrm>
          <a:off x="338328" y="1691638"/>
          <a:ext cx="5577840" cy="4401184"/>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69963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400" b="0" i="0" u="none" strike="noStrike">
                          <a:solidFill>
                            <a:schemeClr val="tx1"/>
                          </a:solidFill>
                          <a:effectLst/>
                          <a:latin typeface="Segoe UI" panose="020B0502040204020203" pitchFamily="34" charset="0"/>
                          <a:ea typeface="+mn-ea"/>
                          <a:cs typeface="Segoe UI" panose="020B0502040204020203" pitchFamily="34" charset="0"/>
                          <a:hlinkClick r:id="rId4">
                            <a:extLst>
                              <a:ext uri="{A12FA001-AC4F-418D-AE19-62706E023703}">
                                <ahyp:hlinkClr xmlns:ahyp="http://schemas.microsoft.com/office/drawing/2018/hyperlinkcolor" val="tx"/>
                              </a:ext>
                            </a:extLst>
                          </a:hlinkClick>
                        </a:rPr>
                        <a:t>CSY Automation &amp; Alarm</a:t>
                      </a:r>
                      <a:endParaRPr lang="en-SG" sz="1400" b="0" i="0" u="none" strike="noStrike">
                        <a:solidFill>
                          <a:schemeClr val="tx1"/>
                        </a:solidFill>
                        <a:effectLst/>
                        <a:latin typeface="Segoe UI" panose="020B0502040204020203" pitchFamily="34" charset="0"/>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69963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latin typeface="Segoe UI" panose="020B0502040204020203" pitchFamily="34" charset="0"/>
                          <a:ea typeface="Segoe UI" charset="0"/>
                          <a:cs typeface="Segoe UI" panose="020B0502040204020203" pitchFamily="34" charset="0"/>
                        </a:rPr>
                        <a:t>2015</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69963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Tx/>
                        <a:buNone/>
                        <a:tabLst/>
                        <a:defRPr/>
                      </a:pPr>
                      <a:r>
                        <a:rPr kumimoji="1" lang="en-US" sz="1400" b="0" i="0" kern="1200">
                          <a:solidFill>
                            <a:schemeClr val="tx1"/>
                          </a:solidFill>
                          <a:effectLst/>
                          <a:latin typeface="Segoe UI" panose="020B0502040204020203" pitchFamily="34" charset="0"/>
                          <a:ea typeface="+mn-ea"/>
                          <a:cs typeface="Segoe UI" panose="020B0502040204020203" pitchFamily="34" charset="0"/>
                        </a:rPr>
                        <a:t>Johor, Malaysia</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1602648">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latin typeface="Segoe UI" panose="020B0502040204020203" pitchFamily="34" charset="0"/>
                          <a:cs typeface="Segoe UI" panose="020B0502040204020203" pitchFamily="34" charset="0"/>
                        </a:rPr>
                        <a:t>Design &amp; build automation and security systems</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latin typeface="Segoe UI" panose="020B0502040204020203" pitchFamily="34" charset="0"/>
                          <a:cs typeface="Segoe UI" panose="020B0502040204020203" pitchFamily="34" charset="0"/>
                        </a:rPr>
                        <a:t>System integration for CCTV, alarm, access control &amp; automation</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latin typeface="Segoe UI" panose="020B0502040204020203" pitchFamily="34" charset="0"/>
                          <a:cs typeface="Segoe UI" panose="020B0502040204020203" pitchFamily="34" charset="0"/>
                        </a:rPr>
                        <a:t>Installation, repair, and preventive maintenance</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a:latin typeface="Segoe UI" panose="020B0502040204020203" pitchFamily="34" charset="0"/>
                          <a:cs typeface="Segoe UI" panose="020B0502040204020203" pitchFamily="34" charset="0"/>
                        </a:rPr>
                        <a:t>Retail reselling of security &amp; automation products </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699634">
                <a:tc>
                  <a:txBody>
                    <a:bodyPr/>
                    <a:lstStyle/>
                    <a:p>
                      <a:pPr marL="0" indent="0" algn="ctr">
                        <a:buNone/>
                      </a:pPr>
                      <a:r>
                        <a:rPr lang="en-US" sz="1400">
                          <a:solidFill>
                            <a:schemeClr val="bg1"/>
                          </a:solidFill>
                          <a:latin typeface="Segoe UI" charset="0"/>
                          <a:ea typeface="Segoe UI" charset="0"/>
                          <a:cs typeface="Segoe UI" charset="0"/>
                        </a:rPr>
                        <a:t>Principal Partners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anose="020B0502040204020203" pitchFamily="34" charset="0"/>
                          <a:ea typeface="Segoe UI" charset="0"/>
                          <a:cs typeface="Segoe UI" panose="020B0502040204020203" pitchFamily="34" charset="0"/>
                        </a:rPr>
                        <a:t>Samsung, UNV, Panasonic, Dahua, Hikvision, ZKT Eco, Paradox, </a:t>
                      </a:r>
                      <a:r>
                        <a:rPr kumimoji="1" lang="en-US" sz="1400" kern="1200" err="1">
                          <a:solidFill>
                            <a:srgbClr val="000000"/>
                          </a:solidFill>
                          <a:latin typeface="Segoe UI" panose="020B0502040204020203" pitchFamily="34" charset="0"/>
                          <a:ea typeface="Segoe UI" charset="0"/>
                          <a:cs typeface="Segoe UI" panose="020B0502040204020203" pitchFamily="34" charset="0"/>
                        </a:rPr>
                        <a:t>Soyal</a:t>
                      </a:r>
                      <a:endParaRPr kumimoji="1" lang="en-US" sz="1400" kern="1200">
                        <a:solidFill>
                          <a:srgbClr val="000000"/>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176550718"/>
                  </a:ext>
                </a:extLst>
              </a:tr>
            </a:tbl>
          </a:graphicData>
        </a:graphic>
      </p:graphicFrame>
      <p:graphicFrame>
        <p:nvGraphicFramePr>
          <p:cNvPr id="57" name="Table 1">
            <a:extLst>
              <a:ext uri="{FF2B5EF4-FFF2-40B4-BE49-F238E27FC236}">
                <a16:creationId xmlns:a16="http://schemas.microsoft.com/office/drawing/2014/main" id="{4407DF27-4BD7-E792-5612-C3A75A2A1621}"/>
              </a:ext>
            </a:extLst>
          </p:cNvPr>
          <p:cNvGraphicFramePr>
            <a:graphicFrameLocks noGrp="1"/>
          </p:cNvGraphicFramePr>
          <p:nvPr>
            <p:extLst>
              <p:ext uri="{D42A27DB-BD31-4B8C-83A1-F6EECF244321}">
                <p14:modId xmlns:p14="http://schemas.microsoft.com/office/powerpoint/2010/main" val="1816370342"/>
              </p:ext>
            </p:extLst>
          </p:nvPr>
        </p:nvGraphicFramePr>
        <p:xfrm>
          <a:off x="6272784" y="1746503"/>
          <a:ext cx="5577840" cy="4363605"/>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872721">
                <a:tc>
                  <a:txBody>
                    <a:bodyPr/>
                    <a:lstStyle/>
                    <a:p>
                      <a:pPr marL="0" indent="0" algn="ctr">
                        <a:buNone/>
                      </a:pPr>
                      <a:r>
                        <a:rPr lang="en-US" sz="1400">
                          <a:solidFill>
                            <a:schemeClr val="bg1"/>
                          </a:solidFill>
                          <a:latin typeface="Segoe UI" panose="020B0502040204020203" pitchFamily="34" charset="0"/>
                          <a:cs typeface="Segoe UI" panose="020B0502040204020203" pitchFamily="34" charset="0"/>
                        </a:rPr>
                        <a:t>CCTV &amp; Video Surveillance</a:t>
                      </a:r>
                      <a:endParaRPr lang="en-US" sz="140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latin typeface="Segoe UI" panose="020B0502040204020203" pitchFamily="34" charset="0"/>
                          <a:cs typeface="Segoe UI" panose="020B0502040204020203" pitchFamily="34" charset="0"/>
                        </a:rPr>
                        <a:t>IP/analog monitoring &amp; recording</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872721">
                <a:tc>
                  <a:txBody>
                    <a:bodyPr/>
                    <a:lstStyle/>
                    <a:p>
                      <a:pPr marL="0" indent="0" algn="ctr">
                        <a:buNone/>
                      </a:pPr>
                      <a:r>
                        <a:rPr lang="en-US" sz="1400">
                          <a:solidFill>
                            <a:schemeClr val="bg1"/>
                          </a:solidFill>
                          <a:latin typeface="Segoe UI" panose="020B0502040204020203" pitchFamily="34" charset="0"/>
                          <a:cs typeface="Segoe UI" panose="020B0502040204020203" pitchFamily="34" charset="0"/>
                        </a:rPr>
                        <a:t>Access Control &amp; Alarms</a:t>
                      </a:r>
                      <a:endParaRPr lang="en-US" sz="140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latin typeface="Segoe UI" panose="020B0502040204020203" pitchFamily="34" charset="0"/>
                          <a:cs typeface="Segoe UI" panose="020B0502040204020203" pitchFamily="34" charset="0"/>
                        </a:rPr>
                        <a:t>Card/biometric access, intrusion detection</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872721">
                <a:tc>
                  <a:txBody>
                    <a:bodyPr/>
                    <a:lstStyle/>
                    <a:p>
                      <a:pPr marL="0" indent="0" algn="ctr">
                        <a:buNone/>
                      </a:pPr>
                      <a:r>
                        <a:rPr lang="en-US" sz="1400">
                          <a:solidFill>
                            <a:schemeClr val="bg1"/>
                          </a:solidFill>
                          <a:latin typeface="Segoe UI" panose="020B0502040204020203" pitchFamily="34" charset="0"/>
                          <a:cs typeface="Segoe UI" panose="020B0502040204020203" pitchFamily="34" charset="0"/>
                        </a:rPr>
                        <a:t>Automatic Gates &amp; Barriers</a:t>
                      </a:r>
                      <a:endParaRPr lang="en-US" sz="140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latin typeface="Segoe UI" panose="020B0502040204020203" pitchFamily="34" charset="0"/>
                          <a:cs typeface="Segoe UI" panose="020B0502040204020203" pitchFamily="34" charset="0"/>
                        </a:rPr>
                        <a:t>Gates, turnstiles, parking barriers</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872721">
                <a:tc>
                  <a:txBody>
                    <a:bodyPr/>
                    <a:lstStyle/>
                    <a:p>
                      <a:pPr marL="0" indent="0" algn="ctr">
                        <a:buNone/>
                      </a:pPr>
                      <a:r>
                        <a:rPr lang="en-US" sz="1400">
                          <a:solidFill>
                            <a:schemeClr val="bg1"/>
                          </a:solidFill>
                          <a:latin typeface="Segoe UI" panose="020B0502040204020203" pitchFamily="34" charset="0"/>
                          <a:cs typeface="Segoe UI" panose="020B0502040204020203" pitchFamily="34" charset="0"/>
                        </a:rPr>
                        <a:t>Intercom &amp; PABX</a:t>
                      </a:r>
                      <a:endParaRPr lang="en-US" sz="140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latin typeface="Segoe UI" panose="020B0502040204020203" pitchFamily="34" charset="0"/>
                          <a:cs typeface="Segoe UI" panose="020B0502040204020203" pitchFamily="34" charset="0"/>
                        </a:rPr>
                        <a:t>Video intercoms, business telephony</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872721">
                <a:tc>
                  <a:txBody>
                    <a:bodyPr/>
                    <a:lstStyle/>
                    <a:p>
                      <a:pPr marL="0" indent="0" algn="ctr">
                        <a:buNone/>
                      </a:pPr>
                      <a:r>
                        <a:rPr lang="en-US" sz="1400">
                          <a:solidFill>
                            <a:schemeClr val="bg1"/>
                          </a:solidFill>
                          <a:latin typeface="Segoe UI" panose="020B0502040204020203" pitchFamily="34" charset="0"/>
                          <a:cs typeface="Segoe UI" panose="020B0502040204020203" pitchFamily="34" charset="0"/>
                        </a:rPr>
                        <a:t>Network &amp; Power</a:t>
                      </a:r>
                      <a:endParaRPr lang="en-US" sz="1400">
                        <a:solidFill>
                          <a:schemeClr val="bg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latin typeface="Segoe UI" panose="020B0502040204020203" pitchFamily="34" charset="0"/>
                          <a:cs typeface="Segoe UI" panose="020B0502040204020203" pitchFamily="34" charset="0"/>
                        </a:rPr>
                        <a:t>Structured cabling, UPS &amp; backup power</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2" name="Text 6">
            <a:extLst>
              <a:ext uri="{FF2B5EF4-FFF2-40B4-BE49-F238E27FC236}">
                <a16:creationId xmlns:a16="http://schemas.microsoft.com/office/drawing/2014/main" id="{495D1A4C-EF71-94AA-1324-56A5200537ED}"/>
              </a:ext>
            </a:extLst>
          </p:cNvPr>
          <p:cNvSpPr/>
          <p:nvPr/>
        </p:nvSpPr>
        <p:spPr>
          <a:xfrm>
            <a:off x="347472" y="6110109"/>
            <a:ext cx="11430000" cy="337255"/>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pic>
        <p:nvPicPr>
          <p:cNvPr id="2050" name="Picture 2" descr="Security System Integrator/Installer">
            <a:extLst>
              <a:ext uri="{FF2B5EF4-FFF2-40B4-BE49-F238E27FC236}">
                <a16:creationId xmlns:a16="http://schemas.microsoft.com/office/drawing/2014/main" id="{D85967DA-9485-2769-F7DE-2C347B5CEFA3}"/>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0465554" y="322400"/>
            <a:ext cx="1378974" cy="275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599652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43. ITL Security Solution</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Malaysia-based provider of integrated security solutions for various sectors.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064240" y="109728"/>
            <a:ext cx="640080" cy="64008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0" name="Table 0"/>
          <p:cNvGraphicFramePr>
            <a:graphicFrameLocks noGrp="1"/>
          </p:cNvGraphicFramePr>
          <p:nvPr>
            <p:extLst>
              <p:ext uri="{D42A27DB-BD31-4B8C-83A1-F6EECF244321}">
                <p14:modId xmlns:p14="http://schemas.microsoft.com/office/powerpoint/2010/main" val="1899555964"/>
              </p:ext>
            </p:extLst>
          </p:nvPr>
        </p:nvGraphicFramePr>
        <p:xfrm>
          <a:off x="338328" y="1691639"/>
          <a:ext cx="5577840" cy="4401184"/>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519691">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Name</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u="sng">
                          <a:solidFill>
                            <a:schemeClr val="tx1"/>
                          </a:solidFill>
                          <a:latin typeface="Segoe UI" panose="020B0502040204020203" pitchFamily="34" charset="0"/>
                          <a:ea typeface="Segoe UI" pitchFamily="34" charset="-122"/>
                          <a:cs typeface="Segoe UI" panose="020B0502040204020203" pitchFamily="34" charset="0"/>
                        </a:rPr>
                        <a:t>ITL Security Solution</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519691">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Est. Year</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2012</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519691">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HQ</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Selangor, Malaysia</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74140">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Business</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Distribute and install integrated security solutions including CCTV systems, alarm systems for residential, commercial, and industrial applications</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519691">
                <a:tc>
                  <a:txBody>
                    <a:bodyPr/>
                    <a:lstStyle/>
                    <a:p>
                      <a:pPr marL="0" indent="0" algn="ctr">
                        <a:buNone/>
                      </a:pPr>
                      <a:r>
                        <a:rPr lang="en-US" sz="1400" b="0">
                          <a:solidFill>
                            <a:schemeClr val="bg1"/>
                          </a:solidFill>
                          <a:latin typeface="Segoe UI" charset="0"/>
                          <a:ea typeface="Segoe UI" charset="0"/>
                          <a:cs typeface="Segoe UI" charset="0"/>
                        </a:rPr>
                        <a:t>Principal Partners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a:solidFill>
                            <a:schemeClr val="tx1"/>
                          </a:solidFill>
                          <a:latin typeface="Segoe UI" panose="020B0502040204020203" pitchFamily="34" charset="0"/>
                          <a:ea typeface="Segoe UI" charset="0"/>
                          <a:cs typeface="Segoe UI" panose="020B0502040204020203" pitchFamily="34" charset="0"/>
                        </a:rPr>
                        <a:t>Dahua, Hikvision, Honeywell</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24726090"/>
                  </a:ext>
                </a:extLst>
              </a:tr>
              <a:tr h="1548280">
                <a:tc>
                  <a:txBody>
                    <a:bodyPr/>
                    <a:lstStyle/>
                    <a:p>
                      <a:pPr marL="0" indent="0" algn="ctr">
                        <a:buNone/>
                      </a:pPr>
                      <a:r>
                        <a:rPr lang="en-US" sz="1400" b="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solidFill>
                            <a:schemeClr val="tx1"/>
                          </a:solidFill>
                          <a:latin typeface="Segoe UI" panose="020B0502040204020203" pitchFamily="34" charset="0"/>
                          <a:cs typeface="Segoe UI" panose="020B0502040204020203" pitchFamily="34" charset="0"/>
                        </a:rPr>
                        <a:t>Telecom: Celcom, China Telecom, U Mobile</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solidFill>
                            <a:schemeClr val="tx1"/>
                          </a:solidFill>
                          <a:latin typeface="Segoe UI" panose="020B0502040204020203" pitchFamily="34" charset="0"/>
                          <a:cs typeface="Segoe UI" panose="020B0502040204020203" pitchFamily="34" charset="0"/>
                        </a:rPr>
                        <a:t>Healthcare &amp; Consumer: KPJ Healthcare, Ogawa </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solidFill>
                            <a:schemeClr val="tx1"/>
                          </a:solidFill>
                          <a:latin typeface="Segoe UI" panose="020B0502040204020203" pitchFamily="34" charset="0"/>
                          <a:cs typeface="Segoe UI" panose="020B0502040204020203" pitchFamily="34" charset="0"/>
                        </a:rPr>
                        <a:t>Energy &amp; Industrial: Petronas, Plastic Center Group</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solidFill>
                            <a:schemeClr val="tx1"/>
                          </a:solidFill>
                          <a:latin typeface="Segoe UI" panose="020B0502040204020203" pitchFamily="34" charset="0"/>
                          <a:cs typeface="Segoe UI" panose="020B0502040204020203" pitchFamily="34" charset="0"/>
                        </a:rPr>
                        <a:t>Government: Ministry of Education Malaysia</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solidFill>
                            <a:schemeClr val="tx1"/>
                          </a:solidFill>
                          <a:latin typeface="Segoe UI" panose="020B0502040204020203" pitchFamily="34" charset="0"/>
                          <a:cs typeface="Segoe UI" panose="020B0502040204020203" pitchFamily="34" charset="0"/>
                        </a:rPr>
                        <a:t>Professional Services: PwC</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4112526611"/>
                  </a:ext>
                </a:extLst>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470927939"/>
              </p:ext>
            </p:extLst>
          </p:nvPr>
        </p:nvGraphicFramePr>
        <p:xfrm>
          <a:off x="6272784" y="1746503"/>
          <a:ext cx="5577840" cy="4334256"/>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2376">
                <a:tc>
                  <a:txBody>
                    <a:bodyPr/>
                    <a:lstStyle/>
                    <a:p>
                      <a:pPr algn="ctr">
                        <a:buNone/>
                      </a:pPr>
                      <a:r>
                        <a:rPr lang="en-MY" sz="1400">
                          <a:solidFill>
                            <a:schemeClr val="bg1"/>
                          </a:solidFill>
                          <a:latin typeface="Segoe UI" panose="020B0502040204020203" pitchFamily="34" charset="0"/>
                          <a:cs typeface="Segoe UI" panose="020B0502040204020203" pitchFamily="34" charset="0"/>
                        </a:rPr>
                        <a:t>CCTV 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CCTV Systems, integrated surveillance for residential, commercial, industrial sites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2376">
                <a:tc>
                  <a:txBody>
                    <a:bodyPr/>
                    <a:lstStyle/>
                    <a:p>
                      <a:pPr algn="ctr">
                        <a:buNone/>
                      </a:pPr>
                      <a:r>
                        <a:rPr lang="en-MY" sz="1400">
                          <a:solidFill>
                            <a:schemeClr val="bg1"/>
                          </a:solidFill>
                          <a:latin typeface="Segoe UI" panose="020B0502040204020203" pitchFamily="34" charset="0"/>
                          <a:cs typeface="Segoe UI" panose="020B0502040204020203" pitchFamily="34" charset="0"/>
                        </a:rPr>
                        <a:t>Intrusion Alarms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Alarm Systems, intrusion detection for homes and businesses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2376">
                <a:tc>
                  <a:txBody>
                    <a:bodyPr/>
                    <a:lstStyle/>
                    <a:p>
                      <a:pPr algn="ctr">
                        <a:buNone/>
                      </a:pPr>
                      <a:r>
                        <a:rPr lang="en-MY" sz="1400">
                          <a:solidFill>
                            <a:schemeClr val="bg1"/>
                          </a:solidFill>
                          <a:latin typeface="Segoe UI" panose="020B0502040204020203" pitchFamily="34" charset="0"/>
                          <a:cs typeface="Segoe UI" panose="020B0502040204020203" pitchFamily="34" charset="0"/>
                        </a:rPr>
                        <a:t>Smart Home Security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Smart Home Systems, automated home security and management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2376">
                <a:tc>
                  <a:txBody>
                    <a:bodyPr/>
                    <a:lstStyle/>
                    <a:p>
                      <a:pPr algn="ctr">
                        <a:buNone/>
                      </a:pPr>
                      <a:r>
                        <a:rPr lang="en-MY" sz="1400">
                          <a:solidFill>
                            <a:schemeClr val="bg1"/>
                          </a:solidFill>
                          <a:latin typeface="Segoe UI" panose="020B0502040204020203" pitchFamily="34" charset="0"/>
                          <a:cs typeface="Segoe UI" panose="020B0502040204020203" pitchFamily="34" charset="0"/>
                        </a:rPr>
                        <a:t>Video Intercom</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Video Intercom Systems, two-way communication for security</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2376">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&amp; Parking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Carpark Management Systems, door access/time attendance, parking automation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2376">
                <a:tc>
                  <a:txBody>
                    <a:bodyPr/>
                    <a:lstStyle/>
                    <a:p>
                      <a:pPr algn="ctr">
                        <a:buNone/>
                      </a:pPr>
                      <a:r>
                        <a:rPr lang="en-MY" sz="1400">
                          <a:solidFill>
                            <a:schemeClr val="bg1"/>
                          </a:solidFill>
                          <a:latin typeface="Segoe UI" panose="020B0502040204020203" pitchFamily="34" charset="0"/>
                          <a:cs typeface="Segoe UI" panose="020B0502040204020203" pitchFamily="34" charset="0"/>
                        </a:rPr>
                        <a:t>Network &amp; Central Management</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Networking Solutions, Integrated Security Management Systems, secure connectivity, unified security control</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47472" y="6163056"/>
            <a:ext cx="11430000" cy="493776"/>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44. </a:t>
            </a:r>
            <a:r>
              <a:rPr lang="en-US" sz="2400" err="1">
                <a:solidFill>
                  <a:srgbClr val="000000"/>
                </a:solidFill>
                <a:latin typeface="Segoe UI" pitchFamily="34" charset="0"/>
                <a:ea typeface="Segoe UI" pitchFamily="34" charset="-122"/>
                <a:cs typeface="Segoe UI" pitchFamily="34" charset="-120"/>
              </a:rPr>
              <a:t>Zashtech</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Malaysia-based company specializing in surveillance systems and related installations.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064240" y="109728"/>
            <a:ext cx="640080" cy="64008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0" name="Table 0"/>
          <p:cNvGraphicFramePr>
            <a:graphicFrameLocks noGrp="1"/>
          </p:cNvGraphicFramePr>
          <p:nvPr>
            <p:extLst>
              <p:ext uri="{D42A27DB-BD31-4B8C-83A1-F6EECF244321}">
                <p14:modId xmlns:p14="http://schemas.microsoft.com/office/powerpoint/2010/main" val="407263788"/>
              </p:ext>
            </p:extLst>
          </p:nvPr>
        </p:nvGraphicFramePr>
        <p:xfrm>
          <a:off x="338328" y="1691639"/>
          <a:ext cx="5577840" cy="4390407"/>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248151">
                <a:tc>
                  <a:txBody>
                    <a:bodyPr/>
                    <a:lstStyle/>
                    <a:p>
                      <a:pPr marL="0" indent="0" algn="ctr">
                        <a:buNone/>
                      </a:pPr>
                      <a:r>
                        <a:rPr lang="en-US" sz="1400" b="0">
                          <a:solidFill>
                            <a:srgbClr val="FFFFFF"/>
                          </a:solidFill>
                          <a:latin typeface="Segoe UI" panose="020B0502040204020203" pitchFamily="34" charset="0"/>
                          <a:ea typeface="Segoe UI" pitchFamily="34" charset="-122"/>
                          <a:cs typeface="Segoe UI" panose="020B0502040204020203" pitchFamily="34" charset="0"/>
                        </a:rPr>
                        <a:t>Name</a:t>
                      </a:r>
                      <a:endParaRPr lang="en-US" sz="1400" b="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u="sng">
                          <a:solidFill>
                            <a:schemeClr val="tx1"/>
                          </a:solidFill>
                          <a:latin typeface="Segoe UI" panose="020B0502040204020203" pitchFamily="34" charset="0"/>
                          <a:ea typeface="Segoe UI" pitchFamily="34" charset="-122"/>
                          <a:cs typeface="Segoe UI" panose="020B0502040204020203" pitchFamily="34" charset="0"/>
                          <a:hlinkClick r:id="rId5" tooltip="Visit company website">
                            <a:extLst>
                              <a:ext uri="{A12FA001-AC4F-418D-AE19-62706E023703}">
                                <ahyp:hlinkClr xmlns:ahyp="http://schemas.microsoft.com/office/drawing/2018/hyperlinkcolor" val="tx"/>
                              </a:ext>
                            </a:extLst>
                          </a:hlinkClick>
                        </a:rPr>
                        <a:t>Zashtech</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248151">
                <a:tc>
                  <a:txBody>
                    <a:bodyPr/>
                    <a:lstStyle/>
                    <a:p>
                      <a:pPr marL="0" indent="0" algn="ctr">
                        <a:buNone/>
                      </a:pPr>
                      <a:r>
                        <a:rPr lang="en-US" sz="1400" b="0">
                          <a:solidFill>
                            <a:srgbClr val="FFFFFF"/>
                          </a:solidFill>
                          <a:latin typeface="Segoe UI" panose="020B0502040204020203" pitchFamily="34" charset="0"/>
                          <a:ea typeface="Segoe UI" pitchFamily="34" charset="-122"/>
                          <a:cs typeface="Segoe UI" panose="020B0502040204020203" pitchFamily="34" charset="0"/>
                        </a:rPr>
                        <a:t>Est. Year</a:t>
                      </a:r>
                      <a:endParaRPr lang="en-US" sz="1400" b="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2016</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496303">
                <a:tc>
                  <a:txBody>
                    <a:bodyPr/>
                    <a:lstStyle/>
                    <a:p>
                      <a:pPr marL="0" indent="0" algn="ctr">
                        <a:buNone/>
                      </a:pPr>
                      <a:r>
                        <a:rPr lang="en-US" sz="1400" b="0">
                          <a:solidFill>
                            <a:srgbClr val="FFFFFF"/>
                          </a:solidFill>
                          <a:latin typeface="Segoe UI" panose="020B0502040204020203" pitchFamily="34" charset="0"/>
                          <a:ea typeface="Segoe UI" pitchFamily="34" charset="-122"/>
                          <a:cs typeface="Segoe UI" panose="020B0502040204020203" pitchFamily="34" charset="0"/>
                        </a:rPr>
                        <a:t>HQ</a:t>
                      </a:r>
                      <a:endParaRPr lang="en-US" sz="1400" b="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Selangor, Malaysia (Installation work has nationwide coverage)</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44454">
                <a:tc>
                  <a:txBody>
                    <a:bodyPr/>
                    <a:lstStyle/>
                    <a:p>
                      <a:pPr marL="0" indent="0" algn="ctr">
                        <a:buNone/>
                      </a:pPr>
                      <a:r>
                        <a:rPr lang="en-US" sz="1400" b="0">
                          <a:solidFill>
                            <a:srgbClr val="FFFFFF"/>
                          </a:solidFill>
                          <a:latin typeface="Segoe UI" panose="020B0502040204020203" pitchFamily="34" charset="0"/>
                          <a:ea typeface="Segoe UI" pitchFamily="34" charset="-122"/>
                          <a:cs typeface="Segoe UI" panose="020B0502040204020203" pitchFamily="34" charset="0"/>
                        </a:rPr>
                        <a:t>Business</a:t>
                      </a:r>
                      <a:endParaRPr lang="en-US" sz="1400" b="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Provide surveillance systems including CCTV, access control systems, and alarm systems</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Install PABX phone systems</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44454">
                <a:tc>
                  <a:txBody>
                    <a:bodyPr/>
                    <a:lstStyle/>
                    <a:p>
                      <a:pPr marL="0" indent="0" algn="ctr">
                        <a:buNone/>
                      </a:pPr>
                      <a:r>
                        <a:rPr lang="en-US" sz="1400" b="0">
                          <a:solidFill>
                            <a:srgbClr val="FFFFFF"/>
                          </a:solidFill>
                          <a:latin typeface="Segoe UI" panose="020B0502040204020203" pitchFamily="34" charset="0"/>
                          <a:ea typeface="Segoe UI" charset="0"/>
                          <a:cs typeface="Segoe UI" panose="020B0502040204020203" pitchFamily="34" charset="0"/>
                        </a:rPr>
                        <a:t>Principal Partners</a:t>
                      </a:r>
                      <a:endParaRPr lang="en-US" sz="1400" b="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CCTV: Panasonic, NEC, Dahua, Hikvision</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PABX: Panasonic, NEC, Yeastar, Yealink, LG Ericson</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Intercom: Kocom, Commax</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7"/>
                  </a:ext>
                </a:extLst>
              </a:tr>
              <a:tr h="1908894">
                <a:tc>
                  <a:txBody>
                    <a:bodyPr/>
                    <a:lstStyle/>
                    <a:p>
                      <a:pPr marL="0" indent="0" algn="ctr">
                        <a:buNone/>
                      </a:pPr>
                      <a:r>
                        <a:rPr lang="en-US" sz="1400" b="0">
                          <a:solidFill>
                            <a:schemeClr val="bg1"/>
                          </a:solidFill>
                          <a:latin typeface="Segoe UI" panose="020B0502040204020203" pitchFamily="34" charset="0"/>
                          <a:ea typeface="Segoe UI" charset="0"/>
                          <a:cs typeface="Segoe UI" panose="020B0502040204020203" pitchFamily="34"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Consumer &amp; F&amp;B: KFC, Pizza Hut, Tune Protect, Avenue K, </a:t>
                      </a:r>
                      <a:r>
                        <a:rPr lang="en-US" sz="1400" b="0" err="1">
                          <a:latin typeface="Segoe UI" panose="020B0502040204020203" pitchFamily="34" charset="0"/>
                          <a:cs typeface="Segoe UI" panose="020B0502040204020203" pitchFamily="34" charset="0"/>
                        </a:rPr>
                        <a:t>Maxxan</a:t>
                      </a:r>
                      <a:r>
                        <a:rPr lang="en-US" sz="1400" b="0">
                          <a:latin typeface="Segoe UI" panose="020B0502040204020203" pitchFamily="34" charset="0"/>
                          <a:cs typeface="Segoe UI" panose="020B0502040204020203" pitchFamily="34" charset="0"/>
                        </a:rPr>
                        <a:t> Properties, Frenz Hotel Kuala Lumpur, E&amp;O Residence</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Corporate &amp; Industrial: Raya Airways, TAG Marine Group, </a:t>
                      </a:r>
                      <a:r>
                        <a:rPr lang="en-US" sz="1400" b="0" err="1">
                          <a:latin typeface="Segoe UI" panose="020B0502040204020203" pitchFamily="34" charset="0"/>
                          <a:cs typeface="Segoe UI" panose="020B0502040204020203" pitchFamily="34" charset="0"/>
                        </a:rPr>
                        <a:t>Aerotree</a:t>
                      </a:r>
                      <a:r>
                        <a:rPr lang="en-US" sz="1400" b="0">
                          <a:latin typeface="Segoe UI" panose="020B0502040204020203" pitchFamily="34" charset="0"/>
                          <a:cs typeface="Segoe UI" panose="020B0502040204020203" pitchFamily="34" charset="0"/>
                        </a:rPr>
                        <a:t> Flight Services</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Public &amp; Education: Fairview International School, MARDI Penang, Agency Nuclear Malaysia, Hospital Sultanah Aminah Johor Bahru</a:t>
                      </a:r>
                      <a:endParaRPr lang="en-MY" sz="1400" b="0">
                        <a:solidFill>
                          <a:schemeClr val="tx1"/>
                        </a:solidFill>
                        <a:latin typeface="Segoe UI" panose="020B0502040204020203" pitchFamily="34"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505593374"/>
                  </a:ext>
                </a:extLst>
              </a:tr>
            </a:tbl>
          </a:graphicData>
        </a:graphic>
      </p:graphicFrame>
      <p:sp>
        <p:nvSpPr>
          <p:cNvPr id="12" name="Text 6"/>
          <p:cNvSpPr/>
          <p:nvPr/>
        </p:nvSpPr>
        <p:spPr>
          <a:xfrm>
            <a:off x="347472" y="6082046"/>
            <a:ext cx="11430000" cy="408079"/>
          </a:xfrm>
          <a:prstGeom prst="rect">
            <a:avLst/>
          </a:prstGeom>
          <a:noFill/>
          <a:ln/>
        </p:spPr>
        <p:txBody>
          <a:bodyPr wrap="square" lIns="0" tIns="0" rIns="0" bIns="0" rtlCol="0" anchor="t"/>
          <a:lstStyle/>
          <a:p>
            <a:pPr marL="0" indent="0">
              <a:buNone/>
            </a:pPr>
            <a:r>
              <a:rPr lang="en-US" sz="1000">
                <a:solidFill>
                  <a:srgbClr val="000000"/>
                </a:solidFill>
                <a:latin typeface="Segoe UI" pitchFamily="34" charset="0"/>
                <a:ea typeface="Segoe UI" pitchFamily="34" charset="-122"/>
                <a:cs typeface="Segoe UI" pitchFamily="34" charset="-120"/>
              </a:rPr>
              <a:t>Note: PABX (Private Automatic Branch Exchange), NEC (Nippon Electric Company)</a:t>
            </a:r>
            <a:endParaRPr lang="en-US" sz="1000"/>
          </a:p>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graphicFrame>
        <p:nvGraphicFramePr>
          <p:cNvPr id="13" name="Table 1">
            <a:extLst>
              <a:ext uri="{FF2B5EF4-FFF2-40B4-BE49-F238E27FC236}">
                <a16:creationId xmlns:a16="http://schemas.microsoft.com/office/drawing/2014/main" id="{8D5DE8A4-C19C-1EA6-39A1-94A428F307E2}"/>
              </a:ext>
            </a:extLst>
          </p:cNvPr>
          <p:cNvGraphicFramePr>
            <a:graphicFrameLocks noGrp="1"/>
          </p:cNvGraphicFramePr>
          <p:nvPr>
            <p:extLst>
              <p:ext uri="{D42A27DB-BD31-4B8C-83A1-F6EECF244321}">
                <p14:modId xmlns:p14="http://schemas.microsoft.com/office/powerpoint/2010/main" val="3242645044"/>
              </p:ext>
            </p:extLst>
          </p:nvPr>
        </p:nvGraphicFramePr>
        <p:xfrm>
          <a:off x="6272784" y="1746503"/>
          <a:ext cx="5577840" cy="4335536"/>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1083884">
                <a:tc>
                  <a:txBody>
                    <a:bodyPr/>
                    <a:lstStyle/>
                    <a:p>
                      <a:pPr algn="ctr">
                        <a:buNone/>
                      </a:pPr>
                      <a:r>
                        <a:rPr lang="en-MY" sz="1400">
                          <a:solidFill>
                            <a:schemeClr val="bg1"/>
                          </a:solidFill>
                          <a:latin typeface="Segoe UI" panose="020B0502040204020203" pitchFamily="34" charset="0"/>
                          <a:cs typeface="Segoe UI" panose="020B0502040204020203" pitchFamily="34" charset="0"/>
                        </a:rPr>
                        <a:t>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CCTV Systems, </a:t>
                      </a:r>
                      <a:r>
                        <a:rPr lang="en-MY" sz="1400" err="1">
                          <a:latin typeface="Segoe UI" panose="020B0502040204020203" pitchFamily="34" charset="0"/>
                          <a:cs typeface="Segoe UI" panose="020B0502040204020203" pitchFamily="34" charset="0"/>
                        </a:rPr>
                        <a:t>analog</a:t>
                      </a:r>
                      <a:r>
                        <a:rPr lang="en-MY" sz="1400">
                          <a:latin typeface="Segoe UI" panose="020B0502040204020203" pitchFamily="34" charset="0"/>
                          <a:cs typeface="Segoe UI" panose="020B0502040204020203" pitchFamily="34" charset="0"/>
                        </a:rPr>
                        <a:t> HD CCTV, IP cameras, wireless CCTV for monitoring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1083884">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&amp; Entry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Intercom Systems, </a:t>
                      </a:r>
                      <a:r>
                        <a:rPr lang="en-US" sz="1400" err="1">
                          <a:latin typeface="Segoe UI" panose="020B0502040204020203" pitchFamily="34" charset="0"/>
                          <a:cs typeface="Segoe UI" panose="020B0502040204020203" pitchFamily="34" charset="0"/>
                        </a:rPr>
                        <a:t>Autogate</a:t>
                      </a:r>
                      <a:r>
                        <a:rPr lang="en-US" sz="1400">
                          <a:latin typeface="Segoe UI" panose="020B0502040204020203" pitchFamily="34" charset="0"/>
                          <a:cs typeface="Segoe UI" panose="020B0502040204020203" pitchFamily="34" charset="0"/>
                        </a:rPr>
                        <a:t> Systems, door access, secure communication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1083884">
                <a:tc>
                  <a:txBody>
                    <a:bodyPr/>
                    <a:lstStyle/>
                    <a:p>
                      <a:pPr algn="ctr">
                        <a:buNone/>
                      </a:pPr>
                      <a:r>
                        <a:rPr lang="en-MY" sz="1400">
                          <a:solidFill>
                            <a:schemeClr val="bg1"/>
                          </a:solidFill>
                          <a:latin typeface="Segoe UI" panose="020B0502040204020203" pitchFamily="34" charset="0"/>
                          <a:cs typeface="Segoe UI" panose="020B0502040204020203" pitchFamily="34" charset="0"/>
                        </a:rPr>
                        <a:t>Alarm &amp; Sensors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Alarm Systems, Sensors, motion, smoke, panic, magnetic, vibration monitoring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1083884">
                <a:tc>
                  <a:txBody>
                    <a:bodyPr/>
                    <a:lstStyle/>
                    <a:p>
                      <a:pPr algn="ctr">
                        <a:buNone/>
                      </a:pPr>
                      <a:r>
                        <a:rPr lang="en-MY" sz="1400">
                          <a:solidFill>
                            <a:schemeClr val="bg1"/>
                          </a:solidFill>
                          <a:latin typeface="Segoe UI" panose="020B0502040204020203" pitchFamily="34" charset="0"/>
                          <a:cs typeface="Segoe UI" panose="020B0502040204020203" pitchFamily="34" charset="0"/>
                        </a:rPr>
                        <a:t>Communications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PABX Systems, Communication Solutions, business telephony, IP comms, mobile app, SMS reporting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45. Britec Engineering</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Malaysia-based provider specializing in electronic security solutions and related services.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0839796" y="188976"/>
            <a:ext cx="847898" cy="573024"/>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0" name="Table 0"/>
          <p:cNvGraphicFramePr>
            <a:graphicFrameLocks noGrp="1"/>
          </p:cNvGraphicFramePr>
          <p:nvPr>
            <p:extLst>
              <p:ext uri="{D42A27DB-BD31-4B8C-83A1-F6EECF244321}">
                <p14:modId xmlns:p14="http://schemas.microsoft.com/office/powerpoint/2010/main" val="1916592495"/>
              </p:ext>
            </p:extLst>
          </p:nvPr>
        </p:nvGraphicFramePr>
        <p:xfrm>
          <a:off x="338328" y="1691641"/>
          <a:ext cx="5577840" cy="4415433"/>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451212">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Name</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u="sng">
                          <a:solidFill>
                            <a:schemeClr val="tx1"/>
                          </a:solidFill>
                          <a:latin typeface="Segoe UI" panose="020B0502040204020203" pitchFamily="34" charset="0"/>
                          <a:ea typeface="Segoe UI" pitchFamily="34" charset="-122"/>
                          <a:cs typeface="Segoe UI" panose="020B0502040204020203" pitchFamily="34" charset="0"/>
                          <a:hlinkClick r:id="rId5" tooltip="Visit company website">
                            <a:extLst>
                              <a:ext uri="{A12FA001-AC4F-418D-AE19-62706E023703}">
                                <ahyp:hlinkClr xmlns:ahyp="http://schemas.microsoft.com/office/drawing/2018/hyperlinkcolor" val="tx"/>
                              </a:ext>
                            </a:extLst>
                          </a:hlinkClick>
                        </a:rPr>
                        <a:t>Britec Engineering</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451212">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Est. Year</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2011</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451212">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HQ</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Penang, Malaysia (Installation coverage Central and Northern region of Peninsular Malaysia)</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451212">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Business</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Design, install and maintain electronic security solutions and structured cabling solution </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2610585">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Customers</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Corporates: </a:t>
                      </a:r>
                      <a:r>
                        <a:rPr lang="en-US" sz="1400" b="0">
                          <a:latin typeface="Segoe UI" panose="020B0502040204020203" pitchFamily="34" charset="0"/>
                          <a:cs typeface="Segoe UI" panose="020B0502040204020203" pitchFamily="34" charset="0"/>
                        </a:rPr>
                        <a:t>ASE Penang, Aspen Group Penang, Indah Water </a:t>
                      </a:r>
                      <a:r>
                        <a:rPr lang="en-US" sz="1400" b="0" err="1">
                          <a:latin typeface="Segoe UI" panose="020B0502040204020203" pitchFamily="34" charset="0"/>
                          <a:cs typeface="Segoe UI" panose="020B0502040204020203" pitchFamily="34" charset="0"/>
                        </a:rPr>
                        <a:t>Konsortium</a:t>
                      </a:r>
                      <a:r>
                        <a:rPr lang="en-US" sz="1400" b="0">
                          <a:latin typeface="Segoe UI" panose="020B0502040204020203" pitchFamily="34" charset="0"/>
                          <a:cs typeface="Segoe UI" panose="020B0502040204020203" pitchFamily="34" charset="0"/>
                        </a:rPr>
                        <a:t> Jelutong Plant, Northern Corridor Alor Star Branch, Tashin Steel, </a:t>
                      </a:r>
                      <a:r>
                        <a:rPr lang="en-US" sz="1400" b="0" err="1">
                          <a:latin typeface="Segoe UI" panose="020B0502040204020203" pitchFamily="34" charset="0"/>
                          <a:cs typeface="Segoe UI" panose="020B0502040204020203" pitchFamily="34" charset="0"/>
                        </a:rPr>
                        <a:t>Embatech</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Chain Stores: </a:t>
                      </a:r>
                      <a:r>
                        <a:rPr lang="en-US" sz="1400" b="0">
                          <a:latin typeface="Segoe UI" panose="020B0502040204020203" pitchFamily="34" charset="0"/>
                          <a:cs typeface="Segoe UI" panose="020B0502040204020203" pitchFamily="34" charset="0"/>
                        </a:rPr>
                        <a:t>Digi Store </a:t>
                      </a:r>
                      <a:r>
                        <a:rPr lang="en-US" sz="1400" b="0" err="1">
                          <a:latin typeface="Segoe UI" panose="020B0502040204020203" pitchFamily="34" charset="0"/>
                          <a:cs typeface="Segoe UI" panose="020B0502040204020203" pitchFamily="34" charset="0"/>
                        </a:rPr>
                        <a:t>Queensbay</a:t>
                      </a:r>
                      <a:r>
                        <a:rPr lang="en-US" sz="1400" b="0">
                          <a:latin typeface="Segoe UI" panose="020B0502040204020203" pitchFamily="34" charset="0"/>
                          <a:cs typeface="Segoe UI" panose="020B0502040204020203" pitchFamily="34" charset="0"/>
                        </a:rPr>
                        <a:t> Penang, Häagen-Dazs Ice Cream, Manhattan Fish Market, </a:t>
                      </a:r>
                      <a:r>
                        <a:rPr lang="en-US" sz="1400" b="0" err="1">
                          <a:latin typeface="Segoe UI" panose="020B0502040204020203" pitchFamily="34" charset="0"/>
                          <a:cs typeface="Segoe UI" panose="020B0502040204020203" pitchFamily="34" charset="0"/>
                        </a:rPr>
                        <a:t>OldTown</a:t>
                      </a:r>
                      <a:r>
                        <a:rPr lang="en-US" sz="1400" b="0">
                          <a:latin typeface="Segoe UI" panose="020B0502040204020203" pitchFamily="34" charset="0"/>
                          <a:cs typeface="Segoe UI" panose="020B0502040204020203" pitchFamily="34" charset="0"/>
                        </a:rPr>
                        <a:t> White Coffee (Northern Region), French Connections (UK) – </a:t>
                      </a:r>
                      <a:r>
                        <a:rPr lang="en-US" sz="1400" b="0" err="1">
                          <a:latin typeface="Segoe UI" panose="020B0502040204020203" pitchFamily="34" charset="0"/>
                          <a:cs typeface="Segoe UI" panose="020B0502040204020203" pitchFamily="34" charset="0"/>
                        </a:rPr>
                        <a:t>Queensbay</a:t>
                      </a:r>
                      <a:r>
                        <a:rPr lang="en-US" sz="1400" b="0">
                          <a:latin typeface="Segoe UI" panose="020B0502040204020203" pitchFamily="34" charset="0"/>
                          <a:cs typeface="Segoe UI" panose="020B0502040204020203" pitchFamily="34" charset="0"/>
                        </a:rPr>
                        <a:t> Penang</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Residential: D-Piazza Condominium, Regency Heights Condominium, Desa Mutiara Indah Apartment</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Hospitality: Ecotel Boutique Hotel</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Text 6"/>
          <p:cNvSpPr/>
          <p:nvPr/>
        </p:nvSpPr>
        <p:spPr>
          <a:xfrm>
            <a:off x="347472" y="6171084"/>
            <a:ext cx="11430000" cy="337255"/>
          </a:xfrm>
          <a:prstGeom prst="rect">
            <a:avLst/>
          </a:prstGeom>
          <a:noFill/>
          <a:ln/>
        </p:spPr>
        <p:txBody>
          <a:bodyPr wrap="square" lIns="0" tIns="0" rIns="0" bIns="0" rtlCol="0" anchor="t"/>
          <a:lstStyle/>
          <a:p>
            <a:r>
              <a:rPr lang="en-US" sz="1000">
                <a:latin typeface="Segoe UI" panose="020B0502040204020203" pitchFamily="34" charset="0"/>
                <a:cs typeface="Segoe UI" panose="020B0502040204020203" pitchFamily="34" charset="0"/>
              </a:rPr>
              <a:t>Note: Cat5e (Category 5e), Cat6 (Category 6), Cat6A (Category 6 Augmented), and Cat7 (Category 7) </a:t>
            </a:r>
            <a:br>
              <a:rPr lang="en-US" sz="1000">
                <a:solidFill>
                  <a:srgbClr val="000000"/>
                </a:solidFill>
                <a:latin typeface="Segoe UI" panose="020B0502040204020203" pitchFamily="34" charset="0"/>
                <a:ea typeface="Segoe UI" pitchFamily="34" charset="-122"/>
                <a:cs typeface="Segoe UI" panose="020B0502040204020203" pitchFamily="34" charset="0"/>
              </a:rPr>
            </a:br>
            <a:r>
              <a:rPr lang="en-US" sz="1000">
                <a:solidFill>
                  <a:srgbClr val="000000"/>
                </a:solidFill>
                <a:latin typeface="Segoe UI" panose="020B0502040204020203" pitchFamily="34" charset="0"/>
                <a:ea typeface="Segoe UI" pitchFamily="34" charset="-122"/>
                <a:cs typeface="Segoe UI" panose="020B0502040204020203" pitchFamily="34" charset="0"/>
              </a:rPr>
              <a:t>Source: Company website</a:t>
            </a:r>
            <a:endParaRPr lang="en-US" sz="1000">
              <a:latin typeface="Segoe UI" panose="020B0502040204020203" pitchFamily="34" charset="0"/>
              <a:cs typeface="Segoe UI" panose="020B0502040204020203" pitchFamily="34" charset="0"/>
            </a:endParaRPr>
          </a:p>
        </p:txBody>
      </p:sp>
      <p:graphicFrame>
        <p:nvGraphicFramePr>
          <p:cNvPr id="13" name="Table 1">
            <a:extLst>
              <a:ext uri="{FF2B5EF4-FFF2-40B4-BE49-F238E27FC236}">
                <a16:creationId xmlns:a16="http://schemas.microsoft.com/office/drawing/2014/main" id="{E4F22A4C-9B98-2C18-81EF-AB55D6B76F04}"/>
              </a:ext>
            </a:extLst>
          </p:cNvPr>
          <p:cNvGraphicFramePr>
            <a:graphicFrameLocks noGrp="1"/>
          </p:cNvGraphicFramePr>
          <p:nvPr>
            <p:extLst>
              <p:ext uri="{D42A27DB-BD31-4B8C-83A1-F6EECF244321}">
                <p14:modId xmlns:p14="http://schemas.microsoft.com/office/powerpoint/2010/main" val="1237736870"/>
              </p:ext>
            </p:extLst>
          </p:nvPr>
        </p:nvGraphicFramePr>
        <p:xfrm>
          <a:off x="6272784" y="1746503"/>
          <a:ext cx="5577840" cy="4335536"/>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1083884">
                <a:tc>
                  <a:txBody>
                    <a:bodyPr/>
                    <a:lstStyle/>
                    <a:p>
                      <a:pPr algn="ctr">
                        <a:buNone/>
                      </a:pPr>
                      <a:r>
                        <a:rPr lang="en-MY" sz="1400">
                          <a:solidFill>
                            <a:schemeClr val="bg1"/>
                          </a:solidFill>
                          <a:latin typeface="Segoe UI" panose="020B0502040204020203" pitchFamily="34" charset="0"/>
                          <a:cs typeface="Segoe UI" panose="020B0502040204020203" pitchFamily="34" charset="0"/>
                        </a:rPr>
                        <a:t>Security Systems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CCTV Systems, Alarm Systems, IP/coaxial/hybrid surveillance, wired/wireless burglary alarms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1083884">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&amp; Smart Home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Smart Home Systems, access parking systems, IoT home automation/security</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1083884">
                <a:tc>
                  <a:txBody>
                    <a:bodyPr/>
                    <a:lstStyle/>
                    <a:p>
                      <a:pPr algn="ctr">
                        <a:buNone/>
                      </a:pPr>
                      <a:r>
                        <a:rPr lang="en-MY" sz="1400">
                          <a:solidFill>
                            <a:schemeClr val="bg1"/>
                          </a:solidFill>
                          <a:latin typeface="Segoe UI" panose="020B0502040204020203" pitchFamily="34" charset="0"/>
                          <a:cs typeface="Segoe UI" panose="020B0502040204020203" pitchFamily="34" charset="0"/>
                        </a:rPr>
                        <a:t>Infrastructure Cabling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Structured Cabling Solutions, Fibre Optic Solutions, Cat5e/Cat6/Cat6A/Cat7, fibre splicing, FTTH/GPON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1083884">
                <a:tc>
                  <a:txBody>
                    <a:bodyPr/>
                    <a:lstStyle/>
                    <a:p>
                      <a:pPr algn="ctr">
                        <a:buNone/>
                      </a:pPr>
                      <a:r>
                        <a:rPr lang="en-MY" sz="1400">
                          <a:solidFill>
                            <a:schemeClr val="bg1"/>
                          </a:solidFill>
                          <a:latin typeface="Segoe UI" panose="020B0502040204020203" pitchFamily="34" charset="0"/>
                          <a:cs typeface="Segoe UI" panose="020B0502040204020203" pitchFamily="34" charset="0"/>
                        </a:rPr>
                        <a:t>Data Center &amp; Maintenance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Data Center Solutions, Maintenance Services, data center setup/raised floor, servicing and troubleshooting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932688"/>
            <a:ext cx="12191695" cy="0"/>
          </a:xfrm>
          <a:prstGeom prst="line">
            <a:avLst/>
          </a:prstGeom>
          <a:noFill/>
          <a:ln w="57150">
            <a:solidFill>
              <a:srgbClr val="293F55"/>
            </a:solidFill>
            <a:prstDash val="solid"/>
          </a:ln>
        </p:spPr>
        <p:txBody>
          <a:bodyPr/>
          <a:lstStyle/>
          <a:p>
            <a:endParaRPr lang="en-US"/>
          </a:p>
        </p:txBody>
      </p:sp>
      <p:sp>
        <p:nvSpPr>
          <p:cNvPr id="3" name="Shape 1"/>
          <p:cNvSpPr/>
          <p:nvPr/>
        </p:nvSpPr>
        <p:spPr>
          <a:xfrm>
            <a:off x="0" y="1005840"/>
            <a:ext cx="12191695" cy="0"/>
          </a:xfrm>
          <a:prstGeom prst="line">
            <a:avLst/>
          </a:prstGeom>
          <a:noFill/>
          <a:ln w="28575">
            <a:solidFill>
              <a:srgbClr val="293F55"/>
            </a:solidFill>
            <a:prstDash val="solid"/>
          </a:ln>
        </p:spPr>
        <p:txBody>
          <a:bodyPr/>
          <a:lstStyle/>
          <a:p>
            <a:endParaRPr lang="en-US"/>
          </a:p>
        </p:txBody>
      </p:sp>
      <p:sp>
        <p:nvSpPr>
          <p:cNvPr id="4" name="Shape 2"/>
          <p:cNvSpPr/>
          <p:nvPr/>
        </p:nvSpPr>
        <p:spPr>
          <a:xfrm>
            <a:off x="0" y="6620256"/>
            <a:ext cx="12191695" cy="0"/>
          </a:xfrm>
          <a:prstGeom prst="line">
            <a:avLst/>
          </a:prstGeom>
          <a:noFill/>
          <a:ln w="28575">
            <a:solidFill>
              <a:srgbClr val="293F55"/>
            </a:solidFill>
            <a:prstDash val="solid"/>
          </a:ln>
        </p:spPr>
        <p:txBody>
          <a:bodyPr/>
          <a:lstStyle/>
          <a:p>
            <a:endParaRPr lang="en-US"/>
          </a:p>
        </p:txBody>
      </p:sp>
      <p:sp>
        <p:nvSpPr>
          <p:cNvPr id="5" name="Text 3"/>
          <p:cNvSpPr/>
          <p:nvPr/>
        </p:nvSpPr>
        <p:spPr>
          <a:xfrm>
            <a:off x="347472" y="64008"/>
            <a:ext cx="9028022" cy="822960"/>
          </a:xfrm>
          <a:prstGeom prst="rect">
            <a:avLst/>
          </a:prstGeom>
          <a:noFill/>
          <a:ln/>
        </p:spPr>
        <p:txBody>
          <a:bodyPr wrap="square" lIns="0" tIns="0" rIns="0" bIns="0" rtlCol="0" anchor="b"/>
          <a:lstStyle/>
          <a:p>
            <a:pPr marL="0" indent="0">
              <a:buNone/>
            </a:pPr>
            <a:r>
              <a:rPr lang="en-US" sz="2000">
                <a:solidFill>
                  <a:srgbClr val="000000"/>
                </a:solidFill>
                <a:latin typeface="+mj-ea"/>
                <a:ea typeface="+mj-ea"/>
                <a:cs typeface="Segoe UI" pitchFamily="34" charset="-120"/>
              </a:rPr>
              <a:t>46. </a:t>
            </a:r>
            <a:r>
              <a:rPr lang="en-US" sz="2000" err="1">
                <a:solidFill>
                  <a:srgbClr val="000000"/>
                </a:solidFill>
                <a:latin typeface="+mj-ea"/>
                <a:ea typeface="+mj-ea"/>
                <a:cs typeface="Segoe UI" pitchFamily="34" charset="-120"/>
              </a:rPr>
              <a:t>Installersph</a:t>
            </a:r>
            <a:r>
              <a:rPr lang="en-US" sz="2000">
                <a:solidFill>
                  <a:srgbClr val="000000"/>
                </a:solidFill>
                <a:latin typeface="+mj-ea"/>
                <a:ea typeface="+mj-ea"/>
                <a:cs typeface="Segoe UI" pitchFamily="34" charset="-120"/>
              </a:rPr>
              <a:t> IT Solutions</a:t>
            </a:r>
            <a:endParaRPr lang="en-US" sz="2000">
              <a:latin typeface="+mj-ea"/>
              <a:ea typeface="+mj-ea"/>
            </a:endParaRPr>
          </a:p>
          <a:p>
            <a:r>
              <a:rPr lang="ja-JP" altLang="en-US"/>
              <a:t>フィリピン・セブ島に拠点を置き、企業向けにセキュリティおよびネットワーク技術を提供する</a:t>
            </a:r>
            <a:r>
              <a:rPr lang="en-GB" altLang="ja-JP"/>
              <a:t>IT</a:t>
            </a:r>
            <a:r>
              <a:rPr lang="ja-JP" altLang="en-US"/>
              <a:t>ソリューション企業</a:t>
            </a:r>
          </a:p>
        </p:txBody>
      </p:sp>
      <p:pic>
        <p:nvPicPr>
          <p:cNvPr id="6"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7" name="Shape 4"/>
          <p:cNvSpPr/>
          <p:nvPr/>
        </p:nvSpPr>
        <p:spPr>
          <a:xfrm>
            <a:off x="9729216" y="201168"/>
            <a:ext cx="758952" cy="502920"/>
          </a:xfrm>
          <a:prstGeom prst="rect">
            <a:avLst/>
          </a:prstGeom>
          <a:ln w="12700">
            <a:solidFill>
              <a:srgbClr val="000000"/>
            </a:solidFill>
            <a:prstDash val="solid"/>
          </a:ln>
        </p:spPr>
        <p:txBody>
          <a:bodyPr/>
          <a:lstStyle/>
          <a:p>
            <a:endParaRPr lang="en-US"/>
          </a:p>
        </p:txBody>
      </p:sp>
      <p:pic>
        <p:nvPicPr>
          <p:cNvPr id="8"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064240" y="109728"/>
            <a:ext cx="640080" cy="640080"/>
          </a:xfrm>
          <a:prstGeom prst="rect">
            <a:avLst/>
          </a:prstGeom>
        </p:spPr>
      </p:pic>
      <p:sp>
        <p:nvSpPr>
          <p:cNvPr id="9" name="Text 5"/>
          <p:cNvSpPr/>
          <p:nvPr/>
        </p:nvSpPr>
        <p:spPr>
          <a:xfrm>
            <a:off x="338328" y="1252728"/>
            <a:ext cx="5577840" cy="320040"/>
          </a:xfrm>
          <a:prstGeom prst="rect">
            <a:avLst/>
          </a:prstGeom>
          <a:noFill/>
          <a:ln/>
        </p:spPr>
        <p:txBody>
          <a:bodyPr wrap="square" rtlCol="0" anchor="ctr"/>
          <a:lstStyle/>
          <a:p>
            <a:pPr marL="0" indent="0" algn="ctr">
              <a:buNone/>
            </a:pPr>
            <a:r>
              <a:rPr lang="en-US" sz="1400" err="1">
                <a:solidFill>
                  <a:srgbClr val="000000"/>
                </a:solidFill>
                <a:latin typeface="+mn-ea"/>
                <a:cs typeface="Segoe UI" pitchFamily="34" charset="-120"/>
              </a:rPr>
              <a:t>会社基本情報</a:t>
            </a:r>
            <a:endParaRPr lang="en-US" sz="1400">
              <a:latin typeface="+mn-ea"/>
            </a:endParaRPr>
          </a:p>
        </p:txBody>
      </p:sp>
      <p:sp>
        <p:nvSpPr>
          <p:cNvPr id="10" name="Shape 6"/>
          <p:cNvSpPr/>
          <p:nvPr/>
        </p:nvSpPr>
        <p:spPr>
          <a:xfrm>
            <a:off x="338328" y="1636776"/>
            <a:ext cx="5577840" cy="0"/>
          </a:xfrm>
          <a:prstGeom prst="line">
            <a:avLst/>
          </a:prstGeom>
          <a:noFill/>
          <a:ln w="22225">
            <a:solidFill>
              <a:srgbClr val="1F497D"/>
            </a:solidFill>
            <a:prstDash val="solid"/>
          </a:ln>
        </p:spPr>
        <p:txBody>
          <a:bodyPr/>
          <a:lstStyle/>
          <a:p>
            <a:endParaRPr lang="en-US"/>
          </a:p>
        </p:txBody>
      </p:sp>
      <p:sp>
        <p:nvSpPr>
          <p:cNvPr id="11" name="Text 7"/>
          <p:cNvSpPr/>
          <p:nvPr/>
        </p:nvSpPr>
        <p:spPr>
          <a:xfrm>
            <a:off x="6272784" y="1252728"/>
            <a:ext cx="5577840" cy="320040"/>
          </a:xfrm>
          <a:prstGeom prst="rect">
            <a:avLst/>
          </a:prstGeom>
          <a:noFill/>
          <a:ln/>
        </p:spPr>
        <p:txBody>
          <a:bodyPr wrap="square" rtlCol="0" anchor="ctr"/>
          <a:lstStyle/>
          <a:p>
            <a:pPr marL="0" indent="0" algn="ctr">
              <a:buNone/>
            </a:pPr>
            <a:r>
              <a:rPr lang="ja-JP" altLang="en-US" sz="1400">
                <a:solidFill>
                  <a:srgbClr val="000000"/>
                </a:solidFill>
                <a:latin typeface="+mn-ea"/>
                <a:cs typeface="Segoe UI" pitchFamily="34" charset="-120"/>
              </a:rPr>
              <a:t>サービス</a:t>
            </a:r>
            <a:endParaRPr lang="en-US" sz="1400">
              <a:latin typeface="+mn-ea"/>
            </a:endParaRPr>
          </a:p>
        </p:txBody>
      </p:sp>
      <p:sp>
        <p:nvSpPr>
          <p:cNvPr id="12" name="Shape 8"/>
          <p:cNvSpPr/>
          <p:nvPr/>
        </p:nvSpPr>
        <p:spPr>
          <a:xfrm>
            <a:off x="6272784" y="1636776"/>
            <a:ext cx="5577840" cy="0"/>
          </a:xfrm>
          <a:prstGeom prst="line">
            <a:avLst/>
          </a:prstGeom>
          <a:noFill/>
          <a:ln w="22225">
            <a:solidFill>
              <a:srgbClr val="1F497D"/>
            </a:solidFill>
            <a:prstDash val="solid"/>
          </a:ln>
        </p:spPr>
        <p:txBody>
          <a:bodyPr/>
          <a:lstStyle/>
          <a:p>
            <a:endParaRPr lang="en-US"/>
          </a:p>
        </p:txBody>
      </p:sp>
      <p:graphicFrame>
        <p:nvGraphicFramePr>
          <p:cNvPr id="13" name="Table 0"/>
          <p:cNvGraphicFramePr>
            <a:graphicFrameLocks noGrp="1"/>
          </p:cNvGraphicFramePr>
          <p:nvPr/>
        </p:nvGraphicFramePr>
        <p:xfrm>
          <a:off x="338328" y="1691639"/>
          <a:ext cx="5580000" cy="4401185"/>
        </p:xfrm>
        <a:graphic>
          <a:graphicData uri="http://schemas.openxmlformats.org/drawingml/2006/table">
            <a:tbl>
              <a:tblPr/>
              <a:tblGrid>
                <a:gridCol w="1281600">
                  <a:extLst>
                    <a:ext uri="{9D8B030D-6E8A-4147-A177-3AD203B41FA5}">
                      <a16:colId xmlns:a16="http://schemas.microsoft.com/office/drawing/2014/main" val="20000"/>
                    </a:ext>
                  </a:extLst>
                </a:gridCol>
                <a:gridCol w="4298400">
                  <a:extLst>
                    <a:ext uri="{9D8B030D-6E8A-4147-A177-3AD203B41FA5}">
                      <a16:colId xmlns:a16="http://schemas.microsoft.com/office/drawing/2014/main" val="20001"/>
                    </a:ext>
                  </a:extLst>
                </a:gridCol>
              </a:tblGrid>
              <a:tr h="489020">
                <a:tc>
                  <a:txBody>
                    <a:bodyPr/>
                    <a:lstStyle/>
                    <a:p>
                      <a:pPr marL="0" indent="0" algn="ctr">
                        <a:buNone/>
                      </a:pPr>
                      <a:r>
                        <a:rPr lang="ja-JP" altLang="en-US" sz="1400">
                          <a:solidFill>
                            <a:srgbClr val="FFFFFF"/>
                          </a:solidFill>
                          <a:latin typeface="+mn-ea"/>
                          <a:ea typeface="+mn-ea"/>
                          <a:cs typeface="Segoe UI" pitchFamily="34" charset="-120"/>
                        </a:rPr>
                        <a:t>会社名</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kumimoji="1" lang="en-US" sz="1400" b="0" i="0" u="none" strike="noStrike" kern="1200">
                          <a:solidFill>
                            <a:schemeClr val="tx1"/>
                          </a:solidFill>
                          <a:effectLst/>
                          <a:latin typeface="+mn-ea"/>
                          <a:ea typeface="+mn-ea"/>
                          <a:cs typeface="Segoe UI" panose="020B0502040204020203" pitchFamily="34" charset="0"/>
                          <a:hlinkClick r:id="rId5" tooltip="Visit company website">
                            <a:extLst>
                              <a:ext uri="{A12FA001-AC4F-418D-AE19-62706E023703}">
                                <ahyp:hlinkClr xmlns:ahyp="http://schemas.microsoft.com/office/drawing/2018/hyperlinkcolor" val="tx"/>
                              </a:ext>
                            </a:extLst>
                          </a:hlinkClick>
                        </a:rPr>
                        <a:t>Installersph IT Solutions</a:t>
                      </a:r>
                      <a:endParaRPr kumimoji="1" lang="en-US" sz="1400" b="0" i="0" u="none" strike="noStrike" kern="1200">
                        <a:solidFill>
                          <a:schemeClr val="tx1"/>
                        </a:solidFill>
                        <a:effectLst/>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489020">
                <a:tc>
                  <a:txBody>
                    <a:bodyPr/>
                    <a:lstStyle/>
                    <a:p>
                      <a:pPr marL="0" indent="0" algn="ctr">
                        <a:buNone/>
                      </a:pPr>
                      <a:r>
                        <a:rPr lang="ja-JP" altLang="en-US" sz="1400">
                          <a:solidFill>
                            <a:srgbClr val="FFFFFF"/>
                          </a:solidFill>
                          <a:latin typeface="+mn-ea"/>
                          <a:ea typeface="+mn-ea"/>
                          <a:cs typeface="Segoe UI" pitchFamily="34" charset="-120"/>
                        </a:rPr>
                        <a:t>設立年</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mn-ea"/>
                          <a:ea typeface="+mn-ea"/>
                          <a:cs typeface="Segoe UI" pitchFamily="34" charset="-120"/>
                        </a:rPr>
                        <a:t>2016年</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489020">
                <a:tc>
                  <a:txBody>
                    <a:bodyPr/>
                    <a:lstStyle/>
                    <a:p>
                      <a:pPr marL="0" indent="0" algn="ctr">
                        <a:buNone/>
                      </a:pPr>
                      <a:r>
                        <a:rPr lang="ja-JP" altLang="en-US" sz="1400">
                          <a:solidFill>
                            <a:srgbClr val="FFFFFF"/>
                          </a:solidFill>
                          <a:latin typeface="+mn-ea"/>
                          <a:ea typeface="+mn-ea"/>
                          <a:cs typeface="Segoe UI" pitchFamily="34" charset="-120"/>
                        </a:rPr>
                        <a:t>本社</a:t>
                      </a:r>
                      <a:r>
                        <a:rPr lang="ja-TH" altLang="en-US" sz="1400">
                          <a:solidFill>
                            <a:srgbClr val="FFFFFF"/>
                          </a:solidFill>
                          <a:latin typeface="+mn-ea"/>
                          <a:ea typeface="+mn-ea"/>
                          <a:cs typeface="Segoe UI" pitchFamily="34" charset="-120"/>
                        </a:rPr>
                        <a:t>所在地</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kumimoji="1" lang="ja-JP" altLang="en-US" sz="1400" b="0" i="0" u="none" strike="noStrike" kern="1200">
                          <a:solidFill>
                            <a:schemeClr val="tx1"/>
                          </a:solidFill>
                          <a:effectLst/>
                          <a:latin typeface="+mn-lt"/>
                          <a:ea typeface="+mn-ea"/>
                          <a:cs typeface="+mn-cs"/>
                        </a:rPr>
                        <a:t>フィリピン、セブ州マンダウエ市</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2282097">
                <a:tc>
                  <a:txBody>
                    <a:bodyPr/>
                    <a:lstStyle/>
                    <a:p>
                      <a:pPr marL="0" indent="0" algn="ctr">
                        <a:buNone/>
                      </a:pPr>
                      <a:r>
                        <a:rPr lang="ja-JP" altLang="en-US" sz="1400">
                          <a:solidFill>
                            <a:srgbClr val="FFFFFF"/>
                          </a:solidFill>
                          <a:latin typeface="+mn-ea"/>
                          <a:ea typeface="+mn-ea"/>
                          <a:cs typeface="Segoe UI" pitchFamily="34" charset="-120"/>
                        </a:rPr>
                        <a:t>事業概要</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indent="-216000" algn="l">
                        <a:buFont typeface="Wingdings" panose="05000000000000000000" pitchFamily="2" charset="2"/>
                        <a:buChar char="n"/>
                      </a:pPr>
                      <a:r>
                        <a:rPr lang="en-US" altLang="ja-JP" sz="1400">
                          <a:solidFill>
                            <a:srgbClr val="000000"/>
                          </a:solidFill>
                          <a:latin typeface="+mn-ea"/>
                          <a:ea typeface="+mn-ea"/>
                          <a:cs typeface="Segoe UI" pitchFamily="34" charset="-120"/>
                        </a:rPr>
                        <a:t>CCTV</a:t>
                      </a:r>
                      <a:r>
                        <a:rPr lang="ja-JP" altLang="en-US" sz="1400">
                          <a:solidFill>
                            <a:srgbClr val="000000"/>
                          </a:solidFill>
                          <a:latin typeface="+mn-ea"/>
                          <a:ea typeface="+mn-ea"/>
                          <a:cs typeface="Segoe UI" pitchFamily="34" charset="-120"/>
                        </a:rPr>
                        <a:t>設置、生体認証勤怠管理システム、待ち行列管理システムなどのセキュリティソリューションの提供</a:t>
                      </a:r>
                    </a:p>
                    <a:p>
                      <a:pPr marL="216000" indent="-216000" algn="l">
                        <a:buFont typeface="Wingdings" panose="05000000000000000000" pitchFamily="2" charset="2"/>
                        <a:buChar char="n"/>
                      </a:pPr>
                      <a:r>
                        <a:rPr lang="ja-JP" altLang="en-US" sz="1400">
                          <a:solidFill>
                            <a:srgbClr val="000000"/>
                          </a:solidFill>
                          <a:latin typeface="+mn-ea"/>
                          <a:ea typeface="+mn-ea"/>
                          <a:cs typeface="Segoe UI" pitchFamily="34" charset="-120"/>
                        </a:rPr>
                        <a:t>構造化配線、光ファイバーソリューション、ネットワークアクセスポイントなどの</a:t>
                      </a:r>
                      <a:r>
                        <a:rPr lang="en-US" sz="1400">
                          <a:solidFill>
                            <a:srgbClr val="000000"/>
                          </a:solidFill>
                          <a:latin typeface="+mn-ea"/>
                          <a:ea typeface="+mn-ea"/>
                          <a:cs typeface="Segoe UI" pitchFamily="34" charset="-120"/>
                        </a:rPr>
                        <a:t>IT</a:t>
                      </a:r>
                      <a:r>
                        <a:rPr lang="ja-JP" altLang="en-US" sz="1400">
                          <a:solidFill>
                            <a:srgbClr val="000000"/>
                          </a:solidFill>
                          <a:latin typeface="+mn-ea"/>
                          <a:ea typeface="+mn-ea"/>
                          <a:cs typeface="Segoe UI" pitchFamily="34" charset="-120"/>
                        </a:rPr>
                        <a:t>インフラの</a:t>
                      </a:r>
                      <a:r>
                        <a:rPr kumimoji="1" lang="ja-JP" altLang="en-US" sz="1400" b="0" i="0" u="none" strike="noStrike" kern="1200">
                          <a:solidFill>
                            <a:schemeClr val="tx1"/>
                          </a:solidFill>
                          <a:effectLst/>
                          <a:latin typeface="+mn-lt"/>
                          <a:ea typeface="+mn-ea"/>
                          <a:cs typeface="+mn-cs"/>
                        </a:rPr>
                        <a:t>構築・提供</a:t>
                      </a:r>
                      <a:endParaRPr lang="ja-JP" altLang="en-US" sz="1400">
                        <a:solidFill>
                          <a:srgbClr val="000000"/>
                        </a:solidFill>
                        <a:latin typeface="+mn-ea"/>
                        <a:ea typeface="+mn-ea"/>
                        <a:cs typeface="Segoe UI" pitchFamily="34" charset="-120"/>
                      </a:endParaRPr>
                    </a:p>
                    <a:p>
                      <a:pPr marL="216000" indent="-216000" algn="l">
                        <a:buFont typeface="Wingdings" panose="05000000000000000000" pitchFamily="2" charset="2"/>
                        <a:buChar char="n"/>
                      </a:pPr>
                      <a:r>
                        <a:rPr lang="ja-JP" altLang="en-US" sz="1400">
                          <a:solidFill>
                            <a:srgbClr val="000000"/>
                          </a:solidFill>
                          <a:latin typeface="+mn-ea"/>
                          <a:ea typeface="+mn-ea"/>
                          <a:cs typeface="Segoe UI" pitchFamily="34" charset="-120"/>
                        </a:rPr>
                        <a:t>保守、ソフトウェア開発、技術支援などの</a:t>
                      </a:r>
                      <a:r>
                        <a:rPr lang="en-US" sz="1400">
                          <a:solidFill>
                            <a:srgbClr val="000000"/>
                          </a:solidFill>
                          <a:latin typeface="+mn-ea"/>
                          <a:ea typeface="+mn-ea"/>
                          <a:cs typeface="Segoe UI" pitchFamily="34" charset="-120"/>
                        </a:rPr>
                        <a:t>IT</a:t>
                      </a:r>
                      <a:r>
                        <a:rPr lang="ja-JP" altLang="en-US" sz="1400">
                          <a:solidFill>
                            <a:srgbClr val="000000"/>
                          </a:solidFill>
                          <a:latin typeface="+mn-ea"/>
                          <a:ea typeface="+mn-ea"/>
                          <a:cs typeface="Segoe UI" pitchFamily="34" charset="-120"/>
                        </a:rPr>
                        <a:t>サポートサービスを提供</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652028">
                <a:tc>
                  <a:txBody>
                    <a:bodyPr/>
                    <a:lstStyle/>
                    <a:p>
                      <a:pPr marL="0" indent="0" algn="ctr">
                        <a:buNone/>
                      </a:pPr>
                      <a:r>
                        <a:rPr lang="ja-JP" altLang="en-US" sz="1400">
                          <a:solidFill>
                            <a:srgbClr val="FFFFFF"/>
                          </a:solidFill>
                          <a:latin typeface="+mn-ea"/>
                          <a:ea typeface="+mn-ea"/>
                          <a:cs typeface="Segoe UI" pitchFamily="34" charset="-120"/>
                        </a:rPr>
                        <a:t>事業地域</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ja-JP" altLang="en-US" sz="1400">
                          <a:solidFill>
                            <a:srgbClr val="000000"/>
                          </a:solidFill>
                          <a:latin typeface="+mn-ea"/>
                          <a:ea typeface="+mn-ea"/>
                          <a:cs typeface="Segoe UI" pitchFamily="34" charset="-120"/>
                        </a:rPr>
                        <a:t>主にセブとボホールで展開し、マニラ首都圏へ拡大中</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14" name="Table 1"/>
          <p:cNvGraphicFramePr>
            <a:graphicFrameLocks noGrp="1"/>
          </p:cNvGraphicFramePr>
          <p:nvPr/>
        </p:nvGraphicFramePr>
        <p:xfrm>
          <a:off x="6272784" y="1746503"/>
          <a:ext cx="5580000" cy="1600299"/>
        </p:xfrm>
        <a:graphic>
          <a:graphicData uri="http://schemas.openxmlformats.org/drawingml/2006/table">
            <a:tbl>
              <a:tblPr/>
              <a:tblGrid>
                <a:gridCol w="1512000">
                  <a:extLst>
                    <a:ext uri="{9D8B030D-6E8A-4147-A177-3AD203B41FA5}">
                      <a16:colId xmlns:a16="http://schemas.microsoft.com/office/drawing/2014/main" val="20000"/>
                    </a:ext>
                  </a:extLst>
                </a:gridCol>
                <a:gridCol w="4068000">
                  <a:extLst>
                    <a:ext uri="{9D8B030D-6E8A-4147-A177-3AD203B41FA5}">
                      <a16:colId xmlns:a16="http://schemas.microsoft.com/office/drawing/2014/main" val="20001"/>
                    </a:ext>
                  </a:extLst>
                </a:gridCol>
              </a:tblGrid>
              <a:tr h="533433">
                <a:tc>
                  <a:txBody>
                    <a:bodyPr/>
                    <a:lstStyle/>
                    <a:p>
                      <a:pPr marL="0" indent="0" algn="ctr">
                        <a:buNone/>
                      </a:pPr>
                      <a:r>
                        <a:rPr lang="en-US" sz="1400" err="1">
                          <a:solidFill>
                            <a:srgbClr val="FFFFFF"/>
                          </a:solidFill>
                          <a:latin typeface="+mn-ea"/>
                          <a:ea typeface="+mn-ea"/>
                          <a:cs typeface="Segoe UI" pitchFamily="34" charset="-120"/>
                        </a:rPr>
                        <a:t>セキュリティソリューション</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mn-ea"/>
                          <a:ea typeface="+mn-ea"/>
                          <a:cs typeface="Segoe UI" pitchFamily="34" charset="-120"/>
                        </a:rPr>
                        <a:t>CCTV設置、生体認証勤怠管理、待ち行列管理システム</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533433">
                <a:tc>
                  <a:txBody>
                    <a:bodyPr/>
                    <a:lstStyle/>
                    <a:p>
                      <a:pPr marL="0" indent="0" algn="ctr">
                        <a:buNone/>
                      </a:pPr>
                      <a:r>
                        <a:rPr lang="en-US" sz="1400">
                          <a:solidFill>
                            <a:srgbClr val="FFFFFF"/>
                          </a:solidFill>
                          <a:latin typeface="+mn-ea"/>
                          <a:ea typeface="+mn-ea"/>
                          <a:cs typeface="Segoe UI" pitchFamily="34" charset="-120"/>
                        </a:rPr>
                        <a:t>ITインフラ</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mn-ea"/>
                          <a:ea typeface="+mn-ea"/>
                          <a:cs typeface="Segoe UI" pitchFamily="34" charset="-120"/>
                        </a:rPr>
                        <a:t>構内配線、光ファイバーソリューション、ネットワークアクセスポイント</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533433">
                <a:tc>
                  <a:txBody>
                    <a:bodyPr/>
                    <a:lstStyle/>
                    <a:p>
                      <a:pPr marL="0" indent="0" algn="ctr">
                        <a:buNone/>
                      </a:pPr>
                      <a:r>
                        <a:rPr lang="en-US" sz="1400">
                          <a:solidFill>
                            <a:srgbClr val="FFFFFF"/>
                          </a:solidFill>
                          <a:latin typeface="+mn-ea"/>
                          <a:ea typeface="+mn-ea"/>
                          <a:cs typeface="Segoe UI" pitchFamily="34" charset="-120"/>
                        </a:rPr>
                        <a:t>ITサポート</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err="1">
                          <a:solidFill>
                            <a:srgbClr val="000000"/>
                          </a:solidFill>
                          <a:latin typeface="+mn-ea"/>
                          <a:ea typeface="+mn-ea"/>
                          <a:cs typeface="Segoe UI" pitchFamily="34" charset="-120"/>
                        </a:rPr>
                        <a:t>保守、ソフトウェア開発、技術支援</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5" name="Text 9"/>
          <p:cNvSpPr/>
          <p:nvPr/>
        </p:nvSpPr>
        <p:spPr>
          <a:xfrm>
            <a:off x="347692" y="6085703"/>
            <a:ext cx="11430000" cy="278518"/>
          </a:xfrm>
          <a:prstGeom prst="rect">
            <a:avLst/>
          </a:prstGeom>
          <a:noFill/>
          <a:ln/>
        </p:spPr>
        <p:txBody>
          <a:bodyPr wrap="square" lIns="36000" tIns="0" rIns="36000" bIns="0" rtlCol="0" anchor="ctr"/>
          <a:lstStyle/>
          <a:p>
            <a:pPr marL="0" indent="0">
              <a:buNone/>
            </a:pPr>
            <a:r>
              <a:rPr lang="ja-JP" altLang="en-US" sz="1000">
                <a:solidFill>
                  <a:srgbClr val="000000"/>
                </a:solidFill>
                <a:latin typeface="+mn-ea"/>
                <a:cs typeface="Segoe UI" pitchFamily="34" charset="-120"/>
              </a:rPr>
              <a:t>出典</a:t>
            </a:r>
            <a:r>
              <a:rPr lang="en-US" sz="1000">
                <a:solidFill>
                  <a:srgbClr val="000000"/>
                </a:solidFill>
                <a:latin typeface="+mn-ea"/>
                <a:cs typeface="Segoe UI" pitchFamily="34" charset="-120"/>
              </a:rPr>
              <a:t>: </a:t>
            </a:r>
            <a:r>
              <a:rPr lang="ja-JP" altLang="en-US" sz="1000">
                <a:solidFill>
                  <a:srgbClr val="000000"/>
                </a:solidFill>
                <a:latin typeface="+mn-ea"/>
                <a:cs typeface="Segoe UI" pitchFamily="34" charset="-120"/>
              </a:rPr>
              <a:t>会社ウェブサイト</a:t>
            </a:r>
            <a:endParaRPr lang="en-US" sz="1000">
              <a:latin typeface="+mn-ea"/>
            </a:endParaRPr>
          </a:p>
        </p:txBody>
      </p:sp>
      <p:graphicFrame>
        <p:nvGraphicFramePr>
          <p:cNvPr id="16" name="Table 1">
            <a:extLst>
              <a:ext uri="{FF2B5EF4-FFF2-40B4-BE49-F238E27FC236}">
                <a16:creationId xmlns:a16="http://schemas.microsoft.com/office/drawing/2014/main" id="{16508762-7521-1550-848A-DE38937D6B93}"/>
              </a:ext>
            </a:extLst>
          </p:cNvPr>
          <p:cNvGraphicFramePr>
            <a:graphicFrameLocks noGrp="1"/>
          </p:cNvGraphicFramePr>
          <p:nvPr/>
        </p:nvGraphicFramePr>
        <p:xfrm>
          <a:off x="6279198" y="3964755"/>
          <a:ext cx="5580000" cy="2121783"/>
        </p:xfrm>
        <a:graphic>
          <a:graphicData uri="http://schemas.openxmlformats.org/drawingml/2006/table">
            <a:tbl>
              <a:tblPr/>
              <a:tblGrid>
                <a:gridCol w="1512000">
                  <a:extLst>
                    <a:ext uri="{9D8B030D-6E8A-4147-A177-3AD203B41FA5}">
                      <a16:colId xmlns:a16="http://schemas.microsoft.com/office/drawing/2014/main" val="20000"/>
                    </a:ext>
                  </a:extLst>
                </a:gridCol>
                <a:gridCol w="4068000">
                  <a:extLst>
                    <a:ext uri="{9D8B030D-6E8A-4147-A177-3AD203B41FA5}">
                      <a16:colId xmlns:a16="http://schemas.microsoft.com/office/drawing/2014/main" val="20001"/>
                    </a:ext>
                  </a:extLst>
                </a:gridCol>
              </a:tblGrid>
              <a:tr h="842458">
                <a:tc>
                  <a:txBody>
                    <a:bodyPr/>
                    <a:lstStyle/>
                    <a:p>
                      <a:pPr marL="0" indent="0" algn="ctr">
                        <a:buNone/>
                      </a:pPr>
                      <a:r>
                        <a:rPr lang="en-US" sz="1400" err="1">
                          <a:solidFill>
                            <a:schemeClr val="bg1"/>
                          </a:solidFill>
                          <a:latin typeface="+mn-ea"/>
                          <a:ea typeface="+mn-ea"/>
                          <a:cs typeface="Segoe UI" charset="0"/>
                        </a:rPr>
                        <a:t>Monterrazas</a:t>
                      </a:r>
                      <a:r>
                        <a:rPr lang="en-US" sz="1400">
                          <a:solidFill>
                            <a:schemeClr val="bg1"/>
                          </a:solidFill>
                          <a:latin typeface="+mn-ea"/>
                          <a:ea typeface="+mn-ea"/>
                          <a:cs typeface="Segoe UI" charset="0"/>
                        </a:rPr>
                        <a:t> Prime Residence (2022年)</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Font typeface="Wingdings" panose="05000000000000000000" pitchFamily="2" charset="2"/>
                        <a:buNone/>
                      </a:pPr>
                      <a:r>
                        <a:rPr lang="en-US" sz="1400">
                          <a:latin typeface="+mn-ea"/>
                          <a:ea typeface="+mn-ea"/>
                          <a:cs typeface="Segoe UI" charset="0"/>
                        </a:rPr>
                        <a:t>8チャンネル・5MPのIPカメラCCTVシステムを導入、集中監視およびリモートアクセス対応</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639245">
                <a:tc>
                  <a:txBody>
                    <a:bodyPr/>
                    <a:lstStyle/>
                    <a:p>
                      <a:pPr marL="0" indent="0" algn="ctr">
                        <a:buNone/>
                      </a:pPr>
                      <a:r>
                        <a:rPr lang="en-US" sz="1400" err="1">
                          <a:solidFill>
                            <a:schemeClr val="bg1"/>
                          </a:solidFill>
                          <a:latin typeface="+mn-ea"/>
                          <a:ea typeface="+mn-ea"/>
                          <a:cs typeface="Segoe UI" charset="0"/>
                        </a:rPr>
                        <a:t>Mandalagan</a:t>
                      </a:r>
                      <a:r>
                        <a:rPr lang="en-US" sz="1400">
                          <a:solidFill>
                            <a:schemeClr val="bg1"/>
                          </a:solidFill>
                          <a:latin typeface="+mn-ea"/>
                          <a:ea typeface="+mn-ea"/>
                          <a:cs typeface="Segoe UI" charset="0"/>
                        </a:rPr>
                        <a:t> Commodities (2024年)</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Font typeface="Wingdings" panose="05000000000000000000" pitchFamily="2" charset="2"/>
                        <a:buNone/>
                      </a:pPr>
                      <a:r>
                        <a:rPr lang="en-US" sz="1400">
                          <a:latin typeface="+mn-ea"/>
                          <a:ea typeface="+mn-ea"/>
                          <a:cs typeface="Segoe UI" charset="0"/>
                        </a:rPr>
                        <a:t>16チャンネルCCTVシステムの導入</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639245">
                <a:tc>
                  <a:txBody>
                    <a:bodyPr/>
                    <a:lstStyle/>
                    <a:p>
                      <a:pPr marL="0" indent="0" algn="ctr">
                        <a:buNone/>
                      </a:pPr>
                      <a:r>
                        <a:rPr lang="en-US" sz="1400">
                          <a:solidFill>
                            <a:schemeClr val="bg1"/>
                          </a:solidFill>
                          <a:latin typeface="+mn-ea"/>
                          <a:ea typeface="+mn-ea"/>
                          <a:cs typeface="Segoe UI" charset="0"/>
                        </a:rPr>
                        <a:t>Asian Grains (2024年)</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Font typeface="Wingdings" panose="05000000000000000000" pitchFamily="2" charset="2"/>
                        <a:buNone/>
                      </a:pPr>
                      <a:r>
                        <a:rPr lang="en-US" sz="1400">
                          <a:latin typeface="+mn-ea"/>
                          <a:ea typeface="+mn-ea"/>
                          <a:cs typeface="Segoe UI" charset="0"/>
                        </a:rPr>
                        <a:t>32チャンネル・4MPのCCTV監視システムの導入</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grpSp>
        <p:nvGrpSpPr>
          <p:cNvPr id="17" name="Group 16">
            <a:extLst>
              <a:ext uri="{FF2B5EF4-FFF2-40B4-BE49-F238E27FC236}">
                <a16:creationId xmlns:a16="http://schemas.microsoft.com/office/drawing/2014/main" id="{3EC68185-43F2-E673-68C8-C91376DBDDAA}"/>
              </a:ext>
            </a:extLst>
          </p:cNvPr>
          <p:cNvGrpSpPr/>
          <p:nvPr/>
        </p:nvGrpSpPr>
        <p:grpSpPr>
          <a:xfrm>
            <a:off x="6272784" y="3519114"/>
            <a:ext cx="5577840" cy="384048"/>
            <a:chOff x="6272784" y="1252728"/>
            <a:chExt cx="5577840" cy="384048"/>
          </a:xfrm>
        </p:grpSpPr>
        <p:sp>
          <p:nvSpPr>
            <p:cNvPr id="18" name="Text 7">
              <a:extLst>
                <a:ext uri="{FF2B5EF4-FFF2-40B4-BE49-F238E27FC236}">
                  <a16:creationId xmlns:a16="http://schemas.microsoft.com/office/drawing/2014/main" id="{0E80CA69-EC3C-A558-769D-F3228EFC5F21}"/>
                </a:ext>
              </a:extLst>
            </p:cNvPr>
            <p:cNvSpPr/>
            <p:nvPr/>
          </p:nvSpPr>
          <p:spPr>
            <a:xfrm>
              <a:off x="6272784" y="1252728"/>
              <a:ext cx="5577840" cy="320040"/>
            </a:xfrm>
            <a:prstGeom prst="rect">
              <a:avLst/>
            </a:prstGeom>
            <a:noFill/>
            <a:ln/>
          </p:spPr>
          <p:txBody>
            <a:bodyPr wrap="square" rtlCol="0" anchor="ctr"/>
            <a:lstStyle/>
            <a:p>
              <a:pPr marL="0" indent="0" algn="ctr">
                <a:buNone/>
              </a:pPr>
              <a:r>
                <a:rPr lang="ja-JP" altLang="en-US" sz="1400">
                  <a:solidFill>
                    <a:srgbClr val="000000"/>
                  </a:solidFill>
                  <a:latin typeface="+mn-ea"/>
                  <a:cs typeface="Segoe UI" pitchFamily="34" charset="-120"/>
                </a:rPr>
                <a:t>プロジェクト実績</a:t>
              </a:r>
              <a:endParaRPr lang="en-US" sz="1400">
                <a:latin typeface="+mn-ea"/>
              </a:endParaRPr>
            </a:p>
          </p:txBody>
        </p:sp>
        <p:sp>
          <p:nvSpPr>
            <p:cNvPr id="19" name="Shape 8">
              <a:extLst>
                <a:ext uri="{FF2B5EF4-FFF2-40B4-BE49-F238E27FC236}">
                  <a16:creationId xmlns:a16="http://schemas.microsoft.com/office/drawing/2014/main" id="{94BA14F0-53D7-19B3-94F6-21E43F4230AC}"/>
                </a:ext>
              </a:extLst>
            </p:cNvPr>
            <p:cNvSpPr/>
            <p:nvPr/>
          </p:nvSpPr>
          <p:spPr>
            <a:xfrm>
              <a:off x="6272784" y="1636776"/>
              <a:ext cx="5577840" cy="0"/>
            </a:xfrm>
            <a:prstGeom prst="line">
              <a:avLst/>
            </a:prstGeom>
            <a:noFill/>
            <a:ln w="22225">
              <a:solidFill>
                <a:srgbClr val="1F497D"/>
              </a:solidFill>
              <a:prstDash val="solid"/>
            </a:ln>
          </p:spPr>
          <p:txBody>
            <a:bodyPr/>
            <a:lstStyle/>
            <a:p>
              <a:endParaRPr lang="en-US">
                <a:latin typeface="+mn-ea"/>
              </a:endParaRPr>
            </a:p>
          </p:txBody>
        </p:sp>
      </p:gr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47. Advance Monitoring And Security Systems</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Bohol-based company specializing in security alarm systems and video surveillance solutions.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0" name="Table 0"/>
          <p:cNvGraphicFramePr>
            <a:graphicFrameLocks noGrp="1"/>
          </p:cNvGraphicFramePr>
          <p:nvPr>
            <p:extLst>
              <p:ext uri="{D42A27DB-BD31-4B8C-83A1-F6EECF244321}">
                <p14:modId xmlns:p14="http://schemas.microsoft.com/office/powerpoint/2010/main" val="992820951"/>
              </p:ext>
            </p:extLst>
          </p:nvPr>
        </p:nvGraphicFramePr>
        <p:xfrm>
          <a:off x="338328" y="1691639"/>
          <a:ext cx="5577840" cy="4401185"/>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244510">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Name</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u="sng">
                          <a:solidFill>
                            <a:schemeClr val="tx1"/>
                          </a:solidFill>
                          <a:latin typeface="Segoe UI" panose="020B0502040204020203" pitchFamily="34" charset="0"/>
                          <a:ea typeface="Segoe UI" pitchFamily="34" charset="-122"/>
                          <a:cs typeface="Segoe UI" panose="020B0502040204020203" pitchFamily="34" charset="0"/>
                          <a:hlinkClick r:id="rId4" tooltip="Visit company website">
                            <a:extLst>
                              <a:ext uri="{A12FA001-AC4F-418D-AE19-62706E023703}">
                                <ahyp:hlinkClr xmlns:ahyp="http://schemas.microsoft.com/office/drawing/2018/hyperlinkcolor" val="tx"/>
                              </a:ext>
                            </a:extLst>
                          </a:hlinkClick>
                        </a:rPr>
                        <a:t>Advance Monitoring And Security Systems</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244510">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Est. Year</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b="0">
                          <a:solidFill>
                            <a:schemeClr val="tx1"/>
                          </a:solidFill>
                          <a:latin typeface="Segoe UI" panose="020B0502040204020203" pitchFamily="34" charset="0"/>
                          <a:ea typeface="Segoe UI" pitchFamily="34" charset="-122"/>
                          <a:cs typeface="Segoe UI" panose="020B0502040204020203" pitchFamily="34" charset="0"/>
                        </a:rPr>
                        <a:t>2008</a:t>
                      </a:r>
                      <a:endParaRPr lang="en-US" sz="1400" b="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978041">
                <a:tc>
                  <a:txBody>
                    <a:bodyPr/>
                    <a:lstStyle/>
                    <a:p>
                      <a:pPr marL="0" indent="0" algn="ctr">
                        <a:buNone/>
                      </a:pPr>
                      <a:r>
                        <a:rPr lang="en-US" sz="1400" b="0">
                          <a:solidFill>
                            <a:schemeClr val="bg1"/>
                          </a:solidFill>
                          <a:latin typeface="Segoe UI" charset="0"/>
                          <a:ea typeface="Segoe UI" charset="0"/>
                          <a:cs typeface="Segoe UI" charset="0"/>
                        </a:rPr>
                        <a:t>Location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HQ: Bohol, Philippines</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Segoe UI" charset="0"/>
                          <a:cs typeface="Segoe UI" panose="020B0502040204020203" pitchFamily="34" charset="0"/>
                        </a:rPr>
                        <a:t>Branch: Cebu</a:t>
                      </a: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 Philippines</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Other states’ installation coverage Ormoc, Dumaguete, Iloilo, Bacolod, Mindanao</a:t>
                      </a:r>
                      <a:endParaRPr kumimoji="1" lang="en-US" sz="1400" b="0" kern="1200">
                        <a:solidFill>
                          <a:schemeClr val="tx1"/>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489021">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Business</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Tx/>
                        <a:buNone/>
                        <a:tabLst/>
                        <a:defRPr/>
                      </a:pPr>
                      <a:r>
                        <a:rPr kumimoji="1" lang="en-US" sz="1400" b="0" kern="1200">
                          <a:solidFill>
                            <a:schemeClr val="tx1"/>
                          </a:solidFill>
                          <a:latin typeface="Segoe UI" panose="020B0502040204020203" pitchFamily="34" charset="0"/>
                          <a:ea typeface="Segoe UI" pitchFamily="34" charset="-122"/>
                          <a:cs typeface="Segoe UI" panose="020B0502040204020203" pitchFamily="34" charset="0"/>
                        </a:rPr>
                        <a:t>Distribute security alarm systems including Paradox Security System, Hikvision CCTV, and Dahua CCTV</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978041">
                <a:tc>
                  <a:txBody>
                    <a:bodyPr/>
                    <a:lstStyle/>
                    <a:p>
                      <a:pPr marL="0" indent="0" algn="ctr">
                        <a:buNone/>
                      </a:pPr>
                      <a:r>
                        <a:rPr lang="en-US" sz="1400" b="0">
                          <a:solidFill>
                            <a:srgbClr val="FFFFFF"/>
                          </a:solidFill>
                          <a:latin typeface="Segoe UI" pitchFamily="34" charset="0"/>
                          <a:ea typeface="Segoe UI" pitchFamily="34" charset="-122"/>
                          <a:cs typeface="Segoe UI" pitchFamily="34" charset="-120"/>
                        </a:rPr>
                        <a:t>Principal Partners</a:t>
                      </a:r>
                      <a:endParaRPr lang="en-US" sz="1400" b="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b="0" kern="1200">
                          <a:solidFill>
                            <a:schemeClr val="tx1"/>
                          </a:solidFill>
                          <a:latin typeface="Segoe UI" panose="020B0502040204020203" pitchFamily="34" charset="0"/>
                          <a:ea typeface="Segoe UI" charset="0"/>
                          <a:cs typeface="Segoe UI" panose="020B0502040204020203" pitchFamily="34" charset="0"/>
                        </a:rPr>
                        <a:t>Hikvision, </a:t>
                      </a:r>
                      <a:r>
                        <a:rPr kumimoji="1" lang="en-US" sz="1400" b="0" kern="1200" err="1">
                          <a:solidFill>
                            <a:schemeClr val="tx1"/>
                          </a:solidFill>
                          <a:latin typeface="Segoe UI" panose="020B0502040204020203" pitchFamily="34" charset="0"/>
                          <a:ea typeface="Segoe UI" charset="0"/>
                          <a:cs typeface="Segoe UI" panose="020B0502040204020203" pitchFamily="34" charset="0"/>
                        </a:rPr>
                        <a:t>Ezviz</a:t>
                      </a:r>
                      <a:r>
                        <a:rPr kumimoji="1" lang="en-US" sz="1400" b="0" kern="1200">
                          <a:solidFill>
                            <a:schemeClr val="tx1"/>
                          </a:solidFill>
                          <a:latin typeface="Segoe UI" panose="020B0502040204020203" pitchFamily="34" charset="0"/>
                          <a:ea typeface="Segoe UI" charset="0"/>
                          <a:cs typeface="Segoe UI" panose="020B0502040204020203" pitchFamily="34" charset="0"/>
                        </a:rPr>
                        <a:t>, Dahua, </a:t>
                      </a:r>
                      <a:r>
                        <a:rPr kumimoji="1" lang="en-US" sz="1400" b="0" kern="1200" err="1">
                          <a:solidFill>
                            <a:schemeClr val="tx1"/>
                          </a:solidFill>
                          <a:latin typeface="Segoe UI" panose="020B0502040204020203" pitchFamily="34" charset="0"/>
                          <a:ea typeface="Segoe UI" charset="0"/>
                          <a:cs typeface="Segoe UI" panose="020B0502040204020203" pitchFamily="34" charset="0"/>
                        </a:rPr>
                        <a:t>Imou</a:t>
                      </a:r>
                      <a:r>
                        <a:rPr kumimoji="1" lang="en-US" sz="1400" b="0" kern="1200">
                          <a:solidFill>
                            <a:schemeClr val="tx1"/>
                          </a:solidFill>
                          <a:latin typeface="Segoe UI" panose="020B0502040204020203" pitchFamily="34" charset="0"/>
                          <a:ea typeface="Segoe UI" charset="0"/>
                          <a:cs typeface="Segoe UI" panose="020B0502040204020203" pitchFamily="34" charset="0"/>
                        </a:rPr>
                        <a:t>, TP-Link, Tapo, Paradox, Everspring, Honeywell, Apollo, </a:t>
                      </a:r>
                      <a:r>
                        <a:rPr kumimoji="1" lang="en-US" sz="1400" b="0" kern="1200" err="1">
                          <a:solidFill>
                            <a:schemeClr val="tx1"/>
                          </a:solidFill>
                          <a:latin typeface="Segoe UI" panose="020B0502040204020203" pitchFamily="34" charset="0"/>
                          <a:ea typeface="Segoe UI" charset="0"/>
                          <a:cs typeface="Segoe UI" panose="020B0502040204020203" pitchFamily="34" charset="0"/>
                        </a:rPr>
                        <a:t>Fanvil</a:t>
                      </a:r>
                      <a:r>
                        <a:rPr kumimoji="1" lang="en-US" sz="1400" b="0" kern="1200">
                          <a:solidFill>
                            <a:schemeClr val="tx1"/>
                          </a:solidFill>
                          <a:latin typeface="Segoe UI" panose="020B0502040204020203" pitchFamily="34" charset="0"/>
                          <a:ea typeface="Segoe UI" charset="0"/>
                          <a:cs typeface="Segoe UI" panose="020B0502040204020203" pitchFamily="34" charset="0"/>
                        </a:rPr>
                        <a:t>, Icom, Ubiquiti, </a:t>
                      </a:r>
                      <a:r>
                        <a:rPr kumimoji="1" lang="en-US" sz="1400" b="0" kern="1200" err="1">
                          <a:solidFill>
                            <a:schemeClr val="tx1"/>
                          </a:solidFill>
                          <a:latin typeface="Segoe UI" panose="020B0502040204020203" pitchFamily="34" charset="0"/>
                          <a:ea typeface="Segoe UI" charset="0"/>
                          <a:cs typeface="Segoe UI" panose="020B0502040204020203" pitchFamily="34" charset="0"/>
                        </a:rPr>
                        <a:t>Ruijie</a:t>
                      </a:r>
                      <a:r>
                        <a:rPr kumimoji="1" lang="en-US" sz="1400" b="0" kern="1200">
                          <a:solidFill>
                            <a:schemeClr val="tx1"/>
                          </a:solidFill>
                          <a:latin typeface="Segoe UI" panose="020B0502040204020203" pitchFamily="34" charset="0"/>
                          <a:ea typeface="Segoe UI" charset="0"/>
                          <a:cs typeface="Segoe UI" panose="020B0502040204020203" pitchFamily="34" charset="0"/>
                        </a:rPr>
                        <a:t>, </a:t>
                      </a:r>
                      <a:r>
                        <a:rPr kumimoji="1" lang="en-US" sz="1400" b="0" kern="1200" err="1">
                          <a:solidFill>
                            <a:schemeClr val="tx1"/>
                          </a:solidFill>
                          <a:latin typeface="Segoe UI" panose="020B0502040204020203" pitchFamily="34" charset="0"/>
                          <a:ea typeface="Segoe UI" charset="0"/>
                          <a:cs typeface="Segoe UI" panose="020B0502040204020203" pitchFamily="34" charset="0"/>
                        </a:rPr>
                        <a:t>Reyee</a:t>
                      </a:r>
                      <a:r>
                        <a:rPr kumimoji="1" lang="en-US" sz="1400" b="0" kern="1200">
                          <a:solidFill>
                            <a:schemeClr val="tx1"/>
                          </a:solidFill>
                          <a:latin typeface="Segoe UI" panose="020B0502040204020203" pitchFamily="34" charset="0"/>
                          <a:ea typeface="Segoe UI" charset="0"/>
                          <a:cs typeface="Segoe UI" panose="020B0502040204020203" pitchFamily="34" charset="0"/>
                        </a:rPr>
                        <a:t>, </a:t>
                      </a:r>
                      <a:r>
                        <a:rPr kumimoji="1" lang="en-US" sz="1400" b="0" kern="1200" err="1">
                          <a:solidFill>
                            <a:schemeClr val="tx1"/>
                          </a:solidFill>
                          <a:latin typeface="Segoe UI" panose="020B0502040204020203" pitchFamily="34" charset="0"/>
                          <a:ea typeface="Segoe UI" charset="0"/>
                          <a:cs typeface="Segoe UI" panose="020B0502040204020203" pitchFamily="34" charset="0"/>
                        </a:rPr>
                        <a:t>ZKTeco</a:t>
                      </a:r>
                      <a:r>
                        <a:rPr kumimoji="1" lang="en-US" sz="1400" b="0" kern="1200">
                          <a:solidFill>
                            <a:schemeClr val="tx1"/>
                          </a:solidFill>
                          <a:latin typeface="Segoe UI" panose="020B0502040204020203" pitchFamily="34" charset="0"/>
                          <a:ea typeface="Segoe UI" charset="0"/>
                          <a:cs typeface="Segoe UI" panose="020B0502040204020203" pitchFamily="34" charset="0"/>
                        </a:rPr>
                        <a:t>, Western Digital, Seagate</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r h="1467062">
                <a:tc>
                  <a:txBody>
                    <a:bodyPr/>
                    <a:lstStyle/>
                    <a:p>
                      <a:pPr marL="0" indent="0" algn="ctr">
                        <a:buNone/>
                      </a:pPr>
                      <a:r>
                        <a:rPr lang="en-US" sz="1400" b="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Consumer </a:t>
                      </a:r>
                      <a:r>
                        <a:rPr kumimoji="1" lang="en-US" sz="1400" b="0" kern="1200">
                          <a:solidFill>
                            <a:schemeClr val="tx1"/>
                          </a:solidFill>
                          <a:latin typeface="Segoe UI" panose="020B0502040204020203" pitchFamily="34" charset="0"/>
                          <a:cs typeface="Segoe UI" panose="020B0502040204020203" pitchFamily="34" charset="0"/>
                        </a:rPr>
                        <a:t>: </a:t>
                      </a:r>
                      <a:r>
                        <a:rPr lang="en-US" sz="1400" b="0">
                          <a:latin typeface="Segoe UI" panose="020B0502040204020203" pitchFamily="34" charset="0"/>
                          <a:cs typeface="Segoe UI" panose="020B0502040204020203" pitchFamily="34" charset="0"/>
                        </a:rPr>
                        <a:t>Oro Integrated, Rose Pharmacy, </a:t>
                      </a:r>
                      <a:r>
                        <a:rPr lang="en-US" sz="1400" b="0" err="1">
                          <a:latin typeface="Segoe UI" panose="020B0502040204020203" pitchFamily="34" charset="0"/>
                          <a:cs typeface="Segoe UI" panose="020B0502040204020203" pitchFamily="34" charset="0"/>
                        </a:rPr>
                        <a:t>NutriAsia</a:t>
                      </a:r>
                      <a:r>
                        <a:rPr lang="en-US" sz="1400" b="0">
                          <a:latin typeface="Segoe UI" panose="020B0502040204020203" pitchFamily="34" charset="0"/>
                          <a:cs typeface="Segoe UI" panose="020B0502040204020203" pitchFamily="34" charset="0"/>
                        </a:rPr>
                        <a:t>, 7-Eleven, Bo’s Coffee</a:t>
                      </a:r>
                    </a:p>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Logistics: TransAsia, Orient Freight, F2 Logistics</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lang="en-US" sz="1400" b="0">
                          <a:latin typeface="Segoe UI" panose="020B0502040204020203" pitchFamily="34" charset="0"/>
                          <a:cs typeface="Segoe UI" panose="020B0502040204020203" pitchFamily="34" charset="0"/>
                        </a:rPr>
                        <a:t>Public Institutions: Philippine Red Cross, University of San Carlos, Silliman University, Bohol Island State University, </a:t>
                      </a:r>
                      <a:r>
                        <a:rPr lang="en-US" sz="1400" b="0" err="1">
                          <a:latin typeface="Segoe UI" panose="020B0502040204020203" pitchFamily="34" charset="0"/>
                          <a:cs typeface="Segoe UI" panose="020B0502040204020203" pitchFamily="34" charset="0"/>
                        </a:rPr>
                        <a:t>Gullas</a:t>
                      </a:r>
                      <a:r>
                        <a:rPr lang="en-US" sz="1400" b="0">
                          <a:latin typeface="Segoe UI" panose="020B0502040204020203" pitchFamily="34" charset="0"/>
                          <a:cs typeface="Segoe UI" panose="020B0502040204020203" pitchFamily="34" charset="0"/>
                        </a:rPr>
                        <a:t> College of Medicine</a:t>
                      </a:r>
                      <a:endParaRPr lang="en-US" sz="1400" b="0">
                        <a:highlight>
                          <a:srgbClr val="FFFF00"/>
                        </a:highlight>
                        <a:latin typeface="Segoe UI" panose="020B0502040204020203" pitchFamily="34"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4259367129"/>
                  </a:ext>
                </a:extLst>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3234832616"/>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Alarm Monitoring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Security Alarm Systems, residential/commercial alarm monitoring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CCTV 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Video Surveillance Systems, HD CCTV (Hikvision, Dahua, Samsung)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Fire Safety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Fire Detection Systems, fire detection and alarm compliance</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Secure Entry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Biometrics &amp; Door Access, biometric door access control</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Networking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err="1">
                          <a:latin typeface="Segoe UI" panose="020B0502040204020203" pitchFamily="34" charset="0"/>
                          <a:cs typeface="Segoe UI" panose="020B0502040204020203" pitchFamily="34" charset="0"/>
                        </a:rPr>
                        <a:t>WiFi</a:t>
                      </a:r>
                      <a:r>
                        <a:rPr lang="en-US" sz="1400">
                          <a:latin typeface="Segoe UI" panose="020B0502040204020203" pitchFamily="34" charset="0"/>
                          <a:cs typeface="Segoe UI" panose="020B0502040204020203" pitchFamily="34" charset="0"/>
                        </a:rPr>
                        <a:t> &amp; Networking Solutions, wireless networking systems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Safety &amp; Reporting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Guard Tour &amp; Tracking, Emergency Panic Protection, Medical Panic Reporting, guard tracking, panic and medical alerts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pic>
        <p:nvPicPr>
          <p:cNvPr id="14" name="Picture 13">
            <a:extLst>
              <a:ext uri="{FF2B5EF4-FFF2-40B4-BE49-F238E27FC236}">
                <a16:creationId xmlns:a16="http://schemas.microsoft.com/office/drawing/2014/main" id="{DC5D5F78-84FB-9374-23DC-BD8C44998D2A}"/>
              </a:ext>
            </a:extLst>
          </p:cNvPr>
          <p:cNvPicPr>
            <a:picLocks noChangeAspect="1"/>
          </p:cNvPicPr>
          <p:nvPr/>
        </p:nvPicPr>
        <p:blipFill>
          <a:blip r:embed="rId5"/>
          <a:stretch>
            <a:fillRect/>
          </a:stretch>
        </p:blipFill>
        <p:spPr>
          <a:xfrm>
            <a:off x="10879149" y="78431"/>
            <a:ext cx="758952" cy="766696"/>
          </a:xfrm>
          <a:prstGeom prst="rect">
            <a:avLst/>
          </a:prstGeom>
        </p:spPr>
      </p:pic>
      <p:sp>
        <p:nvSpPr>
          <p:cNvPr id="17" name="Text 6">
            <a:extLst>
              <a:ext uri="{FF2B5EF4-FFF2-40B4-BE49-F238E27FC236}">
                <a16:creationId xmlns:a16="http://schemas.microsoft.com/office/drawing/2014/main" id="{A92E756F-7235-FC72-5775-A7FA17AFB50B}"/>
              </a:ext>
            </a:extLst>
          </p:cNvPr>
          <p:cNvSpPr/>
          <p:nvPr/>
        </p:nvSpPr>
        <p:spPr>
          <a:xfrm>
            <a:off x="334963" y="6114888"/>
            <a:ext cx="11430000" cy="230350"/>
          </a:xfrm>
          <a:prstGeom prst="rect">
            <a:avLst/>
          </a:prstGeom>
          <a:noFill/>
          <a:ln/>
        </p:spPr>
        <p:txBody>
          <a:bodyPr wrap="square" lIns="0" tIns="0" rIns="0" bIns="0" rtlCol="0" anchor="ctr"/>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48. Alto</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Philippines-based systems integration specialist focusing on security and surveillance solutions for various sectors.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0" name="Table 0"/>
          <p:cNvGraphicFramePr>
            <a:graphicFrameLocks noGrp="1"/>
          </p:cNvGraphicFramePr>
          <p:nvPr>
            <p:extLst>
              <p:ext uri="{D42A27DB-BD31-4B8C-83A1-F6EECF244321}">
                <p14:modId xmlns:p14="http://schemas.microsoft.com/office/powerpoint/2010/main" val="1948855991"/>
              </p:ext>
            </p:extLst>
          </p:nvPr>
        </p:nvGraphicFramePr>
        <p:xfrm>
          <a:off x="338328" y="1691639"/>
          <a:ext cx="5577840" cy="4401185"/>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880237">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chemeClr val="tx1"/>
                          </a:solidFill>
                          <a:latin typeface="Segoe UI" pitchFamily="34" charset="0"/>
                          <a:ea typeface="Segoe UI" pitchFamily="34" charset="-122"/>
                          <a:cs typeface="Segoe UI" pitchFamily="34" charset="-120"/>
                          <a:hlinkClick r:id="rId4" tooltip="Visit company website">
                            <a:extLst>
                              <a:ext uri="{A12FA001-AC4F-418D-AE19-62706E023703}">
                                <ahyp:hlinkClr xmlns:ahyp="http://schemas.microsoft.com/office/drawing/2018/hyperlinkcolor" val="tx"/>
                              </a:ext>
                            </a:extLst>
                          </a:hlinkClick>
                        </a:rPr>
                        <a:t>Alto</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880237">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2006</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880237">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Metro Manila, Philippines</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880237">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itchFamily="34" charset="0"/>
                          <a:ea typeface="Segoe UI" pitchFamily="34" charset="-122"/>
                          <a:cs typeface="Segoe UI" pitchFamily="34" charset="-120"/>
                        </a:rPr>
                        <a:t>Systems integration for security and surveillance systems including CCTV, FDAS, and PA systems</a:t>
                      </a:r>
                      <a:endParaRPr kumimoji="1" lang="en-US" sz="1400" kern="1200">
                        <a:solidFill>
                          <a:schemeClr val="tx1"/>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880237">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Customers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chemeClr val="tx1"/>
                          </a:solidFill>
                          <a:latin typeface="Segoe UI" pitchFamily="34" charset="0"/>
                          <a:ea typeface="Segoe UI" pitchFamily="34" charset="-122"/>
                          <a:cs typeface="Segoe UI" pitchFamily="34" charset="-120"/>
                        </a:rPr>
                        <a:t>LGU Janiuay, LGU Pavia, Monfort Medical Center, CAAP Iloilo</a:t>
                      </a:r>
                      <a:endParaRPr kumimoji="1" lang="en-US" sz="1400" kern="1200">
                        <a:solidFill>
                          <a:schemeClr val="tx1"/>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711475039"/>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Video 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CCTV Systems, real-time HD monitoring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Fire &amp; Announcements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Fire Detection and Alarm Systems (FDAS), Public Address (PA) Systems, emergency alerting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Transport Displays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Flight Display Information Systems (FDIS), real-time flight info screens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IT &amp; Integration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IT Infrastructure Solutions, network, structured cabling, AV integration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Monitoring Services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Live Security Monitoring, Weather Monitoring Stations, 24/7 monitoring, weather data feeds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Central Operations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Command Center Solutions, centralized security operations and analysis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47472" y="6149413"/>
            <a:ext cx="11430000" cy="306595"/>
          </a:xfrm>
          <a:prstGeom prst="rect">
            <a:avLst/>
          </a:prstGeom>
          <a:noFill/>
          <a:ln/>
        </p:spPr>
        <p:txBody>
          <a:bodyPr wrap="square" lIns="0" tIns="0" rIns="0" bIns="0" rtlCol="0" anchor="ctr"/>
          <a:lstStyle/>
          <a:p>
            <a:pPr marL="0" indent="0">
              <a:buNone/>
            </a:pPr>
            <a:r>
              <a:rPr lang="en-US" sz="1000">
                <a:solidFill>
                  <a:srgbClr val="000000"/>
                </a:solidFill>
                <a:latin typeface="Segoe UI" pitchFamily="34" charset="0"/>
                <a:ea typeface="Segoe UI" pitchFamily="34" charset="-122"/>
                <a:cs typeface="Segoe UI" pitchFamily="34" charset="-120"/>
              </a:rPr>
              <a:t>Note: FDAS (Fire Detection and Alarm System)</a:t>
            </a:r>
            <a:endParaRPr lang="en-US" sz="1000"/>
          </a:p>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pic>
        <p:nvPicPr>
          <p:cNvPr id="13" name="Picture 12">
            <a:extLst>
              <a:ext uri="{FF2B5EF4-FFF2-40B4-BE49-F238E27FC236}">
                <a16:creationId xmlns:a16="http://schemas.microsoft.com/office/drawing/2014/main" id="{66B91903-3C13-879E-9B38-2687CA1A329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841421" y="194956"/>
            <a:ext cx="790473" cy="5700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49. Nobi It Solutions</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IT solutions provider specializing in system integration and managed services for businesses.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0806546" y="198120"/>
            <a:ext cx="889462" cy="54864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0" name="Table 0"/>
          <p:cNvGraphicFramePr>
            <a:graphicFrameLocks noGrp="1"/>
          </p:cNvGraphicFramePr>
          <p:nvPr>
            <p:extLst>
              <p:ext uri="{D42A27DB-BD31-4B8C-83A1-F6EECF244321}">
                <p14:modId xmlns:p14="http://schemas.microsoft.com/office/powerpoint/2010/main" val="1295513869"/>
              </p:ext>
            </p:extLst>
          </p:nvPr>
        </p:nvGraphicFramePr>
        <p:xfrm>
          <a:off x="338328" y="1691639"/>
          <a:ext cx="5577840" cy="4401184"/>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898589">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rgbClr val="0563C1"/>
                          </a:solidFill>
                          <a:latin typeface="Segoe UI" pitchFamily="34" charset="0"/>
                          <a:ea typeface="Segoe UI" pitchFamily="34" charset="-122"/>
                          <a:cs typeface="Segoe UI" pitchFamily="34" charset="-120"/>
                          <a:hlinkClick r:id="rId5" tooltip="Visit company website">
                            <a:extLst>
                              <a:ext uri="{A12FA001-AC4F-418D-AE19-62706E023703}">
                                <ahyp:hlinkClr xmlns:ahyp="http://schemas.microsoft.com/office/drawing/2018/hyperlinkcolor" val="tx"/>
                              </a:ext>
                            </a:extLst>
                          </a:hlinkClick>
                        </a:rPr>
                        <a:t>Nobi It Solutions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898589">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Bacolod City, Philippines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1705417">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lvl="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Segoe UI" pitchFamily="34" charset="-122"/>
                          <a:cs typeface="Segoe UI" pitchFamily="34" charset="-120"/>
                        </a:rPr>
                        <a:t>Integrate physical security systems for applications like access control and video surveillance</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Segoe UI" pitchFamily="34" charset="-122"/>
                          <a:cs typeface="Segoe UI" pitchFamily="34" charset="-120"/>
                        </a:rPr>
                        <a:t>Provide IT solutions including network infrastructure, managed IT services, and security management</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898589">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Principal Partners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itchFamily="34" charset="0"/>
                          <a:ea typeface="Segoe UI" charset="0"/>
                          <a:cs typeface="Segoe UI" pitchFamily="34" charset="-120"/>
                        </a:rPr>
                        <a:t>Cisco, Uniquiti, Fortinet, Mikrotik, Ruijie, Tiandy, Hikvision, Dahua, Imou, Panduit, ZKTeco, Yeastar, Dito</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24764509"/>
              </p:ext>
            </p:extLst>
          </p:nvPr>
        </p:nvGraphicFramePr>
        <p:xfrm>
          <a:off x="6272784" y="1746504"/>
          <a:ext cx="5577840" cy="4334256"/>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2376">
                <a:tc>
                  <a:txBody>
                    <a:bodyPr/>
                    <a:lstStyle/>
                    <a:p>
                      <a:pPr algn="ctr">
                        <a:buNone/>
                      </a:pPr>
                      <a:r>
                        <a:rPr lang="en-MY" sz="1400">
                          <a:solidFill>
                            <a:schemeClr val="bg1"/>
                          </a:solidFill>
                          <a:latin typeface="Segoe UI" panose="020B0502040204020203" pitchFamily="34" charset="0"/>
                          <a:cs typeface="Segoe UI" panose="020B0502040204020203" pitchFamily="34" charset="0"/>
                        </a:rPr>
                        <a:t>Network Build</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Network Infrastructure, structured/fiber/AV cabling, patch panels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2376">
                <a:tc>
                  <a:txBody>
                    <a:bodyPr/>
                    <a:lstStyle/>
                    <a:p>
                      <a:pPr algn="ctr">
                        <a:buNone/>
                      </a:pPr>
                      <a:r>
                        <a:rPr lang="en-MY" sz="1400">
                          <a:solidFill>
                            <a:schemeClr val="bg1"/>
                          </a:solidFill>
                          <a:latin typeface="Segoe UI" panose="020B0502040204020203" pitchFamily="34" charset="0"/>
                          <a:cs typeface="Segoe UI" panose="020B0502040204020203" pitchFamily="34" charset="0"/>
                        </a:rPr>
                        <a:t>Security Systems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Video Surveillance, biometric access, alarms, HD monitoring/analytics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2376">
                <a:tc>
                  <a:txBody>
                    <a:bodyPr/>
                    <a:lstStyle/>
                    <a:p>
                      <a:pPr algn="ctr">
                        <a:buNone/>
                      </a:pPr>
                      <a:r>
                        <a:rPr lang="en-MY" sz="1400">
                          <a:solidFill>
                            <a:schemeClr val="bg1"/>
                          </a:solidFill>
                          <a:latin typeface="Segoe UI" panose="020B0502040204020203" pitchFamily="34" charset="0"/>
                          <a:cs typeface="Segoe UI" panose="020B0502040204020203" pitchFamily="34" charset="0"/>
                        </a:rPr>
                        <a:t>Managed IT</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Managed IT Services, Offshore IT Services, help desk, IT consulting, maintenance, remote operations support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2376">
                <a:tc>
                  <a:txBody>
                    <a:bodyPr/>
                    <a:lstStyle/>
                    <a:p>
                      <a:pPr algn="ctr">
                        <a:buNone/>
                      </a:pPr>
                      <a:r>
                        <a:rPr lang="en-MY" sz="1400">
                          <a:solidFill>
                            <a:schemeClr val="bg1"/>
                          </a:solidFill>
                          <a:latin typeface="Segoe UI" panose="020B0502040204020203" pitchFamily="34" charset="0"/>
                          <a:cs typeface="Segoe UI" panose="020B0502040204020203" pitchFamily="34" charset="0"/>
                        </a:rPr>
                        <a:t>Cybersecurity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Security Management, firewall management, intrusion detection, security audits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2376">
                <a:tc>
                  <a:txBody>
                    <a:bodyPr/>
                    <a:lstStyle/>
                    <a:p>
                      <a:pPr algn="ctr">
                        <a:buNone/>
                      </a:pPr>
                      <a:r>
                        <a:rPr lang="en-MY" sz="1400">
                          <a:solidFill>
                            <a:schemeClr val="bg1"/>
                          </a:solidFill>
                          <a:latin typeface="Segoe UI" panose="020B0502040204020203" pitchFamily="34" charset="0"/>
                          <a:cs typeface="Segoe UI" panose="020B0502040204020203" pitchFamily="34" charset="0"/>
                        </a:rPr>
                        <a:t>Remote Monitoring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Remote Access Solutions, real-time monitoring, predictive analysis, issue resolution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2376">
                <a:tc>
                  <a:txBody>
                    <a:bodyPr/>
                    <a:lstStyle/>
                    <a:p>
                      <a:pPr algn="ctr">
                        <a:buNone/>
                      </a:pPr>
                      <a:r>
                        <a:rPr lang="en-MY" sz="1400">
                          <a:solidFill>
                            <a:schemeClr val="bg1"/>
                          </a:solidFill>
                          <a:latin typeface="Segoe UI" panose="020B0502040204020203" pitchFamily="34" charset="0"/>
                          <a:cs typeface="Segoe UI" panose="020B0502040204020203" pitchFamily="34" charset="0"/>
                        </a:rPr>
                        <a:t>Internet Services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Wireless Internet Services (WISP), guaranteed throughput, subscription services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3" name="Text 6">
            <a:extLst>
              <a:ext uri="{FF2B5EF4-FFF2-40B4-BE49-F238E27FC236}">
                <a16:creationId xmlns:a16="http://schemas.microsoft.com/office/drawing/2014/main" id="{FC482710-E861-CA56-14BA-7EB9B21C632C}"/>
              </a:ext>
            </a:extLst>
          </p:cNvPr>
          <p:cNvSpPr/>
          <p:nvPr/>
        </p:nvSpPr>
        <p:spPr>
          <a:xfrm>
            <a:off x="347472" y="6121032"/>
            <a:ext cx="11430000" cy="230350"/>
          </a:xfrm>
          <a:prstGeom prst="rect">
            <a:avLst/>
          </a:prstGeom>
          <a:noFill/>
          <a:ln/>
        </p:spPr>
        <p:txBody>
          <a:bodyPr wrap="square" lIns="0" tIns="0" rIns="0" bIns="0" rtlCol="0" anchor="ctr"/>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50. Right Security Solutions</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Philippines-based company specializing in security systems integration and related services.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0756669" y="246888"/>
            <a:ext cx="947651" cy="50292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0" name="Table 0"/>
          <p:cNvGraphicFramePr>
            <a:graphicFrameLocks noGrp="1"/>
          </p:cNvGraphicFramePr>
          <p:nvPr>
            <p:extLst>
              <p:ext uri="{D42A27DB-BD31-4B8C-83A1-F6EECF244321}">
                <p14:modId xmlns:p14="http://schemas.microsoft.com/office/powerpoint/2010/main" val="1785220481"/>
              </p:ext>
            </p:extLst>
          </p:nvPr>
        </p:nvGraphicFramePr>
        <p:xfrm>
          <a:off x="338328" y="1691639"/>
          <a:ext cx="5577840" cy="4401185"/>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455295">
                <a:tc>
                  <a:txBody>
                    <a:bodyPr/>
                    <a:lstStyle/>
                    <a:p>
                      <a:pPr marL="0" indent="0" algn="ctr">
                        <a:buNone/>
                      </a:pPr>
                      <a:r>
                        <a:rPr lang="en-US" sz="1400">
                          <a:solidFill>
                            <a:srgbClr val="FFFFFF"/>
                          </a:solidFill>
                          <a:latin typeface="Segoe UI" panose="020B0502040204020203" pitchFamily="34" charset="0"/>
                          <a:ea typeface="Segoe UI" pitchFamily="34" charset="-122"/>
                          <a:cs typeface="Segoe UI" panose="020B0502040204020203" pitchFamily="34" charset="0"/>
                        </a:rPr>
                        <a:t>Name</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rgbClr val="0563C1"/>
                          </a:solidFill>
                          <a:latin typeface="Segoe UI" panose="020B0502040204020203" pitchFamily="34" charset="0"/>
                          <a:ea typeface="Segoe UI" pitchFamily="34" charset="-122"/>
                          <a:cs typeface="Segoe UI" panose="020B0502040204020203" pitchFamily="34" charset="0"/>
                          <a:hlinkClick r:id="rId5" tooltip="Visit company website">
                            <a:extLst>
                              <a:ext uri="{A12FA001-AC4F-418D-AE19-62706E023703}">
                                <ahyp:hlinkClr xmlns:ahyp="http://schemas.microsoft.com/office/drawing/2018/hyperlinkcolor" val="tx"/>
                              </a:ext>
                            </a:extLst>
                          </a:hlinkClick>
                        </a:rPr>
                        <a:t>Right Security Solutions</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455295">
                <a:tc>
                  <a:txBody>
                    <a:bodyPr/>
                    <a:lstStyle/>
                    <a:p>
                      <a:pPr marL="0" indent="0" algn="ctr">
                        <a:buNone/>
                      </a:pPr>
                      <a:r>
                        <a:rPr lang="en-US" sz="1400">
                          <a:solidFill>
                            <a:srgbClr val="FFFFFF"/>
                          </a:solidFill>
                          <a:latin typeface="Segoe UI" panose="020B0502040204020203" pitchFamily="34" charset="0"/>
                          <a:ea typeface="Segoe UI" pitchFamily="34" charset="-122"/>
                          <a:cs typeface="Segoe UI" panose="020B0502040204020203" pitchFamily="34" charset="0"/>
                        </a:rPr>
                        <a:t>Est. Year</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anose="020B0502040204020203" pitchFamily="34" charset="0"/>
                          <a:ea typeface="Segoe UI" pitchFamily="34" charset="-122"/>
                          <a:cs typeface="Segoe UI" panose="020B0502040204020203" pitchFamily="34" charset="0"/>
                        </a:rPr>
                        <a:t>2019</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455295">
                <a:tc>
                  <a:txBody>
                    <a:bodyPr/>
                    <a:lstStyle/>
                    <a:p>
                      <a:pPr marL="0" indent="0" algn="ctr">
                        <a:buNone/>
                      </a:pPr>
                      <a:r>
                        <a:rPr lang="en-US" sz="1400">
                          <a:solidFill>
                            <a:srgbClr val="FFFFFF"/>
                          </a:solidFill>
                          <a:latin typeface="Segoe UI" panose="020B0502040204020203" pitchFamily="34" charset="0"/>
                          <a:ea typeface="Segoe UI" pitchFamily="34" charset="-122"/>
                          <a:cs typeface="Segoe UI" panose="020B0502040204020203" pitchFamily="34" charset="0"/>
                        </a:rPr>
                        <a:t>HQ</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anose="020B0502040204020203" pitchFamily="34" charset="0"/>
                          <a:ea typeface="Segoe UI" pitchFamily="34" charset="-122"/>
                          <a:cs typeface="Segoe UI" panose="020B0502040204020203" pitchFamily="34" charset="0"/>
                        </a:rPr>
                        <a:t>Makati, Philippines</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2124710">
                <a:tc>
                  <a:txBody>
                    <a:bodyPr/>
                    <a:lstStyle/>
                    <a:p>
                      <a:pPr marL="0" indent="0" algn="ctr">
                        <a:buNone/>
                      </a:pPr>
                      <a:r>
                        <a:rPr lang="en-US" sz="1400">
                          <a:solidFill>
                            <a:srgbClr val="FFFFFF"/>
                          </a:solidFill>
                          <a:latin typeface="Segoe UI" panose="020B0502040204020203" pitchFamily="34" charset="0"/>
                          <a:ea typeface="Segoe UI" pitchFamily="34" charset="-122"/>
                          <a:cs typeface="Segoe UI" panose="020B0502040204020203" pitchFamily="34" charset="0"/>
                        </a:rPr>
                        <a:t>Business</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anose="020B0502040204020203" pitchFamily="34" charset="0"/>
                          <a:ea typeface="Segoe UI" pitchFamily="34" charset="-122"/>
                          <a:cs typeface="Segoe UI" panose="020B0502040204020203" pitchFamily="34" charset="0"/>
                        </a:rPr>
                        <a:t>Provide security systems integration for applications such as CCTV, access control, and network cabling</a:t>
                      </a:r>
                      <a:endParaRPr kumimoji="1" lang="en-US" sz="1400" kern="1200">
                        <a:solidFill>
                          <a:srgbClr val="000000"/>
                        </a:solidFill>
                        <a:latin typeface="Segoe UI" panose="020B0502040204020203" pitchFamily="34" charset="0"/>
                        <a:ea typeface="Segoe UI" charset="0"/>
                        <a:cs typeface="Segoe UI" panose="020B0502040204020203" pitchFamily="34" charset="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anose="020B0502040204020203" pitchFamily="34" charset="0"/>
                          <a:ea typeface="Segoe UI" pitchFamily="34" charset="-122"/>
                          <a:cs typeface="Segoe UI" panose="020B0502040204020203" pitchFamily="34" charset="0"/>
                        </a:rPr>
                        <a:t>Distribute video management systems including NVRs and hybrid DVRs</a:t>
                      </a:r>
                      <a:endParaRPr kumimoji="1" lang="en-US" sz="1400" kern="1200">
                        <a:solidFill>
                          <a:srgbClr val="000000"/>
                        </a:solidFill>
                        <a:latin typeface="Segoe UI" panose="020B0502040204020203" pitchFamily="34" charset="0"/>
                        <a:ea typeface="Segoe UI" charset="0"/>
                        <a:cs typeface="Segoe UI" panose="020B0502040204020203" pitchFamily="34" charset="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anose="020B0502040204020203" pitchFamily="34" charset="0"/>
                          <a:ea typeface="Segoe UI" pitchFamily="34" charset="-122"/>
                          <a:cs typeface="Segoe UI" panose="020B0502040204020203" pitchFamily="34" charset="0"/>
                        </a:rPr>
                        <a:t>Offer structured cabling solutions covering voice and data cabling</a:t>
                      </a:r>
                      <a:endParaRPr kumimoji="1" lang="en-US" sz="1400" kern="1200">
                        <a:solidFill>
                          <a:srgbClr val="000000"/>
                        </a:solidFill>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910590">
                <a:tc>
                  <a:txBody>
                    <a:bodyPr/>
                    <a:lstStyle/>
                    <a:p>
                      <a:pPr marL="0" indent="0" algn="ctr">
                        <a:buNone/>
                      </a:pPr>
                      <a:r>
                        <a:rPr lang="en-US" sz="1400">
                          <a:solidFill>
                            <a:srgbClr val="FFFFFF"/>
                          </a:solidFill>
                          <a:latin typeface="Segoe UI" panose="020B0502040204020203" pitchFamily="34" charset="0"/>
                          <a:ea typeface="Segoe UI" pitchFamily="34" charset="-122"/>
                          <a:cs typeface="Segoe UI" panose="020B0502040204020203" pitchFamily="34" charset="0"/>
                        </a:rPr>
                        <a:t>Principal Partners</a:t>
                      </a:r>
                      <a:endParaRPr lang="en-US" sz="1400">
                        <a:latin typeface="Segoe UI" panose="020B0502040204020203" pitchFamily="34" charset="0"/>
                        <a:ea typeface="Segoe UI" charset="0"/>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lvl="0" indent="0" algn="l" defTabSz="914400" rtl="0" eaLnBrk="1" fontAlgn="ctr" latinLnBrk="0" hangingPunct="1">
                        <a:lnSpc>
                          <a:spcPct val="100000"/>
                        </a:lnSpc>
                        <a:spcBef>
                          <a:spcPts val="0"/>
                        </a:spcBef>
                        <a:spcAft>
                          <a:spcPts val="0"/>
                        </a:spcAft>
                        <a:buClrTx/>
                        <a:buSzTx/>
                        <a:buFont typeface="Wingdings" pitchFamily="2" charset="2"/>
                        <a:buNone/>
                        <a:tabLst/>
                        <a:defRPr/>
                      </a:pPr>
                      <a:r>
                        <a:rPr lang="en-MY" sz="1400">
                          <a:latin typeface="Segoe UI" panose="020B0502040204020203" pitchFamily="34" charset="0"/>
                          <a:cs typeface="Segoe UI" panose="020B0502040204020203" pitchFamily="34" charset="0"/>
                        </a:rPr>
                        <a:t>Intel, IBM, Cisco, HP, Dell, Bosch, Motorola, NEC, Symantec, APC, VMware, Fortinet, Juniper Networks, NetApp, Axis, Zebra Technologies, Barracuda</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884519714"/>
              </p:ext>
            </p:extLst>
          </p:nvPr>
        </p:nvGraphicFramePr>
        <p:xfrm>
          <a:off x="6272784" y="1691639"/>
          <a:ext cx="5577840" cy="4389120"/>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31520">
                <a:tc>
                  <a:txBody>
                    <a:bodyPr/>
                    <a:lstStyle/>
                    <a:p>
                      <a:pPr algn="ctr">
                        <a:buNone/>
                      </a:pPr>
                      <a:r>
                        <a:rPr lang="en-MY" sz="1400">
                          <a:solidFill>
                            <a:schemeClr val="bg1"/>
                          </a:solidFill>
                          <a:latin typeface="Segoe UI" panose="020B0502040204020203" pitchFamily="34" charset="0"/>
                          <a:cs typeface="Segoe UI" panose="020B0502040204020203" pitchFamily="34" charset="0"/>
                        </a:rPr>
                        <a:t>CCTV &amp; Analytics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CCTV Systems, IP CCTV, video analytics, motion detection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algn="ctr">
                        <a:buNone/>
                      </a:pPr>
                      <a:r>
                        <a:rPr lang="en-MY" sz="1400">
                          <a:solidFill>
                            <a:schemeClr val="bg1"/>
                          </a:solidFill>
                          <a:latin typeface="Segoe UI" panose="020B0502040204020203" pitchFamily="34" charset="0"/>
                          <a:cs typeface="Segoe UI" panose="020B0502040204020203" pitchFamily="34" charset="0"/>
                        </a:rPr>
                        <a:t>Cabling &amp; Wireless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Network Cabling, Wireless Solutions, structured/fiber/backbone cabling, AP deployment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algn="ctr">
                        <a:buNone/>
                      </a:pPr>
                      <a:r>
                        <a:rPr lang="en-MY" sz="1400">
                          <a:solidFill>
                            <a:schemeClr val="bg1"/>
                          </a:solidFill>
                          <a:latin typeface="Segoe UI" panose="020B0502040204020203" pitchFamily="34" charset="0"/>
                          <a:cs typeface="Segoe UI" panose="020B0502040204020203" pitchFamily="34" charset="0"/>
                        </a:rPr>
                        <a:t>Video Management &amp; Storage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Video Management Systems, open-platform VMS, NVRs, hybrid DVRs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algn="ctr">
                        <a:buNone/>
                      </a:pPr>
                      <a:r>
                        <a:rPr lang="en-MY" sz="1400">
                          <a:solidFill>
                            <a:schemeClr val="bg1"/>
                          </a:solidFill>
                          <a:latin typeface="Segoe UI" panose="020B0502040204020203" pitchFamily="34" charset="0"/>
                          <a:cs typeface="Segoe UI" panose="020B0502040204020203" pitchFamily="34" charset="0"/>
                        </a:rPr>
                        <a:t>Secure Entry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biometric access, proximity access control</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31520">
                <a:tc>
                  <a:txBody>
                    <a:bodyPr/>
                    <a:lstStyle/>
                    <a:p>
                      <a:pPr algn="ctr">
                        <a:buNone/>
                      </a:pPr>
                      <a:r>
                        <a:rPr lang="en-MY" sz="1400">
                          <a:solidFill>
                            <a:schemeClr val="bg1"/>
                          </a:solidFill>
                          <a:latin typeface="Segoe UI" panose="020B0502040204020203" pitchFamily="34" charset="0"/>
                          <a:cs typeface="Segoe UI" panose="020B0502040204020203" pitchFamily="34" charset="0"/>
                        </a:rPr>
                        <a:t>Video Distribution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Matrix Switching Systems, HD Display Solutions, matrix switching, decoders, virtual matrix displays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31520">
                <a:tc>
                  <a:txBody>
                    <a:bodyPr/>
                    <a:lstStyle/>
                    <a:p>
                      <a:pPr algn="ctr">
                        <a:buNone/>
                      </a:pPr>
                      <a:r>
                        <a:rPr lang="en-MY" sz="1400">
                          <a:solidFill>
                            <a:schemeClr val="bg1"/>
                          </a:solidFill>
                          <a:latin typeface="Segoe UI" panose="020B0502040204020203" pitchFamily="34" charset="0"/>
                          <a:cs typeface="Segoe UI" panose="020B0502040204020203" pitchFamily="34" charset="0"/>
                        </a:rPr>
                        <a:t>POS Security Integration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POS Integration, POS integration with security features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4" name="Text 6">
            <a:extLst>
              <a:ext uri="{FF2B5EF4-FFF2-40B4-BE49-F238E27FC236}">
                <a16:creationId xmlns:a16="http://schemas.microsoft.com/office/drawing/2014/main" id="{9443B174-359A-F8A1-7647-62B5E56EF716}"/>
              </a:ext>
            </a:extLst>
          </p:cNvPr>
          <p:cNvSpPr/>
          <p:nvPr/>
        </p:nvSpPr>
        <p:spPr>
          <a:xfrm>
            <a:off x="347472" y="6121032"/>
            <a:ext cx="11430000" cy="230350"/>
          </a:xfrm>
          <a:prstGeom prst="rect">
            <a:avLst/>
          </a:prstGeom>
          <a:noFill/>
          <a:ln/>
        </p:spPr>
        <p:txBody>
          <a:bodyPr wrap="square" lIns="0" tIns="0" rIns="0" bIns="0" rtlCol="0" anchor="ctr"/>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51. 7S CCTV Security</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Philippines-based supplier specializing in security and smart solution products for businesses and consumers.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1" name="Table 0"/>
          <p:cNvGraphicFramePr>
            <a:graphicFrameLocks noGrp="1"/>
          </p:cNvGraphicFramePr>
          <p:nvPr>
            <p:extLst>
              <p:ext uri="{D42A27DB-BD31-4B8C-83A1-F6EECF244321}">
                <p14:modId xmlns:p14="http://schemas.microsoft.com/office/powerpoint/2010/main" val="2206357530"/>
              </p:ext>
            </p:extLst>
          </p:nvPr>
        </p:nvGraphicFramePr>
        <p:xfrm>
          <a:off x="338328" y="1691639"/>
          <a:ext cx="5577840" cy="4401186"/>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347462">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rgbClr val="0563C1"/>
                          </a:solidFill>
                          <a:latin typeface="Segoe UI" pitchFamily="34" charset="0"/>
                          <a:ea typeface="Segoe UI" pitchFamily="34" charset="-122"/>
                          <a:cs typeface="Segoe UI" pitchFamily="34" charset="-120"/>
                          <a:hlinkClick r:id="rId4" tooltip="Visit company website">
                            <a:extLst>
                              <a:ext uri="{A12FA001-AC4F-418D-AE19-62706E023703}">
                                <ahyp:hlinkClr xmlns:ahyp="http://schemas.microsoft.com/office/drawing/2018/hyperlinkcolor" val="tx"/>
                              </a:ext>
                            </a:extLst>
                          </a:hlinkClick>
                        </a:rPr>
                        <a:t>7S CCTV Security</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347462">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2011</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347462">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Makati City, Philippines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69492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itchFamily="34" charset="0"/>
                          <a:ea typeface="Segoe UI" pitchFamily="34" charset="-122"/>
                          <a:cs typeface="Segoe UI" pitchFamily="34" charset="-120"/>
                        </a:rPr>
                        <a:t>Distribute and install security products including CCTV systems, access control solutions, and fire alarm systems</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347462">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Key Metrics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itchFamily="34" charset="0"/>
                          <a:ea typeface="Segoe UI" pitchFamily="34" charset="-122"/>
                          <a:cs typeface="Segoe UI" pitchFamily="34" charset="-120"/>
                        </a:rPr>
                        <a:t>Served over 5,000 small business customers</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463283">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Principal Partners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itchFamily="34" charset="0"/>
                          <a:ea typeface="Segoe UI" pitchFamily="34" charset="-122"/>
                          <a:cs typeface="Segoe UI" pitchFamily="34" charset="-120"/>
                        </a:rPr>
                        <a:t>Hikvision, Dahua, Panasonic, ATTN, Hanwha, Uniview, TP Link, Supreme, ZKT Eco, HID, Sangfor</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r h="1853131">
                <a:tc>
                  <a:txBody>
                    <a:bodyPr/>
                    <a:lstStyle/>
                    <a:p>
                      <a:pPr marL="0" indent="0" algn="ctr">
                        <a:buNone/>
                      </a:pPr>
                      <a:r>
                        <a:rPr lang="en-US" sz="140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Automotive dealerships/showrooms: Toyota Marikina, Nissan Abad Santos, Geely</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Commercial/industrial sites: Enomoto Philippines</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Government/public safety: barangays (CCTV projects), LGU projects (e.g., solar street lights), police stations (CCTV monitoring)</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Residential/individual: Tesla home EV charger installations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57587192"/>
                  </a:ext>
                </a:extLst>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3763885361"/>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CCTV 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CCTV Systems, HD cameras for residential, commercial, industrial sites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Secure Entry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Solutions, biometric access, card access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Fire Safety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Fire Alarm Systems, commercial fire alarms, compliance</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Smart City Security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Smart Automation, integrated security for smart cities and industrial parks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Traffic &amp; Parking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Traffic Management Systems, Parking Systems, vehicle flow monitoring, parking automation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Cyber &amp; Power Resilience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Network Security Solutions, Power Backup Solutions, digital infrastructure protection, UPS backup</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47472" y="6155037"/>
            <a:ext cx="11430000" cy="278723"/>
          </a:xfrm>
          <a:prstGeom prst="rect">
            <a:avLst/>
          </a:prstGeom>
          <a:noFill/>
          <a:ln/>
        </p:spPr>
        <p:txBody>
          <a:bodyPr wrap="square" lIns="0" tIns="0" rIns="0" bIns="0" rtlCol="0" anchor="ctr"/>
          <a:lstStyle/>
          <a:p>
            <a:pPr marL="0" indent="0">
              <a:buNone/>
            </a:pPr>
            <a:r>
              <a:rPr lang="en-US" sz="1000">
                <a:solidFill>
                  <a:srgbClr val="000000"/>
                </a:solidFill>
                <a:latin typeface="Segoe UI" pitchFamily="34" charset="0"/>
                <a:ea typeface="Segoe UI" pitchFamily="34" charset="-122"/>
                <a:cs typeface="Segoe UI" pitchFamily="34" charset="-120"/>
              </a:rPr>
              <a:t>Note: FDAS (Fire Detection and Alarm System), UPS (Uninterruptible Power Supply)</a:t>
            </a:r>
            <a:endParaRPr lang="en-US" sz="1000"/>
          </a:p>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pic>
        <p:nvPicPr>
          <p:cNvPr id="13" name="Picture 12">
            <a:extLst>
              <a:ext uri="{FF2B5EF4-FFF2-40B4-BE49-F238E27FC236}">
                <a16:creationId xmlns:a16="http://schemas.microsoft.com/office/drawing/2014/main" id="{BA53DDF4-8984-4AA9-AF08-559A64266CB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649575" y="313025"/>
            <a:ext cx="1207463" cy="4253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52. </a:t>
            </a:r>
            <a:r>
              <a:rPr lang="en-US" sz="2400" err="1">
                <a:solidFill>
                  <a:srgbClr val="000000"/>
                </a:solidFill>
                <a:latin typeface="Segoe UI" pitchFamily="34" charset="0"/>
                <a:ea typeface="Segoe UI" pitchFamily="34" charset="-122"/>
                <a:cs typeface="Segoe UI" pitchFamily="34" charset="-120"/>
              </a:rPr>
              <a:t>Systech</a:t>
            </a:r>
            <a:r>
              <a:rPr lang="en-US" sz="2400">
                <a:solidFill>
                  <a:srgbClr val="000000"/>
                </a:solidFill>
                <a:latin typeface="Segoe UI" pitchFamily="34" charset="0"/>
                <a:ea typeface="Segoe UI" pitchFamily="34" charset="-122"/>
                <a:cs typeface="Segoe UI" pitchFamily="34" charset="-120"/>
              </a:rPr>
              <a:t> Integration &amp; Security Solutions</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Philippines-based provider specializing in security systems integration services.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2" name="Table 0"/>
          <p:cNvGraphicFramePr>
            <a:graphicFrameLocks noGrp="1"/>
          </p:cNvGraphicFramePr>
          <p:nvPr>
            <p:extLst>
              <p:ext uri="{D42A27DB-BD31-4B8C-83A1-F6EECF244321}">
                <p14:modId xmlns:p14="http://schemas.microsoft.com/office/powerpoint/2010/main" val="3255274204"/>
              </p:ext>
            </p:extLst>
          </p:nvPr>
        </p:nvGraphicFramePr>
        <p:xfrm>
          <a:off x="338328" y="1691639"/>
          <a:ext cx="5577840" cy="4401185"/>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32284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rgbClr val="0563C1"/>
                          </a:solidFill>
                          <a:latin typeface="Segoe UI" pitchFamily="34" charset="0"/>
                          <a:ea typeface="Segoe UI" pitchFamily="34" charset="-122"/>
                          <a:cs typeface="Segoe UI" pitchFamily="34" charset="-120"/>
                          <a:hlinkClick r:id="rId4" tooltip="Visit company website">
                            <a:extLst>
                              <a:ext uri="{A12FA001-AC4F-418D-AE19-62706E023703}">
                                <ahyp:hlinkClr xmlns:ahyp="http://schemas.microsoft.com/office/drawing/2018/hyperlinkcolor" val="tx"/>
                              </a:ext>
                            </a:extLst>
                          </a:hlinkClick>
                        </a:rPr>
                        <a:t>Systech Integration &amp; Security Solutions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32284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2023</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32284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Quezon City, Philippines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807682">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itchFamily="34" charset="0"/>
                          <a:ea typeface="Segoe UI" pitchFamily="34" charset="-122"/>
                          <a:cs typeface="Segoe UI" pitchFamily="34" charset="-120"/>
                        </a:rPr>
                        <a:t>Provide security systems integration services including security camera installation, access control solutions, and alarm system installation</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2624965">
                <a:tc>
                  <a:txBody>
                    <a:bodyPr/>
                    <a:lstStyle/>
                    <a:p>
                      <a:pPr marL="0" indent="0" algn="ctr">
                        <a:buNone/>
                      </a:pPr>
                      <a:r>
                        <a:rPr lang="en-US" sz="140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Retail &amp; Supermarket: SM Supermarket, </a:t>
                      </a:r>
                      <a:r>
                        <a:rPr kumimoji="1" lang="en-MY" sz="1400" kern="1200" err="1">
                          <a:solidFill>
                            <a:srgbClr val="000000"/>
                          </a:solidFill>
                          <a:latin typeface="Segoe UI" pitchFamily="34" charset="0"/>
                          <a:cs typeface="Segoe UI" pitchFamily="34" charset="-120"/>
                        </a:rPr>
                        <a:t>Savemore</a:t>
                      </a:r>
                      <a:r>
                        <a:rPr kumimoji="1" lang="en-MY" sz="1400" kern="1200">
                          <a:solidFill>
                            <a:srgbClr val="000000"/>
                          </a:solidFill>
                          <a:latin typeface="Segoe UI" pitchFamily="34" charset="0"/>
                          <a:cs typeface="Segoe UI" pitchFamily="34" charset="-120"/>
                        </a:rPr>
                        <a:t>, SM Hypermarket</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Food &amp; Beverage: </a:t>
                      </a:r>
                      <a:r>
                        <a:rPr kumimoji="1" lang="en-MY" sz="1400" kern="1200" err="1">
                          <a:solidFill>
                            <a:srgbClr val="000000"/>
                          </a:solidFill>
                          <a:latin typeface="Segoe UI" pitchFamily="34" charset="0"/>
                          <a:cs typeface="Segoe UI" pitchFamily="34" charset="-120"/>
                        </a:rPr>
                        <a:t>Nonos</a:t>
                      </a:r>
                      <a:r>
                        <a:rPr kumimoji="1" lang="en-MY" sz="1400" kern="1200">
                          <a:solidFill>
                            <a:srgbClr val="000000"/>
                          </a:solidFill>
                          <a:latin typeface="Segoe UI" pitchFamily="34" charset="0"/>
                          <a:cs typeface="Segoe UI" pitchFamily="34" charset="-120"/>
                        </a:rPr>
                        <a:t>, CBTL</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Fashion &amp; Personal Care: Guess, Tony &amp; Sergio, Union Jack, </a:t>
                      </a:r>
                      <a:r>
                        <a:rPr kumimoji="1" lang="en-MY" sz="1400" kern="1200" err="1">
                          <a:solidFill>
                            <a:srgbClr val="000000"/>
                          </a:solidFill>
                          <a:latin typeface="Segoe UI" pitchFamily="34" charset="0"/>
                          <a:cs typeface="Segoe UI" pitchFamily="34" charset="-120"/>
                        </a:rPr>
                        <a:t>Novateur</a:t>
                      </a:r>
                      <a:r>
                        <a:rPr kumimoji="1" lang="en-MY" sz="1400" kern="1200">
                          <a:solidFill>
                            <a:srgbClr val="000000"/>
                          </a:solidFill>
                          <a:latin typeface="Segoe UI" pitchFamily="34" charset="0"/>
                          <a:cs typeface="Segoe UI" pitchFamily="34" charset="-120"/>
                        </a:rPr>
                        <a:t>, Davids Salon</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Healthcare &amp; Pharmacy: </a:t>
                      </a:r>
                      <a:r>
                        <a:rPr kumimoji="1" lang="en-MY" sz="1400" kern="1200" err="1">
                          <a:solidFill>
                            <a:srgbClr val="000000"/>
                          </a:solidFill>
                          <a:latin typeface="Segoe UI" pitchFamily="34" charset="0"/>
                          <a:cs typeface="Segoe UI" pitchFamily="34" charset="-120"/>
                        </a:rPr>
                        <a:t>Intramed</a:t>
                      </a:r>
                      <a:r>
                        <a:rPr kumimoji="1" lang="en-MY" sz="1400" kern="1200">
                          <a:solidFill>
                            <a:srgbClr val="000000"/>
                          </a:solidFill>
                          <a:latin typeface="Segoe UI" pitchFamily="34" charset="0"/>
                          <a:cs typeface="Segoe UI" pitchFamily="34" charset="-120"/>
                        </a:rPr>
                        <a:t>, </a:t>
                      </a:r>
                      <a:r>
                        <a:rPr kumimoji="1" lang="en-MY" sz="1400" kern="1200" err="1">
                          <a:solidFill>
                            <a:srgbClr val="000000"/>
                          </a:solidFill>
                          <a:latin typeface="Segoe UI" pitchFamily="34" charset="0"/>
                          <a:cs typeface="Segoe UI" pitchFamily="34" charset="-120"/>
                        </a:rPr>
                        <a:t>iMed</a:t>
                      </a:r>
                      <a:r>
                        <a:rPr kumimoji="1" lang="en-MY" sz="1400" kern="1200">
                          <a:solidFill>
                            <a:srgbClr val="000000"/>
                          </a:solidFill>
                          <a:latin typeface="Segoe UI" pitchFamily="34" charset="0"/>
                          <a:cs typeface="Segoe UI" pitchFamily="34" charset="-120"/>
                        </a:rPr>
                        <a:t>, One Pharma, TGP</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Education &amp; Training: SEARCA, Global Skilled</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Home &amp; Lifestyle / Specialty Retail: Taylor Living, University Home, Compact, Moreton</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Finance &amp; Telecom: </a:t>
                      </a:r>
                      <a:r>
                        <a:rPr kumimoji="1" lang="en-MY" sz="1400" kern="1200" err="1">
                          <a:solidFill>
                            <a:srgbClr val="000000"/>
                          </a:solidFill>
                          <a:latin typeface="Segoe UI" pitchFamily="34" charset="0"/>
                          <a:cs typeface="Segoe UI" pitchFamily="34" charset="-120"/>
                        </a:rPr>
                        <a:t>Philstocks</a:t>
                      </a:r>
                      <a:r>
                        <a:rPr kumimoji="1" lang="en-MY" sz="1400" kern="1200">
                          <a:solidFill>
                            <a:srgbClr val="000000"/>
                          </a:solidFill>
                          <a:latin typeface="Segoe UI" pitchFamily="34" charset="0"/>
                          <a:cs typeface="Segoe UI" pitchFamily="34" charset="-120"/>
                        </a:rPr>
                        <a:t>, StarHub</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584194469"/>
                  </a:ext>
                </a:extLst>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69895010"/>
              </p:ext>
            </p:extLst>
          </p:nvPr>
        </p:nvGraphicFramePr>
        <p:xfrm>
          <a:off x="6272784" y="1746503"/>
          <a:ext cx="5577840" cy="2133600"/>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483385">
                <a:tc>
                  <a:txBody>
                    <a:bodyPr/>
                    <a:lstStyle/>
                    <a:p>
                      <a:pPr algn="ctr">
                        <a:buNone/>
                      </a:pPr>
                      <a:r>
                        <a:rPr lang="en-MY" sz="1400">
                          <a:solidFill>
                            <a:schemeClr val="bg1"/>
                          </a:solidFill>
                          <a:latin typeface="Segoe UI" panose="020B0502040204020203" pitchFamily="34" charset="0"/>
                          <a:cs typeface="Segoe UI" panose="020B0502040204020203" pitchFamily="34" charset="0"/>
                        </a:rPr>
                        <a:t>Cameras &amp; Monitoring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Cameras &amp; CCTV, Central Monitoring, CCTV/surveillance installation, monitoring/recording, centralized camera/alarm feeds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483385">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&amp; Gates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Gate Automation, keycards/biometrics/intercoms, automated gate control and access management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322257">
                <a:tc>
                  <a:txBody>
                    <a:bodyPr/>
                    <a:lstStyle/>
                    <a:p>
                      <a:pPr algn="ctr">
                        <a:buNone/>
                      </a:pPr>
                      <a:r>
                        <a:rPr lang="en-MY" sz="1400">
                          <a:solidFill>
                            <a:schemeClr val="bg1"/>
                          </a:solidFill>
                          <a:latin typeface="Segoe UI" panose="020B0502040204020203" pitchFamily="34" charset="0"/>
                          <a:cs typeface="Segoe UI" panose="020B0502040204020203" pitchFamily="34" charset="0"/>
                        </a:rPr>
                        <a:t>Alarms &amp; Fire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Alarms &amp; Fire, intrusion detection, fire detection/alarm systems, fire alerts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322257">
                <a:tc>
                  <a:txBody>
                    <a:bodyPr/>
                    <a:lstStyle/>
                    <a:p>
                      <a:pPr algn="ctr">
                        <a:buNone/>
                      </a:pPr>
                      <a:r>
                        <a:rPr lang="en-MY" sz="1400">
                          <a:solidFill>
                            <a:schemeClr val="bg1"/>
                          </a:solidFill>
                          <a:latin typeface="Segoe UI" panose="020B0502040204020203" pitchFamily="34" charset="0"/>
                          <a:cs typeface="Segoe UI" panose="020B0502040204020203" pitchFamily="34" charset="0"/>
                        </a:rPr>
                        <a:t>Cabling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Cabling, structured cabling for data and communication networks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13" name="Picture 12">
            <a:extLst>
              <a:ext uri="{FF2B5EF4-FFF2-40B4-BE49-F238E27FC236}">
                <a16:creationId xmlns:a16="http://schemas.microsoft.com/office/drawing/2014/main" id="{4AB451E8-2B2B-F457-F6DE-1581A01F6E2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576329" y="293684"/>
            <a:ext cx="1280709" cy="363608"/>
          </a:xfrm>
          <a:prstGeom prst="rect">
            <a:avLst/>
          </a:prstGeom>
        </p:spPr>
      </p:pic>
      <p:sp>
        <p:nvSpPr>
          <p:cNvPr id="17" name="Text 4">
            <a:extLst>
              <a:ext uri="{FF2B5EF4-FFF2-40B4-BE49-F238E27FC236}">
                <a16:creationId xmlns:a16="http://schemas.microsoft.com/office/drawing/2014/main" id="{D4F06028-8457-5A3E-39C9-88AC204E5BF1}"/>
              </a:ext>
            </a:extLst>
          </p:cNvPr>
          <p:cNvSpPr/>
          <p:nvPr/>
        </p:nvSpPr>
        <p:spPr>
          <a:xfrm>
            <a:off x="6272784" y="390157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Principal Partners</a:t>
            </a:r>
          </a:p>
        </p:txBody>
      </p:sp>
      <p:sp>
        <p:nvSpPr>
          <p:cNvPr id="18" name="Shape 5">
            <a:extLst>
              <a:ext uri="{FF2B5EF4-FFF2-40B4-BE49-F238E27FC236}">
                <a16:creationId xmlns:a16="http://schemas.microsoft.com/office/drawing/2014/main" id="{EFAFD1B7-7369-9F39-7FBD-5CCF48A57AD8}"/>
              </a:ext>
            </a:extLst>
          </p:cNvPr>
          <p:cNvSpPr/>
          <p:nvPr/>
        </p:nvSpPr>
        <p:spPr>
          <a:xfrm>
            <a:off x="6272784" y="4285626"/>
            <a:ext cx="5577840" cy="0"/>
          </a:xfrm>
          <a:prstGeom prst="line">
            <a:avLst/>
          </a:prstGeom>
          <a:noFill/>
          <a:ln w="22225">
            <a:solidFill>
              <a:srgbClr val="1F497D"/>
            </a:solidFill>
            <a:prstDash val="solid"/>
          </a:ln>
        </p:spPr>
        <p:txBody>
          <a:bodyPr/>
          <a:lstStyle/>
          <a:p>
            <a:endParaRPr lang="en-TH"/>
          </a:p>
        </p:txBody>
      </p:sp>
      <p:graphicFrame>
        <p:nvGraphicFramePr>
          <p:cNvPr id="19" name="Table 1">
            <a:extLst>
              <a:ext uri="{FF2B5EF4-FFF2-40B4-BE49-F238E27FC236}">
                <a16:creationId xmlns:a16="http://schemas.microsoft.com/office/drawing/2014/main" id="{D14CAE56-D677-EA71-FD30-47679183CF49}"/>
              </a:ext>
            </a:extLst>
          </p:cNvPr>
          <p:cNvGraphicFramePr>
            <a:graphicFrameLocks noGrp="1"/>
          </p:cNvGraphicFramePr>
          <p:nvPr>
            <p:extLst>
              <p:ext uri="{D42A27DB-BD31-4B8C-83A1-F6EECF244321}">
                <p14:modId xmlns:p14="http://schemas.microsoft.com/office/powerpoint/2010/main" val="3750576681"/>
              </p:ext>
            </p:extLst>
          </p:nvPr>
        </p:nvGraphicFramePr>
        <p:xfrm>
          <a:off x="6272784" y="4381915"/>
          <a:ext cx="5577840" cy="1706880"/>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426720">
                <a:tc>
                  <a:txBody>
                    <a:bodyPr/>
                    <a:lstStyle/>
                    <a:p>
                      <a:pPr algn="ctr">
                        <a:buNone/>
                      </a:pPr>
                      <a:r>
                        <a:rPr lang="en-MY" sz="1400">
                          <a:solidFill>
                            <a:schemeClr val="bg1"/>
                          </a:solidFill>
                          <a:latin typeface="Segoe UI" panose="020B0502040204020203" pitchFamily="34" charset="0"/>
                          <a:cs typeface="Segoe UI" panose="020B0502040204020203" pitchFamily="34" charset="0"/>
                        </a:rPr>
                        <a:t>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400" kern="1200">
                          <a:solidFill>
                            <a:srgbClr val="000000"/>
                          </a:solidFill>
                          <a:latin typeface="Segoe UI" pitchFamily="34" charset="0"/>
                          <a:ea typeface="Segoe UI" charset="0"/>
                          <a:cs typeface="Segoe UI" pitchFamily="34" charset="-120"/>
                        </a:rPr>
                        <a:t>Hikvision, Mapesen, Dahua, BOSCH, Axis, Honeywell, Vivotek, Geovision, Panasonic</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426720">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Control</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400" kern="1200">
                          <a:solidFill>
                            <a:srgbClr val="000000"/>
                          </a:solidFill>
                          <a:latin typeface="Segoe UI" pitchFamily="34" charset="0"/>
                          <a:ea typeface="Segoe UI" charset="0"/>
                          <a:cs typeface="Segoe UI" pitchFamily="34" charset="-120"/>
                        </a:rPr>
                        <a:t>Hikvision, ZKTeco, Linear, Falco, Sebury, Anviz</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426720">
                <a:tc>
                  <a:txBody>
                    <a:bodyPr/>
                    <a:lstStyle/>
                    <a:p>
                      <a:pPr algn="ctr">
                        <a:buNone/>
                      </a:pPr>
                      <a:r>
                        <a:rPr lang="en-MY" sz="1400">
                          <a:solidFill>
                            <a:schemeClr val="bg1"/>
                          </a:solidFill>
                          <a:latin typeface="Segoe UI" panose="020B0502040204020203" pitchFamily="34" charset="0"/>
                          <a:cs typeface="Segoe UI" panose="020B0502040204020203" pitchFamily="34" charset="0"/>
                        </a:rPr>
                        <a:t>Fire Detection &amp; Alarm</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400" kern="1200">
                          <a:solidFill>
                            <a:srgbClr val="000000"/>
                          </a:solidFill>
                          <a:latin typeface="Segoe UI" pitchFamily="34" charset="0"/>
                          <a:ea typeface="Segoe UI" charset="0"/>
                          <a:cs typeface="Segoe UI" pitchFamily="34" charset="-120"/>
                        </a:rPr>
                        <a:t>Paradox, Posonic, Rokonet, Trikdis, Honeywell, TND, Cooper, Napco, Ademco, Ajax</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426720">
                <a:tc>
                  <a:txBody>
                    <a:bodyPr/>
                    <a:lstStyle/>
                    <a:p>
                      <a:pPr algn="ctr">
                        <a:buNone/>
                      </a:pPr>
                      <a:r>
                        <a:rPr lang="en-MY" sz="1400">
                          <a:solidFill>
                            <a:schemeClr val="bg1"/>
                          </a:solidFill>
                          <a:latin typeface="Segoe UI" panose="020B0502040204020203" pitchFamily="34" charset="0"/>
                          <a:cs typeface="Segoe UI" panose="020B0502040204020203" pitchFamily="34" charset="0"/>
                        </a:rPr>
                        <a:t>Intercom</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400" kern="1200">
                          <a:solidFill>
                            <a:srgbClr val="000000"/>
                          </a:solidFill>
                          <a:latin typeface="Segoe UI" pitchFamily="34" charset="0"/>
                          <a:ea typeface="Segoe UI" charset="0"/>
                          <a:cs typeface="Segoe UI" pitchFamily="34" charset="-120"/>
                        </a:rPr>
                        <a:t>Aiphone, TOA, Hikvision, Panasonic</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0" name="Text 6">
            <a:extLst>
              <a:ext uri="{FF2B5EF4-FFF2-40B4-BE49-F238E27FC236}">
                <a16:creationId xmlns:a16="http://schemas.microsoft.com/office/drawing/2014/main" id="{D9505BA4-37D2-CB0C-6880-CEF97BC049EF}"/>
              </a:ext>
            </a:extLst>
          </p:cNvPr>
          <p:cNvSpPr/>
          <p:nvPr/>
        </p:nvSpPr>
        <p:spPr>
          <a:xfrm>
            <a:off x="347472" y="6121032"/>
            <a:ext cx="11430000" cy="230350"/>
          </a:xfrm>
          <a:prstGeom prst="rect">
            <a:avLst/>
          </a:prstGeom>
          <a:noFill/>
          <a:ln/>
        </p:spPr>
        <p:txBody>
          <a:bodyPr wrap="square" lIns="0" tIns="0" rIns="0" bIns="0" rtlCol="0" anchor="ctr"/>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53. </a:t>
            </a:r>
            <a:r>
              <a:rPr lang="en-US" sz="2400" err="1">
                <a:solidFill>
                  <a:srgbClr val="000000"/>
                </a:solidFill>
                <a:latin typeface="Segoe UI" pitchFamily="34" charset="0"/>
                <a:ea typeface="Segoe UI" pitchFamily="34" charset="-122"/>
                <a:cs typeface="Segoe UI" pitchFamily="34" charset="-120"/>
              </a:rPr>
              <a:t>Techcore</a:t>
            </a:r>
            <a:r>
              <a:rPr lang="en-US" sz="2400">
                <a:solidFill>
                  <a:srgbClr val="000000"/>
                </a:solidFill>
                <a:latin typeface="Segoe UI" pitchFamily="34" charset="0"/>
                <a:ea typeface="Segoe UI" pitchFamily="34" charset="-122"/>
                <a:cs typeface="Segoe UI" pitchFamily="34" charset="-120"/>
              </a:rPr>
              <a:t> Philippines</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Philippines-based distributor and system integrator specializing in electronic security and surveillance systems.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0684348" y="315468"/>
            <a:ext cx="997527" cy="32004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3" name="Table 0"/>
          <p:cNvGraphicFramePr>
            <a:graphicFrameLocks noGrp="1"/>
          </p:cNvGraphicFramePr>
          <p:nvPr>
            <p:extLst>
              <p:ext uri="{D42A27DB-BD31-4B8C-83A1-F6EECF244321}">
                <p14:modId xmlns:p14="http://schemas.microsoft.com/office/powerpoint/2010/main" val="1604550239"/>
              </p:ext>
            </p:extLst>
          </p:nvPr>
        </p:nvGraphicFramePr>
        <p:xfrm>
          <a:off x="338328" y="1691639"/>
          <a:ext cx="5577840" cy="4416210"/>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883242">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rgbClr val="0563C1"/>
                          </a:solidFill>
                          <a:latin typeface="Segoe UI" pitchFamily="34" charset="0"/>
                          <a:ea typeface="Segoe UI" pitchFamily="34" charset="-122"/>
                          <a:cs typeface="Segoe UI" pitchFamily="34" charset="-120"/>
                          <a:hlinkClick r:id="rId5" tooltip="Visit company website">
                            <a:extLst>
                              <a:ext uri="{A12FA001-AC4F-418D-AE19-62706E023703}">
                                <ahyp:hlinkClr xmlns:ahyp="http://schemas.microsoft.com/office/drawing/2018/hyperlinkcolor" val="tx"/>
                              </a:ext>
                            </a:extLst>
                          </a:hlinkClick>
                        </a:rPr>
                        <a:t>Techcore Philippines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883242">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2013</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883242">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Quezon City, Philippines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883242">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itchFamily="34" charset="0"/>
                          <a:ea typeface="Segoe UI" pitchFamily="34" charset="-122"/>
                          <a:cs typeface="Segoe UI" pitchFamily="34" charset="-120"/>
                        </a:rPr>
                        <a:t>Distribute and install electronic security and surveillance systems including CCTV cameras, alarm systems, and access control solutions</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883242">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Principal Partners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Tx/>
                        <a:buNone/>
                        <a:tabLst/>
                        <a:defRPr/>
                      </a:pPr>
                      <a:r>
                        <a:rPr kumimoji="1" lang="en-US" sz="1400" kern="1200">
                          <a:solidFill>
                            <a:srgbClr val="000000"/>
                          </a:solidFill>
                          <a:latin typeface="Segoe UI" pitchFamily="34" charset="0"/>
                          <a:ea typeface="Segoe UI" charset="0"/>
                          <a:cs typeface="Segoe UI" pitchFamily="34" charset="-120"/>
                        </a:rPr>
                        <a:t>Hikvision, Gigabit, Fronti, Eaton, TOA</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858850558"/>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Cameras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CCTV Cameras, TVI-HD, AHD, IP, wireless, bullet/dome/turret, HiWatch/Ultra/ColorVu, fisheye</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Recording &amp; Management</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DVR/NVR Systems, DVR and NVR Pro Series, video recording and management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Intrusion &amp; Access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Intrusion Alarm Systems, Access Control Systems, intrusion monitoring, face recognition, access terminals, elevator controllers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Cabling &amp; Wireless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Structured Cabling, Wireless Solutions, LAN/data cabling, point-to-point antennas, Omada access points/controllers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Voice &amp; Paging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PABX and PABGM Systems, branch exchange, public address, general messaging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Specialized</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Specialized Equipment, explosion-proof thermal cameras, IDF cabinets, server computers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47472" y="6149416"/>
            <a:ext cx="11430000" cy="306595"/>
          </a:xfrm>
          <a:prstGeom prst="rect">
            <a:avLst/>
          </a:prstGeom>
          <a:noFill/>
          <a:ln/>
        </p:spPr>
        <p:txBody>
          <a:bodyPr wrap="square" lIns="0" tIns="0" rIns="0" bIns="0" rtlCol="0" anchor="ctr"/>
          <a:lstStyle/>
          <a:p>
            <a:pPr marL="0" indent="0">
              <a:buNone/>
            </a:pPr>
            <a:r>
              <a:rPr lang="en-US" sz="1000">
                <a:solidFill>
                  <a:srgbClr val="000000"/>
                </a:solidFill>
                <a:latin typeface="Segoe UI" pitchFamily="34" charset="0"/>
                <a:ea typeface="Segoe UI" pitchFamily="34" charset="-122"/>
                <a:cs typeface="Segoe UI" pitchFamily="34" charset="-120"/>
              </a:rPr>
              <a:t>Note: PABGM (Public Address and General Alarm System), PABX (Private Automatic Branch Exchange)</a:t>
            </a:r>
            <a:endParaRPr lang="en-US" sz="1000"/>
          </a:p>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C8AD9-ED75-A239-55AD-14CB50A9620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09243A1-A861-9C3F-37D5-CED967256803}"/>
              </a:ext>
            </a:extLst>
          </p:cNvPr>
          <p:cNvSpPr/>
          <p:nvPr/>
        </p:nvSpPr>
        <p:spPr>
          <a:xfrm>
            <a:off x="0" y="932688"/>
            <a:ext cx="12191695" cy="0"/>
          </a:xfrm>
          <a:prstGeom prst="line">
            <a:avLst/>
          </a:prstGeom>
          <a:noFill/>
          <a:ln w="57150">
            <a:solidFill>
              <a:srgbClr val="293F55"/>
            </a:solidFill>
            <a:prstDash val="solid"/>
          </a:ln>
        </p:spPr>
        <p:txBody>
          <a:bodyPr/>
          <a:lstStyle/>
          <a:p>
            <a:endParaRPr lang="ja-JP" altLang="en-US"/>
          </a:p>
        </p:txBody>
      </p:sp>
      <p:sp>
        <p:nvSpPr>
          <p:cNvPr id="3" name="Shape 1">
            <a:extLst>
              <a:ext uri="{FF2B5EF4-FFF2-40B4-BE49-F238E27FC236}">
                <a16:creationId xmlns:a16="http://schemas.microsoft.com/office/drawing/2014/main" id="{2248097E-46DA-E74F-6501-D823C79C7A53}"/>
              </a:ext>
            </a:extLst>
          </p:cNvPr>
          <p:cNvSpPr/>
          <p:nvPr/>
        </p:nvSpPr>
        <p:spPr>
          <a:xfrm>
            <a:off x="0" y="1005840"/>
            <a:ext cx="12191695" cy="0"/>
          </a:xfrm>
          <a:prstGeom prst="line">
            <a:avLst/>
          </a:prstGeom>
          <a:noFill/>
          <a:ln w="28575">
            <a:solidFill>
              <a:srgbClr val="293F55"/>
            </a:solidFill>
            <a:prstDash val="solid"/>
          </a:ln>
        </p:spPr>
        <p:txBody>
          <a:bodyPr/>
          <a:lstStyle/>
          <a:p>
            <a:endParaRPr lang="ja-JP" altLang="en-US"/>
          </a:p>
        </p:txBody>
      </p:sp>
      <p:sp>
        <p:nvSpPr>
          <p:cNvPr id="4" name="Shape 2">
            <a:extLst>
              <a:ext uri="{FF2B5EF4-FFF2-40B4-BE49-F238E27FC236}">
                <a16:creationId xmlns:a16="http://schemas.microsoft.com/office/drawing/2014/main" id="{3AB80694-6F95-EEEE-8E28-4BADC33CD847}"/>
              </a:ext>
            </a:extLst>
          </p:cNvPr>
          <p:cNvSpPr/>
          <p:nvPr/>
        </p:nvSpPr>
        <p:spPr>
          <a:xfrm>
            <a:off x="0" y="6620256"/>
            <a:ext cx="12191695" cy="0"/>
          </a:xfrm>
          <a:prstGeom prst="line">
            <a:avLst/>
          </a:prstGeom>
          <a:noFill/>
          <a:ln w="28575">
            <a:solidFill>
              <a:srgbClr val="293F55"/>
            </a:solidFill>
            <a:prstDash val="solid"/>
          </a:ln>
        </p:spPr>
        <p:txBody>
          <a:bodyPr/>
          <a:lstStyle/>
          <a:p>
            <a:endParaRPr lang="ja-JP" altLang="en-US"/>
          </a:p>
        </p:txBody>
      </p:sp>
      <p:sp>
        <p:nvSpPr>
          <p:cNvPr id="5" name="Text 3">
            <a:extLst>
              <a:ext uri="{FF2B5EF4-FFF2-40B4-BE49-F238E27FC236}">
                <a16:creationId xmlns:a16="http://schemas.microsoft.com/office/drawing/2014/main" id="{BF6892D5-41EB-1C39-E307-FE94A3888C90}"/>
              </a:ext>
            </a:extLst>
          </p:cNvPr>
          <p:cNvSpPr/>
          <p:nvPr/>
        </p:nvSpPr>
        <p:spPr>
          <a:xfrm>
            <a:off x="347472" y="64008"/>
            <a:ext cx="8910828" cy="822960"/>
          </a:xfrm>
          <a:prstGeom prst="rect">
            <a:avLst/>
          </a:prstGeom>
          <a:noFill/>
          <a:ln/>
        </p:spPr>
        <p:txBody>
          <a:bodyPr wrap="square" lIns="0" tIns="0" rIns="0" bIns="0" rtlCol="0" anchor="b"/>
          <a:lstStyle/>
          <a:p>
            <a:pPr marL="0" indent="0">
              <a:buNone/>
            </a:pPr>
            <a:r>
              <a:rPr lang="en-US" sz="2000">
                <a:solidFill>
                  <a:srgbClr val="000000"/>
                </a:solidFill>
                <a:latin typeface="+mj-ea"/>
                <a:ea typeface="+mj-ea"/>
                <a:cs typeface="Segoe UI" pitchFamily="34" charset="-120"/>
              </a:rPr>
              <a:t>54. Viet Phat</a:t>
            </a:r>
            <a:endParaRPr lang="en-US" sz="2000">
              <a:latin typeface="+mj-ea"/>
              <a:ea typeface="+mj-ea"/>
            </a:endParaRPr>
          </a:p>
          <a:p>
            <a:r>
              <a:rPr lang="ja-JP" altLang="en-US" sz="1600">
                <a:latin typeface="Yu Gothic" panose="020B0400000000000000" pitchFamily="34" charset="-128"/>
                <a:ea typeface="Yu Gothic" panose="020B0400000000000000" pitchFamily="34" charset="-128"/>
              </a:rPr>
              <a:t>ビンズオン省に拠点を置き、各種組織向けに情報技術およびセキュリティソリューションを提供する企業</a:t>
            </a:r>
          </a:p>
        </p:txBody>
      </p:sp>
      <p:pic>
        <p:nvPicPr>
          <p:cNvPr id="6" name="Image 0" descr="preencoded.png">
            <a:extLst>
              <a:ext uri="{FF2B5EF4-FFF2-40B4-BE49-F238E27FC236}">
                <a16:creationId xmlns:a16="http://schemas.microsoft.com/office/drawing/2014/main" id="{B178D50A-5693-5558-AC83-824022D37491}"/>
              </a:ext>
            </a:extLst>
          </p:cNvPr>
          <p:cNvPicPr>
            <a:picLocks noChangeAspect="1"/>
          </p:cNvPicPr>
          <p:nvPr/>
        </p:nvPicPr>
        <p:blipFill>
          <a:blip r:embed="rId3"/>
          <a:stretch>
            <a:fillRect/>
          </a:stretch>
        </p:blipFill>
        <p:spPr>
          <a:xfrm>
            <a:off x="9729216" y="201168"/>
            <a:ext cx="758952" cy="502920"/>
          </a:xfrm>
          <a:prstGeom prst="rect">
            <a:avLst/>
          </a:prstGeom>
        </p:spPr>
      </p:pic>
      <p:sp>
        <p:nvSpPr>
          <p:cNvPr id="7" name="Shape 4">
            <a:extLst>
              <a:ext uri="{FF2B5EF4-FFF2-40B4-BE49-F238E27FC236}">
                <a16:creationId xmlns:a16="http://schemas.microsoft.com/office/drawing/2014/main" id="{9A2F945D-36B6-0C6A-B260-16DEE0028BD3}"/>
              </a:ext>
            </a:extLst>
          </p:cNvPr>
          <p:cNvSpPr/>
          <p:nvPr/>
        </p:nvSpPr>
        <p:spPr>
          <a:xfrm>
            <a:off x="9729216" y="201168"/>
            <a:ext cx="758952" cy="502920"/>
          </a:xfrm>
          <a:prstGeom prst="rect">
            <a:avLst/>
          </a:prstGeom>
          <a:ln w="12700">
            <a:solidFill>
              <a:srgbClr val="000000"/>
            </a:solidFill>
            <a:prstDash val="solid"/>
          </a:ln>
        </p:spPr>
        <p:txBody>
          <a:bodyPr/>
          <a:lstStyle/>
          <a:p>
            <a:endParaRPr lang="ja-JP" altLang="en-US"/>
          </a:p>
        </p:txBody>
      </p:sp>
      <p:sp>
        <p:nvSpPr>
          <p:cNvPr id="9" name="Text 5">
            <a:extLst>
              <a:ext uri="{FF2B5EF4-FFF2-40B4-BE49-F238E27FC236}">
                <a16:creationId xmlns:a16="http://schemas.microsoft.com/office/drawing/2014/main" id="{801437E2-E2B6-7293-C25D-6EB9DE9BDEE7}"/>
              </a:ext>
            </a:extLst>
          </p:cNvPr>
          <p:cNvSpPr/>
          <p:nvPr/>
        </p:nvSpPr>
        <p:spPr>
          <a:xfrm>
            <a:off x="338328" y="1252728"/>
            <a:ext cx="5577840" cy="320040"/>
          </a:xfrm>
          <a:prstGeom prst="rect">
            <a:avLst/>
          </a:prstGeom>
          <a:noFill/>
          <a:ln/>
        </p:spPr>
        <p:txBody>
          <a:bodyPr wrap="square" rtlCol="0" anchor="ctr"/>
          <a:lstStyle/>
          <a:p>
            <a:pPr algn="ctr"/>
            <a:r>
              <a:rPr lang="ja-JP" altLang="en-US" sz="1400">
                <a:solidFill>
                  <a:srgbClr val="000000"/>
                </a:solidFill>
                <a:latin typeface="+mn-ea"/>
                <a:cs typeface="Segoe UI" pitchFamily="34" charset="-120"/>
              </a:rPr>
              <a:t>会社基本情報</a:t>
            </a:r>
            <a:endParaRPr lang="en-US" altLang="ja-JP" sz="1400">
              <a:latin typeface="+mn-ea"/>
            </a:endParaRPr>
          </a:p>
        </p:txBody>
      </p:sp>
      <p:sp>
        <p:nvSpPr>
          <p:cNvPr id="10" name="Shape 6">
            <a:extLst>
              <a:ext uri="{FF2B5EF4-FFF2-40B4-BE49-F238E27FC236}">
                <a16:creationId xmlns:a16="http://schemas.microsoft.com/office/drawing/2014/main" id="{9116DF83-CB6C-7835-A567-A53D38584661}"/>
              </a:ext>
            </a:extLst>
          </p:cNvPr>
          <p:cNvSpPr/>
          <p:nvPr/>
        </p:nvSpPr>
        <p:spPr>
          <a:xfrm>
            <a:off x="338328" y="1636776"/>
            <a:ext cx="5577840" cy="0"/>
          </a:xfrm>
          <a:prstGeom prst="line">
            <a:avLst/>
          </a:prstGeom>
          <a:noFill/>
          <a:ln w="22225">
            <a:solidFill>
              <a:srgbClr val="1F497D"/>
            </a:solidFill>
            <a:prstDash val="solid"/>
          </a:ln>
        </p:spPr>
        <p:txBody>
          <a:bodyPr/>
          <a:lstStyle/>
          <a:p>
            <a:endParaRPr lang="ja-JP" altLang="en-US"/>
          </a:p>
        </p:txBody>
      </p:sp>
      <p:sp>
        <p:nvSpPr>
          <p:cNvPr id="11" name="Text 7">
            <a:extLst>
              <a:ext uri="{FF2B5EF4-FFF2-40B4-BE49-F238E27FC236}">
                <a16:creationId xmlns:a16="http://schemas.microsoft.com/office/drawing/2014/main" id="{01016401-AD96-A847-3651-4FFDB77A4897}"/>
              </a:ext>
            </a:extLst>
          </p:cNvPr>
          <p:cNvSpPr/>
          <p:nvPr/>
        </p:nvSpPr>
        <p:spPr>
          <a:xfrm>
            <a:off x="6272784" y="1252728"/>
            <a:ext cx="5577840" cy="320040"/>
          </a:xfrm>
          <a:prstGeom prst="rect">
            <a:avLst/>
          </a:prstGeom>
          <a:noFill/>
          <a:ln/>
        </p:spPr>
        <p:txBody>
          <a:bodyPr wrap="square" rtlCol="0" anchor="ctr"/>
          <a:lstStyle/>
          <a:p>
            <a:pPr marL="0" indent="0" algn="ctr">
              <a:buNone/>
            </a:pPr>
            <a:r>
              <a:rPr lang="ja-JP" altLang="en-US" sz="1400">
                <a:solidFill>
                  <a:srgbClr val="000000"/>
                </a:solidFill>
                <a:latin typeface="+mn-ea"/>
                <a:cs typeface="Segoe UI" pitchFamily="34" charset="-120"/>
              </a:rPr>
              <a:t>主要顧客</a:t>
            </a:r>
            <a:endParaRPr lang="en-US" sz="1400">
              <a:latin typeface="+mn-ea"/>
            </a:endParaRPr>
          </a:p>
        </p:txBody>
      </p:sp>
      <p:sp>
        <p:nvSpPr>
          <p:cNvPr id="12" name="Shape 8">
            <a:extLst>
              <a:ext uri="{FF2B5EF4-FFF2-40B4-BE49-F238E27FC236}">
                <a16:creationId xmlns:a16="http://schemas.microsoft.com/office/drawing/2014/main" id="{0DA244D2-142F-8EDE-20DF-D1629CE9EAF6}"/>
              </a:ext>
            </a:extLst>
          </p:cNvPr>
          <p:cNvSpPr/>
          <p:nvPr/>
        </p:nvSpPr>
        <p:spPr>
          <a:xfrm>
            <a:off x="6272784" y="1636776"/>
            <a:ext cx="5577840" cy="0"/>
          </a:xfrm>
          <a:prstGeom prst="line">
            <a:avLst/>
          </a:prstGeom>
          <a:noFill/>
          <a:ln w="22225">
            <a:solidFill>
              <a:srgbClr val="1F497D"/>
            </a:solidFill>
            <a:prstDash val="solid"/>
          </a:ln>
        </p:spPr>
        <p:txBody>
          <a:bodyPr/>
          <a:lstStyle/>
          <a:p>
            <a:endParaRPr lang="ja-JP" altLang="en-US"/>
          </a:p>
        </p:txBody>
      </p:sp>
      <p:graphicFrame>
        <p:nvGraphicFramePr>
          <p:cNvPr id="13" name="Table 0">
            <a:extLst>
              <a:ext uri="{FF2B5EF4-FFF2-40B4-BE49-F238E27FC236}">
                <a16:creationId xmlns:a16="http://schemas.microsoft.com/office/drawing/2014/main" id="{90A8B8CC-E3E8-04C6-F7E5-1D824A015A3C}"/>
              </a:ext>
            </a:extLst>
          </p:cNvPr>
          <p:cNvGraphicFramePr>
            <a:graphicFrameLocks noGrp="1"/>
          </p:cNvGraphicFramePr>
          <p:nvPr>
            <p:extLst>
              <p:ext uri="{D42A27DB-BD31-4B8C-83A1-F6EECF244321}">
                <p14:modId xmlns:p14="http://schemas.microsoft.com/office/powerpoint/2010/main" val="3817074380"/>
              </p:ext>
            </p:extLst>
          </p:nvPr>
        </p:nvGraphicFramePr>
        <p:xfrm>
          <a:off x="338328" y="1691641"/>
          <a:ext cx="5577840" cy="4398369"/>
        </p:xfrm>
        <a:graphic>
          <a:graphicData uri="http://schemas.openxmlformats.org/drawingml/2006/table">
            <a:tbl>
              <a:tblPr/>
              <a:tblGrid>
                <a:gridCol w="1280160">
                  <a:extLst>
                    <a:ext uri="{9D8B030D-6E8A-4147-A177-3AD203B41FA5}">
                      <a16:colId xmlns:a16="http://schemas.microsoft.com/office/drawing/2014/main" val="20000"/>
                    </a:ext>
                  </a:extLst>
                </a:gridCol>
                <a:gridCol w="2354996">
                  <a:extLst>
                    <a:ext uri="{9D8B030D-6E8A-4147-A177-3AD203B41FA5}">
                      <a16:colId xmlns:a16="http://schemas.microsoft.com/office/drawing/2014/main" val="20001"/>
                    </a:ext>
                  </a:extLst>
                </a:gridCol>
                <a:gridCol w="1942684">
                  <a:extLst>
                    <a:ext uri="{9D8B030D-6E8A-4147-A177-3AD203B41FA5}">
                      <a16:colId xmlns:a16="http://schemas.microsoft.com/office/drawing/2014/main" val="3961263377"/>
                    </a:ext>
                  </a:extLst>
                </a:gridCol>
              </a:tblGrid>
              <a:tr h="213810">
                <a:tc>
                  <a:txBody>
                    <a:bodyPr/>
                    <a:lstStyle/>
                    <a:p>
                      <a:pPr marL="0" indent="0" algn="ctr">
                        <a:buNone/>
                      </a:pPr>
                      <a:r>
                        <a:rPr lang="ja-JP" altLang="en-US" sz="1400">
                          <a:solidFill>
                            <a:srgbClr val="FFFFFF"/>
                          </a:solidFill>
                          <a:latin typeface="+mn-ea"/>
                          <a:ea typeface="+mn-ea"/>
                          <a:cs typeface="Segoe UI" pitchFamily="34" charset="-120"/>
                        </a:rPr>
                        <a:t>会社名</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gridSpan="2">
                  <a:txBody>
                    <a:bodyPr/>
                    <a:lstStyle/>
                    <a:p>
                      <a:pPr marL="0" indent="0" algn="l">
                        <a:buNone/>
                      </a:pPr>
                      <a:r>
                        <a:rPr lang="en-MY" sz="1400" b="0" i="0" u="none" strike="noStrike">
                          <a:solidFill>
                            <a:schemeClr val="tx1"/>
                          </a:solidFill>
                          <a:effectLst/>
                          <a:latin typeface="+mn-ea"/>
                          <a:ea typeface="+mn-ea"/>
                          <a:cs typeface="Segoe UI" panose="020B0502040204020203" pitchFamily="34" charset="0"/>
                          <a:hlinkClick r:id="rId4">
                            <a:extLst>
                              <a:ext uri="{A12FA001-AC4F-418D-AE19-62706E023703}">
                                <ahyp:hlinkClr xmlns:ahyp="http://schemas.microsoft.com/office/drawing/2018/hyperlinkcolor" val="tx"/>
                              </a:ext>
                            </a:extLst>
                          </a:hlinkClick>
                        </a:rPr>
                        <a:t>Viet Phat</a:t>
                      </a:r>
                      <a:endParaRPr lang="en-US" sz="1400">
                        <a:solidFill>
                          <a:schemeClr val="tx1"/>
                        </a:solidFill>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hMerge="1">
                  <a:txBody>
                    <a:bodyPr/>
                    <a:lstStyle/>
                    <a:p>
                      <a:endParaRPr lang="en-MY"/>
                    </a:p>
                  </a:txBody>
                  <a:tcPr/>
                </a:tc>
                <a:extLst>
                  <a:ext uri="{0D108BD9-81ED-4DB2-BD59-A6C34878D82A}">
                    <a16:rowId xmlns:a16="http://schemas.microsoft.com/office/drawing/2014/main" val="10000"/>
                  </a:ext>
                </a:extLst>
              </a:tr>
              <a:tr h="213810">
                <a:tc>
                  <a:txBody>
                    <a:bodyPr/>
                    <a:lstStyle/>
                    <a:p>
                      <a:pPr marL="0" indent="0" algn="ctr">
                        <a:buNone/>
                      </a:pPr>
                      <a:r>
                        <a:rPr lang="ja-JP" altLang="en-US" sz="1400">
                          <a:solidFill>
                            <a:srgbClr val="FFFFFF"/>
                          </a:solidFill>
                          <a:latin typeface="+mn-ea"/>
                          <a:ea typeface="+mn-ea"/>
                          <a:cs typeface="Segoe UI" pitchFamily="34" charset="-120"/>
                        </a:rPr>
                        <a:t>設立年</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gridSpan="2">
                  <a:txBody>
                    <a:bodyPr/>
                    <a:lstStyle/>
                    <a:p>
                      <a:pPr marL="0" indent="0" algn="l">
                        <a:buNone/>
                      </a:pPr>
                      <a:r>
                        <a:rPr lang="en-US" sz="1400">
                          <a:solidFill>
                            <a:srgbClr val="000000"/>
                          </a:solidFill>
                          <a:latin typeface="+mn-ea"/>
                          <a:ea typeface="+mn-ea"/>
                          <a:cs typeface="Segoe UI" pitchFamily="34" charset="-120"/>
                        </a:rPr>
                        <a:t>2008年</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hMerge="1">
                  <a:txBody>
                    <a:bodyPr/>
                    <a:lstStyle/>
                    <a:p>
                      <a:endParaRPr lang="en-MY"/>
                    </a:p>
                  </a:txBody>
                  <a:tcPr/>
                </a:tc>
                <a:extLst>
                  <a:ext uri="{0D108BD9-81ED-4DB2-BD59-A6C34878D82A}">
                    <a16:rowId xmlns:a16="http://schemas.microsoft.com/office/drawing/2014/main" val="10001"/>
                  </a:ext>
                </a:extLst>
              </a:tr>
              <a:tr h="641429">
                <a:tc>
                  <a:txBody>
                    <a:bodyPr/>
                    <a:lstStyle/>
                    <a:p>
                      <a:pPr marL="0" indent="0" algn="ctr">
                        <a:buNone/>
                      </a:pPr>
                      <a:r>
                        <a:rPr lang="ja-JP" altLang="en-US" sz="1400">
                          <a:solidFill>
                            <a:schemeClr val="bg1"/>
                          </a:solidFill>
                          <a:latin typeface="+mn-ea"/>
                          <a:ea typeface="+mn-ea"/>
                          <a:cs typeface="Segoe UI" charset="0"/>
                        </a:rPr>
                        <a:t>株主構成</a:t>
                      </a:r>
                      <a:endParaRPr lang="en-US" sz="1400">
                        <a:solidFill>
                          <a:schemeClr val="bg1"/>
                        </a:solidFill>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indent="-216000" algn="l" defTabSz="914400" rtl="0" eaLnBrk="1" latinLnBrk="0" hangingPunct="1">
                        <a:buFont typeface="Wingdings" pitchFamily="2" charset="2"/>
                        <a:buChar char="n"/>
                      </a:pPr>
                      <a:r>
                        <a:rPr kumimoji="1" lang="en-MY" sz="1400" kern="1200">
                          <a:solidFill>
                            <a:srgbClr val="000000"/>
                          </a:solidFill>
                          <a:latin typeface="+mn-ea"/>
                          <a:ea typeface="+mn-ea"/>
                          <a:cs typeface="Segoe UI" pitchFamily="34" charset="-120"/>
                        </a:rPr>
                        <a:t>Nguyen Huu Bao (20%)</a:t>
                      </a:r>
                    </a:p>
                    <a:p>
                      <a:pPr marL="216000" indent="-216000" algn="l" defTabSz="914400" rtl="0" eaLnBrk="1" latinLnBrk="0" hangingPunct="1">
                        <a:buFont typeface="Wingdings" pitchFamily="2" charset="2"/>
                        <a:buChar char="n"/>
                      </a:pPr>
                      <a:r>
                        <a:rPr kumimoji="1" lang="en-MY" sz="1400" kern="1200">
                          <a:solidFill>
                            <a:srgbClr val="000000"/>
                          </a:solidFill>
                          <a:latin typeface="+mn-ea"/>
                          <a:ea typeface="+mn-ea"/>
                          <a:cs typeface="Segoe UI" pitchFamily="34" charset="-120"/>
                        </a:rPr>
                        <a:t>Nguyen Ngoc Hai (20%)</a:t>
                      </a:r>
                    </a:p>
                    <a:p>
                      <a:pPr marL="216000" indent="-216000" algn="l" defTabSz="914400" rtl="0" eaLnBrk="1" latinLnBrk="0" hangingPunct="1">
                        <a:buFont typeface="Wingdings" pitchFamily="2" charset="2"/>
                        <a:buChar char="n"/>
                      </a:pPr>
                      <a:r>
                        <a:rPr kumimoji="1" lang="en-MY" sz="1400" kern="1200">
                          <a:solidFill>
                            <a:srgbClr val="000000"/>
                          </a:solidFill>
                          <a:latin typeface="+mn-ea"/>
                          <a:ea typeface="+mn-ea"/>
                          <a:cs typeface="Segoe UI" pitchFamily="34" charset="-120"/>
                        </a:rPr>
                        <a:t>Tran Xuan Quyen (20%)</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a:txBody>
                    <a:bodyPr/>
                    <a:lstStyle/>
                    <a:p>
                      <a:pPr marL="216000" indent="-216000" algn="l" defTabSz="914400" rtl="0" eaLnBrk="1" latinLnBrk="0" hangingPunct="1">
                        <a:buFont typeface="Wingdings" pitchFamily="2" charset="2"/>
                        <a:buChar char="n"/>
                      </a:pPr>
                      <a:r>
                        <a:rPr kumimoji="1" lang="en-MY" sz="1400" kern="1200">
                          <a:solidFill>
                            <a:srgbClr val="000000"/>
                          </a:solidFill>
                          <a:latin typeface="+mn-ea"/>
                          <a:ea typeface="+mn-ea"/>
                          <a:cs typeface="Segoe UI" pitchFamily="34" charset="-120"/>
                        </a:rPr>
                        <a:t>Ta Duy Hieu (20%)</a:t>
                      </a:r>
                    </a:p>
                    <a:p>
                      <a:pPr marL="216000" indent="-216000" algn="l" defTabSz="914400" rtl="0" eaLnBrk="1" latinLnBrk="0" hangingPunct="1">
                        <a:buFont typeface="Wingdings" pitchFamily="2" charset="2"/>
                        <a:buChar char="n"/>
                      </a:pPr>
                      <a:r>
                        <a:rPr kumimoji="1" lang="en-MY" sz="1400" kern="1200">
                          <a:solidFill>
                            <a:srgbClr val="000000"/>
                          </a:solidFill>
                          <a:latin typeface="+mn-ea"/>
                          <a:ea typeface="+mn-ea"/>
                          <a:cs typeface="Segoe UI" pitchFamily="34" charset="-120"/>
                        </a:rPr>
                        <a:t>Dang Thi Thu Thuy (20%)</a:t>
                      </a:r>
                    </a:p>
                  </a:txBody>
                  <a:tcPr marL="36576" marR="36576" marT="0" marB="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266957124"/>
                  </a:ext>
                </a:extLst>
              </a:tr>
              <a:tr h="213810">
                <a:tc>
                  <a:txBody>
                    <a:bodyPr/>
                    <a:lstStyle/>
                    <a:p>
                      <a:pPr marL="0" indent="0" algn="ctr">
                        <a:buNone/>
                      </a:pPr>
                      <a:r>
                        <a:rPr lang="ja-JP" altLang="en-US" sz="1400">
                          <a:solidFill>
                            <a:srgbClr val="FFFFFF"/>
                          </a:solidFill>
                          <a:latin typeface="+mn-ea"/>
                          <a:ea typeface="+mn-ea"/>
                          <a:cs typeface="Segoe UI" pitchFamily="34" charset="-120"/>
                        </a:rPr>
                        <a:t>本社</a:t>
                      </a:r>
                      <a:r>
                        <a:rPr lang="ja-TH" altLang="en-US" sz="1400">
                          <a:solidFill>
                            <a:srgbClr val="FFFFFF"/>
                          </a:solidFill>
                          <a:latin typeface="+mn-ea"/>
                          <a:ea typeface="+mn-ea"/>
                          <a:cs typeface="Segoe UI" pitchFamily="34" charset="-120"/>
                        </a:rPr>
                        <a:t>所在地</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gridSpan="2">
                  <a:txBody>
                    <a:bodyPr/>
                    <a:lstStyle/>
                    <a:p>
                      <a:pPr marL="0" indent="0" algn="l">
                        <a:buNone/>
                      </a:pPr>
                      <a:r>
                        <a:rPr lang="ja-JP" altLang="en-US" sz="1400" dirty="0">
                          <a:solidFill>
                            <a:srgbClr val="000000"/>
                          </a:solidFill>
                          <a:latin typeface="+mn-ea"/>
                          <a:ea typeface="+mn-ea"/>
                          <a:cs typeface="Segoe UI" pitchFamily="34" charset="-120"/>
                        </a:rPr>
                        <a:t>ビンズオン省、トゥーダウモット市</a:t>
                      </a:r>
                      <a:endParaRPr lang="en-US" sz="1400" dirty="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hMerge="1">
                  <a:txBody>
                    <a:bodyPr/>
                    <a:lstStyle/>
                    <a:p>
                      <a:endParaRPr lang="en-MY"/>
                    </a:p>
                  </a:txBody>
                  <a:tcPr/>
                </a:tc>
                <a:extLst>
                  <a:ext uri="{0D108BD9-81ED-4DB2-BD59-A6C34878D82A}">
                    <a16:rowId xmlns:a16="http://schemas.microsoft.com/office/drawing/2014/main" val="10002"/>
                  </a:ext>
                </a:extLst>
              </a:tr>
              <a:tr h="1282857">
                <a:tc>
                  <a:txBody>
                    <a:bodyPr/>
                    <a:lstStyle/>
                    <a:p>
                      <a:pPr marL="0" indent="0" algn="ctr">
                        <a:buNone/>
                      </a:pPr>
                      <a:r>
                        <a:rPr lang="ja-JP" altLang="en-US" sz="1400">
                          <a:solidFill>
                            <a:srgbClr val="FFFFFF"/>
                          </a:solidFill>
                          <a:latin typeface="+mn-ea"/>
                          <a:ea typeface="+mn-ea"/>
                          <a:cs typeface="Segoe UI" pitchFamily="34" charset="-120"/>
                        </a:rPr>
                        <a:t>事業概要</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gridSpan="2">
                  <a:txBody>
                    <a:bodyPr/>
                    <a:lstStyle/>
                    <a:p>
                      <a:pPr marL="216000" indent="-216000" algn="l" defTabSz="914400" rtl="0" eaLnBrk="1" latinLnBrk="0" hangingPunct="1">
                        <a:buFont typeface="Wingdings" pitchFamily="2" charset="2"/>
                        <a:buChar char="n"/>
                      </a:pPr>
                      <a:r>
                        <a:rPr kumimoji="1" lang="ja-JP" altLang="en-US" sz="1400" kern="1200">
                          <a:solidFill>
                            <a:srgbClr val="000000"/>
                          </a:solidFill>
                          <a:latin typeface="+mn-ea"/>
                          <a:ea typeface="+mn-ea"/>
                          <a:cs typeface="Segoe UI" pitchFamily="34" charset="-120"/>
                        </a:rPr>
                        <a:t>ネットワークシステム、統合セキュリティシステム、防火システムなどの</a:t>
                      </a:r>
                      <a:r>
                        <a:rPr kumimoji="1" lang="en-US" sz="1400" kern="1200">
                          <a:solidFill>
                            <a:srgbClr val="000000"/>
                          </a:solidFill>
                          <a:latin typeface="+mn-ea"/>
                          <a:ea typeface="+mn-ea"/>
                          <a:cs typeface="Segoe UI" pitchFamily="34" charset="-120"/>
                        </a:rPr>
                        <a:t>IT</a:t>
                      </a:r>
                      <a:r>
                        <a:rPr kumimoji="1" lang="ja-JP" altLang="en-US" sz="1400" kern="1200">
                          <a:solidFill>
                            <a:srgbClr val="000000"/>
                          </a:solidFill>
                          <a:latin typeface="+mn-ea"/>
                          <a:ea typeface="+mn-ea"/>
                          <a:cs typeface="Segoe UI" pitchFamily="34" charset="-120"/>
                        </a:rPr>
                        <a:t>ソリューションの提供</a:t>
                      </a:r>
                    </a:p>
                    <a:p>
                      <a:pPr marL="216000" indent="-216000" algn="l" defTabSz="914400" rtl="0" eaLnBrk="1" latinLnBrk="0" hangingPunct="1">
                        <a:buFont typeface="Wingdings" pitchFamily="2" charset="2"/>
                        <a:buChar char="n"/>
                      </a:pPr>
                      <a:r>
                        <a:rPr kumimoji="1" lang="ja-JP" altLang="en-US" sz="1400" kern="1200">
                          <a:solidFill>
                            <a:srgbClr val="000000"/>
                          </a:solidFill>
                          <a:latin typeface="+mn-ea"/>
                          <a:ea typeface="+mn-ea"/>
                          <a:cs typeface="Segoe UI" pitchFamily="34" charset="-120"/>
                        </a:rPr>
                        <a:t>工場、オフィスビル、学校などの施設向けに防犯カメラシステムの設置</a:t>
                      </a:r>
                    </a:p>
                    <a:p>
                      <a:pPr marL="216000" indent="-216000" algn="l" defTabSz="914400" rtl="0" eaLnBrk="1" latinLnBrk="0" hangingPunct="1">
                        <a:buFont typeface="Wingdings" pitchFamily="2" charset="2"/>
                        <a:buChar char="n"/>
                      </a:pPr>
                      <a:r>
                        <a:rPr kumimoji="1" lang="ja-JP" altLang="en-US" sz="1400" kern="1200">
                          <a:solidFill>
                            <a:srgbClr val="000000"/>
                          </a:solidFill>
                          <a:latin typeface="+mn-ea"/>
                          <a:ea typeface="+mn-ea"/>
                          <a:cs typeface="Segoe UI" pitchFamily="34" charset="-120"/>
                        </a:rPr>
                        <a:t>システム設計、設置、アップグレードなどのスマートホーム技術サービスの提供</a:t>
                      </a:r>
                      <a:endParaRPr kumimoji="1" lang="en-US" sz="1400" kern="1200">
                        <a:solidFill>
                          <a:srgbClr val="000000"/>
                        </a:solidFill>
                        <a:latin typeface="+mn-ea"/>
                        <a:ea typeface="+mn-ea"/>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hMerge="1">
                  <a:txBody>
                    <a:bodyPr/>
                    <a:lstStyle/>
                    <a:p>
                      <a:endParaRPr lang="en-MY"/>
                    </a:p>
                  </a:txBody>
                  <a:tcPr/>
                </a:tc>
                <a:extLst>
                  <a:ext uri="{0D108BD9-81ED-4DB2-BD59-A6C34878D82A}">
                    <a16:rowId xmlns:a16="http://schemas.microsoft.com/office/drawing/2014/main" val="10003"/>
                  </a:ext>
                </a:extLst>
              </a:tr>
              <a:tr h="18326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400">
                          <a:solidFill>
                            <a:schemeClr val="bg1"/>
                          </a:solidFill>
                          <a:latin typeface="+mn-ea"/>
                          <a:ea typeface="+mn-ea"/>
                          <a:cs typeface="Segoe UI" charset="0"/>
                        </a:rPr>
                        <a:t>売上</a:t>
                      </a:r>
                      <a:br>
                        <a:rPr lang="en-US" sz="1400">
                          <a:solidFill>
                            <a:schemeClr val="bg1"/>
                          </a:solidFill>
                          <a:latin typeface="+mn-ea"/>
                          <a:ea typeface="+mn-ea"/>
                          <a:cs typeface="Segoe UI" charset="0"/>
                        </a:rPr>
                      </a:br>
                      <a:r>
                        <a:rPr lang="en-US" sz="1400">
                          <a:solidFill>
                            <a:schemeClr val="bg1"/>
                          </a:solidFill>
                          <a:latin typeface="+mn-ea"/>
                          <a:ea typeface="+mn-ea"/>
                          <a:cs typeface="Segoe UI" charset="0"/>
                        </a:rPr>
                        <a:t>(VND B)</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gridSpan="2">
                  <a:txBody>
                    <a:bodyPr/>
                    <a:lstStyle/>
                    <a:p>
                      <a:pPr marL="0" indent="0" algn="l" defTabSz="914400" rtl="0" eaLnBrk="1" latinLnBrk="0" hangingPunct="1">
                        <a:buFont typeface="Wingdings" pitchFamily="2" charset="2"/>
                        <a:buNone/>
                      </a:pPr>
                      <a:endParaRPr kumimoji="1" lang="en-US" sz="1400" kern="1200" dirty="0">
                        <a:solidFill>
                          <a:srgbClr val="000000"/>
                        </a:solidFill>
                        <a:highlight>
                          <a:srgbClr val="FFFF00"/>
                        </a:highlight>
                        <a:latin typeface="+mn-ea"/>
                        <a:ea typeface="+mn-ea"/>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tc hMerge="1">
                  <a:txBody>
                    <a:bodyPr/>
                    <a:lstStyle/>
                    <a:p>
                      <a:endParaRPr lang="en-MY"/>
                    </a:p>
                  </a:txBody>
                  <a:tcPr/>
                </a:tc>
                <a:extLst>
                  <a:ext uri="{0D108BD9-81ED-4DB2-BD59-A6C34878D82A}">
                    <a16:rowId xmlns:a16="http://schemas.microsoft.com/office/drawing/2014/main" val="10005"/>
                  </a:ext>
                </a:extLst>
              </a:tr>
            </a:tbl>
          </a:graphicData>
        </a:graphic>
      </p:graphicFrame>
      <p:sp>
        <p:nvSpPr>
          <p:cNvPr id="15" name="Text 10">
            <a:extLst>
              <a:ext uri="{FF2B5EF4-FFF2-40B4-BE49-F238E27FC236}">
                <a16:creationId xmlns:a16="http://schemas.microsoft.com/office/drawing/2014/main" id="{5C796376-4B7F-C38D-CC77-6358D0405D43}"/>
              </a:ext>
            </a:extLst>
          </p:cNvPr>
          <p:cNvSpPr/>
          <p:nvPr/>
        </p:nvSpPr>
        <p:spPr>
          <a:xfrm>
            <a:off x="347472" y="6121184"/>
            <a:ext cx="11430000" cy="255228"/>
          </a:xfrm>
          <a:prstGeom prst="rect">
            <a:avLst/>
          </a:prstGeom>
          <a:noFill/>
          <a:ln/>
        </p:spPr>
        <p:txBody>
          <a:bodyPr wrap="square" lIns="36000" tIns="0" rIns="36000" bIns="0" rtlCol="0" anchor="ctr"/>
          <a:lstStyle/>
          <a:p>
            <a:r>
              <a:rPr lang="ja-JP" altLang="en-US" sz="1000">
                <a:solidFill>
                  <a:srgbClr val="000000"/>
                </a:solidFill>
                <a:latin typeface="+mn-ea"/>
                <a:cs typeface="Segoe UI" pitchFamily="34" charset="-120"/>
              </a:rPr>
              <a:t>為替レート</a:t>
            </a:r>
            <a:r>
              <a:rPr lang="en-US" sz="1000">
                <a:solidFill>
                  <a:srgbClr val="000000"/>
                </a:solidFill>
                <a:latin typeface="+mn-ea"/>
                <a:cs typeface="Segoe UI" pitchFamily="34" charset="-120"/>
              </a:rPr>
              <a:t>: VND 100B = 6億円</a:t>
            </a:r>
          </a:p>
          <a:p>
            <a:r>
              <a:rPr lang="ja-JP" altLang="en-US" sz="1000">
                <a:solidFill>
                  <a:srgbClr val="000000"/>
                </a:solidFill>
                <a:latin typeface="+mn-ea"/>
                <a:cs typeface="Segoe UI" pitchFamily="34" charset="-120"/>
              </a:rPr>
              <a:t>出典</a:t>
            </a:r>
            <a:r>
              <a:rPr lang="en-US" sz="1000">
                <a:solidFill>
                  <a:srgbClr val="000000"/>
                </a:solidFill>
                <a:latin typeface="+mn-ea"/>
                <a:cs typeface="Segoe UI" pitchFamily="34" charset="-120"/>
              </a:rPr>
              <a:t>: </a:t>
            </a:r>
            <a:r>
              <a:rPr lang="ja-JP" altLang="en-US" sz="1000">
                <a:solidFill>
                  <a:srgbClr val="000000"/>
                </a:solidFill>
                <a:latin typeface="+mn-ea"/>
                <a:cs typeface="Segoe UI" pitchFamily="34" charset="-120"/>
              </a:rPr>
              <a:t>会社ウェブサイト</a:t>
            </a:r>
            <a:r>
              <a:rPr lang="en-US" sz="1000">
                <a:solidFill>
                  <a:srgbClr val="000000"/>
                </a:solidFill>
                <a:latin typeface="+mn-ea"/>
                <a:cs typeface="Segoe UI" pitchFamily="34" charset="-120"/>
              </a:rPr>
              <a:t>, SPEEDA</a:t>
            </a:r>
            <a:endParaRPr lang="en-US" sz="1000">
              <a:latin typeface="+mn-ea"/>
            </a:endParaRPr>
          </a:p>
        </p:txBody>
      </p:sp>
      <p:pic>
        <p:nvPicPr>
          <p:cNvPr id="16" name="Picture 15">
            <a:extLst>
              <a:ext uri="{FF2B5EF4-FFF2-40B4-BE49-F238E27FC236}">
                <a16:creationId xmlns:a16="http://schemas.microsoft.com/office/drawing/2014/main" id="{6B7FE935-95E6-AE1F-DDAF-489CC0B0F38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630579" y="316232"/>
            <a:ext cx="1146893" cy="344068"/>
          </a:xfrm>
          <a:prstGeom prst="rect">
            <a:avLst/>
          </a:prstGeom>
        </p:spPr>
      </p:pic>
      <p:graphicFrame>
        <p:nvGraphicFramePr>
          <p:cNvPr id="8" name="Table 0">
            <a:extLst>
              <a:ext uri="{FF2B5EF4-FFF2-40B4-BE49-F238E27FC236}">
                <a16:creationId xmlns:a16="http://schemas.microsoft.com/office/drawing/2014/main" id="{D005DC47-2139-327A-4FB2-626D336EB4CC}"/>
              </a:ext>
            </a:extLst>
          </p:cNvPr>
          <p:cNvGraphicFramePr>
            <a:graphicFrameLocks noGrp="1"/>
          </p:cNvGraphicFramePr>
          <p:nvPr/>
        </p:nvGraphicFramePr>
        <p:xfrm>
          <a:off x="6279198" y="1691642"/>
          <a:ext cx="5577840" cy="4410138"/>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1274274">
                <a:tc>
                  <a:txBody>
                    <a:bodyPr/>
                    <a:lstStyle/>
                    <a:p>
                      <a:pPr algn="ctr">
                        <a:buNone/>
                      </a:pPr>
                      <a:r>
                        <a:rPr lang="en-MY" sz="1400" err="1">
                          <a:solidFill>
                            <a:schemeClr val="bg1"/>
                          </a:solidFill>
                          <a:latin typeface="+mn-ea"/>
                          <a:ea typeface="+mn-ea"/>
                          <a:cs typeface="Segoe UI" panose="020B0502040204020203" pitchFamily="34" charset="0"/>
                        </a:rPr>
                        <a:t>政府</a:t>
                      </a:r>
                      <a:r>
                        <a:rPr lang="en-MY" sz="1400">
                          <a:solidFill>
                            <a:schemeClr val="bg1"/>
                          </a:solidFill>
                          <a:latin typeface="+mn-ea"/>
                          <a:ea typeface="+mn-ea"/>
                          <a:cs typeface="Segoe UI" panose="020B0502040204020203" pitchFamily="34" charset="0"/>
                        </a:rPr>
                        <a:t>/</a:t>
                      </a:r>
                      <a:r>
                        <a:rPr lang="en-MY" sz="1400" err="1">
                          <a:solidFill>
                            <a:schemeClr val="bg1"/>
                          </a:solidFill>
                          <a:latin typeface="+mn-ea"/>
                          <a:ea typeface="+mn-ea"/>
                          <a:cs typeface="Segoe UI" panose="020B0502040204020203" pitchFamily="34" charset="0"/>
                        </a:rPr>
                        <a:t>公共機関</a:t>
                      </a:r>
                      <a:endParaRPr lang="en-MY" sz="140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85750" indent="-285750">
                        <a:buFont typeface="Wingdings" pitchFamily="2" charset="2"/>
                        <a:buChar char="n"/>
                      </a:pPr>
                      <a:r>
                        <a:rPr lang="ja-JP" altLang="en-US" sz="1400">
                          <a:latin typeface="Yu Gothic" panose="020B0400000000000000" pitchFamily="34" charset="-128"/>
                          <a:ea typeface="Yu Gothic" panose="020B0400000000000000" pitchFamily="34" charset="-128"/>
                        </a:rPr>
                        <a:t>ビンズオン警察</a:t>
                      </a:r>
                    </a:p>
                    <a:p>
                      <a:pPr marL="285750" indent="-285750">
                        <a:buFont typeface="Wingdings" pitchFamily="2" charset="2"/>
                        <a:buChar char="n"/>
                      </a:pPr>
                      <a:r>
                        <a:rPr lang="ja-JP" altLang="en-US" sz="1400">
                          <a:latin typeface="Yu Gothic" panose="020B0400000000000000" pitchFamily="34" charset="-128"/>
                          <a:ea typeface="Yu Gothic" panose="020B0400000000000000" pitchFamily="34" charset="-128"/>
                        </a:rPr>
                        <a:t>ビンズオン省情報通信局（</a:t>
                      </a:r>
                      <a:r>
                        <a:rPr lang="en-GB" altLang="ja-JP" sz="1400">
                          <a:latin typeface="Yu Gothic" panose="020B0400000000000000" pitchFamily="34" charset="-128"/>
                          <a:ea typeface="Yu Gothic" panose="020B0400000000000000" pitchFamily="34" charset="-128"/>
                        </a:rPr>
                        <a:t>DoIC</a:t>
                      </a:r>
                      <a:r>
                        <a:rPr lang="ja-JP" altLang="en-GB" sz="1400">
                          <a:latin typeface="Yu Gothic" panose="020B0400000000000000" pitchFamily="34" charset="-128"/>
                          <a:ea typeface="Yu Gothic" panose="020B0400000000000000" pitchFamily="34" charset="-128"/>
                        </a:rPr>
                        <a:t>）</a:t>
                      </a:r>
                    </a:p>
                    <a:p>
                      <a:pPr marL="285750" indent="-285750">
                        <a:buFont typeface="Wingdings" pitchFamily="2" charset="2"/>
                        <a:buChar char="n"/>
                      </a:pPr>
                      <a:r>
                        <a:rPr lang="ja-JP" altLang="en-US" sz="1400">
                          <a:latin typeface="Yu Gothic" panose="020B0400000000000000" pitchFamily="34" charset="-128"/>
                          <a:ea typeface="Yu Gothic" panose="020B0400000000000000" pitchFamily="34" charset="-128"/>
                        </a:rPr>
                        <a:t>ビンズオン省財務局</a:t>
                      </a:r>
                    </a:p>
                    <a:p>
                      <a:pPr marL="285750" indent="-285750">
                        <a:buFont typeface="Wingdings" pitchFamily="2" charset="2"/>
                        <a:buChar char="n"/>
                      </a:pPr>
                      <a:r>
                        <a:rPr lang="ja-JP" altLang="en-US" sz="1400">
                          <a:latin typeface="Yu Gothic" panose="020B0400000000000000" pitchFamily="34" charset="-128"/>
                          <a:ea typeface="Yu Gothic" panose="020B0400000000000000" pitchFamily="34" charset="-128"/>
                        </a:rPr>
                        <a:t>ドンナイ省行政サービスセンター（</a:t>
                      </a:r>
                      <a:r>
                        <a:rPr lang="en-GB" altLang="ja-JP" sz="1400">
                          <a:latin typeface="Yu Gothic" panose="020B0400000000000000" pitchFamily="34" charset="-128"/>
                          <a:ea typeface="Yu Gothic" panose="020B0400000000000000" pitchFamily="34" charset="-128"/>
                        </a:rPr>
                        <a:t>PASC</a:t>
                      </a:r>
                      <a:r>
                        <a:rPr lang="ja-JP" altLang="en-GB" sz="1400">
                          <a:latin typeface="Yu Gothic" panose="020B0400000000000000" pitchFamily="34" charset="-128"/>
                          <a:ea typeface="Yu Gothic" panose="020B0400000000000000" pitchFamily="34" charset="-128"/>
                        </a:rPr>
                        <a:t>）</a:t>
                      </a:r>
                    </a:p>
                    <a:p>
                      <a:pPr marL="285750" indent="-285750">
                        <a:buFont typeface="Wingdings" pitchFamily="2" charset="2"/>
                        <a:buChar char="n"/>
                      </a:pPr>
                      <a:r>
                        <a:rPr lang="ja-JP" altLang="en-US" sz="1400">
                          <a:latin typeface="Yu Gothic" panose="020B0400000000000000" pitchFamily="34" charset="-128"/>
                          <a:ea typeface="Yu Gothic" panose="020B0400000000000000" pitchFamily="34" charset="-128"/>
                        </a:rPr>
                        <a:t>ドンナイ省党委員会</a:t>
                      </a:r>
                    </a:p>
                    <a:p>
                      <a:pPr marL="285750" indent="-285750">
                        <a:buFont typeface="Wingdings" pitchFamily="2" charset="2"/>
                        <a:buChar char="n"/>
                      </a:pPr>
                      <a:r>
                        <a:rPr lang="ja-JP" altLang="en-US" sz="1400">
                          <a:latin typeface="Yu Gothic" panose="020B0400000000000000" pitchFamily="34" charset="-128"/>
                          <a:ea typeface="Yu Gothic" panose="020B0400000000000000" pitchFamily="34" charset="-128"/>
                        </a:rPr>
                        <a:t>ハーティエン市</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548111196"/>
                  </a:ext>
                </a:extLst>
              </a:tr>
              <a:tr h="637137">
                <a:tc>
                  <a:txBody>
                    <a:bodyPr/>
                    <a:lstStyle/>
                    <a:p>
                      <a:pPr algn="ctr">
                        <a:buNone/>
                      </a:pPr>
                      <a:r>
                        <a:rPr lang="en-MY" sz="1400" err="1">
                          <a:solidFill>
                            <a:schemeClr val="bg1"/>
                          </a:solidFill>
                          <a:latin typeface="+mn-ea"/>
                          <a:ea typeface="+mn-ea"/>
                          <a:cs typeface="Segoe UI" panose="020B0502040204020203" pitchFamily="34" charset="0"/>
                        </a:rPr>
                        <a:t>医療</a:t>
                      </a:r>
                      <a:endParaRPr lang="en-MY" sz="140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85750" indent="-285750">
                        <a:buFont typeface="Wingdings" pitchFamily="2" charset="2"/>
                        <a:buChar char="n"/>
                      </a:pPr>
                      <a:r>
                        <a:rPr lang="ja-JP" altLang="en-US" sz="1400">
                          <a:latin typeface="Yu Gothic" panose="020B0400000000000000" pitchFamily="34" charset="-128"/>
                          <a:ea typeface="Yu Gothic" panose="020B0400000000000000" pitchFamily="34" charset="-128"/>
                        </a:rPr>
                        <a:t>ビンズオン総合病院</a:t>
                      </a:r>
                    </a:p>
                    <a:p>
                      <a:pPr marL="285750" indent="-285750">
                        <a:buFont typeface="Wingdings" pitchFamily="2" charset="2"/>
                        <a:buChar char="n"/>
                      </a:pPr>
                      <a:r>
                        <a:rPr lang="ja-JP" altLang="en-US" sz="1400">
                          <a:latin typeface="Yu Gothic" panose="020B0400000000000000" pitchFamily="34" charset="-128"/>
                          <a:ea typeface="Yu Gothic" panose="020B0400000000000000" pitchFamily="34" charset="-128"/>
                        </a:rPr>
                        <a:t>ビンズオン省 第</a:t>
                      </a:r>
                      <a:r>
                        <a:rPr lang="en-US" altLang="ja-JP" sz="1400">
                          <a:latin typeface="Yu Gothic" panose="020B0400000000000000" pitchFamily="34" charset="-128"/>
                          <a:ea typeface="Yu Gothic" panose="020B0400000000000000" pitchFamily="34" charset="-128"/>
                        </a:rPr>
                        <a:t>5</a:t>
                      </a:r>
                      <a:r>
                        <a:rPr kumimoji="1" lang="ja-JP" altLang="en-US" sz="1400" b="0" i="0" u="none" strike="noStrike" kern="1200">
                          <a:solidFill>
                            <a:schemeClr val="tx1"/>
                          </a:solidFill>
                          <a:effectLst/>
                          <a:latin typeface="+mn-lt"/>
                          <a:ea typeface="+mn-ea"/>
                          <a:cs typeface="+mn-cs"/>
                        </a:rPr>
                        <a:t>臨時医療施設</a:t>
                      </a:r>
                      <a:endParaRPr lang="ja-JP" altLang="en-US" sz="1400">
                        <a:latin typeface="Yu Gothic" panose="020B0400000000000000" pitchFamily="34" charset="-128"/>
                        <a:ea typeface="Yu Gothic" panose="020B0400000000000000" pitchFamily="34" charset="-128"/>
                      </a:endParaRPr>
                    </a:p>
                    <a:p>
                      <a:pPr marL="285750" indent="-285750">
                        <a:buFont typeface="Wingdings" pitchFamily="2" charset="2"/>
                        <a:buChar char="n"/>
                      </a:pPr>
                      <a:r>
                        <a:rPr lang="ja-JP" altLang="en-US" sz="1400">
                          <a:latin typeface="Yu Gothic" panose="020B0400000000000000" pitchFamily="34" charset="-128"/>
                          <a:ea typeface="Yu Gothic" panose="020B0400000000000000" pitchFamily="34" charset="-128"/>
                        </a:rPr>
                        <a:t>ドンナイ省リハビリ施設</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616606">
                <a:tc>
                  <a:txBody>
                    <a:bodyPr/>
                    <a:lstStyle/>
                    <a:p>
                      <a:pPr algn="ctr">
                        <a:buNone/>
                      </a:pPr>
                      <a:r>
                        <a:rPr lang="en-MY" sz="1400" err="1">
                          <a:solidFill>
                            <a:schemeClr val="bg1"/>
                          </a:solidFill>
                          <a:latin typeface="+mn-ea"/>
                          <a:ea typeface="+mn-ea"/>
                          <a:cs typeface="Segoe UI" panose="020B0502040204020203" pitchFamily="34" charset="0"/>
                        </a:rPr>
                        <a:t>教育</a:t>
                      </a:r>
                      <a:endParaRPr lang="en-MY" sz="140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kumimoji="1" lang="en-GB" altLang="ja-JP" sz="1400" b="0" i="0" u="none" strike="noStrike" kern="1200">
                          <a:solidFill>
                            <a:schemeClr val="tx1"/>
                          </a:solidFill>
                          <a:effectLst/>
                          <a:latin typeface="Yu Gothic" panose="020B0400000000000000" pitchFamily="34" charset="-128"/>
                          <a:ea typeface="Yu Gothic" panose="020B0400000000000000" pitchFamily="34" charset="-128"/>
                          <a:cs typeface="+mn-cs"/>
                        </a:rPr>
                        <a:t>Phu Ngoc </a:t>
                      </a:r>
                      <a:r>
                        <a:rPr kumimoji="1" lang="en-US" altLang="ja-JP" sz="1400" b="0" i="0" u="none" strike="noStrike" kern="1200">
                          <a:solidFill>
                            <a:schemeClr val="tx1"/>
                          </a:solidFill>
                          <a:effectLst/>
                          <a:latin typeface="Yu Gothic" panose="020B0400000000000000" pitchFamily="34" charset="-128"/>
                          <a:ea typeface="Yu Gothic" panose="020B0400000000000000" pitchFamily="34" charset="-128"/>
                          <a:cs typeface="+mn-cs"/>
                        </a:rPr>
                        <a:t>High School</a:t>
                      </a:r>
                      <a:endParaRPr lang="en-MY" sz="1400">
                        <a:latin typeface="Yu Gothic" panose="020B0400000000000000" pitchFamily="34" charset="-128"/>
                        <a:ea typeface="Yu Gothic" panose="020B0400000000000000" pitchFamily="34" charset="-128"/>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094318213"/>
                  </a:ext>
                </a:extLst>
              </a:tr>
              <a:tr h="616606">
                <a:tc>
                  <a:txBody>
                    <a:bodyPr/>
                    <a:lstStyle/>
                    <a:p>
                      <a:pPr algn="ctr">
                        <a:buNone/>
                      </a:pPr>
                      <a:r>
                        <a:rPr lang="en-MY" sz="1400">
                          <a:solidFill>
                            <a:schemeClr val="bg1"/>
                          </a:solidFill>
                          <a:latin typeface="+mn-ea"/>
                          <a:ea typeface="+mn-ea"/>
                          <a:cs typeface="Segoe UI" panose="020B0502040204020203" pitchFamily="34" charset="0"/>
                        </a:rPr>
                        <a:t>産業/工場</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kumimoji="1" lang="en-GB" altLang="ja-JP" sz="1400" b="0" i="0" u="none" strike="noStrike" kern="1200">
                          <a:solidFill>
                            <a:schemeClr val="tx1"/>
                          </a:solidFill>
                          <a:effectLst/>
                          <a:latin typeface="Yu Gothic" panose="020B0400000000000000" pitchFamily="34" charset="-128"/>
                          <a:ea typeface="Yu Gothic" panose="020B0400000000000000" pitchFamily="34" charset="-128"/>
                          <a:cs typeface="+mn-cs"/>
                        </a:rPr>
                        <a:t>Ngoc Minh </a:t>
                      </a: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工場</a:t>
                      </a:r>
                      <a:endParaRPr lang="en-MY" sz="1400">
                        <a:latin typeface="Yu Gothic" panose="020B0400000000000000" pitchFamily="34" charset="-128"/>
                        <a:ea typeface="Yu Gothic" panose="020B0400000000000000" pitchFamily="34" charset="-128"/>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637137">
                <a:tc>
                  <a:txBody>
                    <a:bodyPr/>
                    <a:lstStyle/>
                    <a:p>
                      <a:pPr algn="ctr">
                        <a:buNone/>
                      </a:pPr>
                      <a:r>
                        <a:rPr lang="en-MY" sz="1400" err="1">
                          <a:solidFill>
                            <a:schemeClr val="bg1"/>
                          </a:solidFill>
                          <a:latin typeface="+mn-ea"/>
                          <a:ea typeface="+mn-ea"/>
                          <a:cs typeface="Segoe UI" panose="020B0502040204020203" pitchFamily="34" charset="0"/>
                        </a:rPr>
                        <a:t>民間企業</a:t>
                      </a:r>
                      <a:endParaRPr lang="en-MY" sz="140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85750" indent="-285750">
                        <a:buFont typeface="Wingdings" pitchFamily="2" charset="2"/>
                        <a:buChar char="n"/>
                      </a:pPr>
                      <a:r>
                        <a:rPr lang="en-GB" altLang="ja-JP" sz="1400">
                          <a:latin typeface="Yu Gothic" panose="020B0400000000000000" pitchFamily="34" charset="-128"/>
                          <a:ea typeface="Yu Gothic" panose="020B0400000000000000" pitchFamily="34" charset="-128"/>
                        </a:rPr>
                        <a:t>Khai Tien Phat</a:t>
                      </a:r>
                      <a:r>
                        <a:rPr lang="ja-JP" altLang="en-US" sz="1400">
                          <a:latin typeface="Yu Gothic" panose="020B0400000000000000" pitchFamily="34" charset="-128"/>
                          <a:ea typeface="Yu Gothic" panose="020B0400000000000000" pitchFamily="34" charset="-128"/>
                        </a:rPr>
                        <a:t>環境処理サービス貿易</a:t>
                      </a:r>
                      <a:r>
                        <a:rPr lang="en-US" altLang="ja-JP" sz="1400">
                          <a:latin typeface="Yu Gothic" panose="020B0400000000000000" pitchFamily="34" charset="-128"/>
                          <a:ea typeface="Yu Gothic" panose="020B0400000000000000" pitchFamily="34" charset="-128"/>
                        </a:rPr>
                        <a:t> (</a:t>
                      </a:r>
                      <a:r>
                        <a:rPr lang="ja-JP" altLang="en-US" sz="1400">
                          <a:latin typeface="Yu Gothic" panose="020B0400000000000000" pitchFamily="34" charset="-128"/>
                          <a:ea typeface="Yu Gothic" panose="020B0400000000000000" pitchFamily="34" charset="-128"/>
                        </a:rPr>
                        <a:t>ベトナム</a:t>
                      </a:r>
                      <a:r>
                        <a:rPr lang="en-US" altLang="ja-JP" sz="1400">
                          <a:latin typeface="Yu Gothic" panose="020B0400000000000000" pitchFamily="34" charset="-128"/>
                          <a:ea typeface="Yu Gothic" panose="020B0400000000000000" pitchFamily="34" charset="-128"/>
                        </a:rPr>
                        <a:t>)</a:t>
                      </a:r>
                      <a:endParaRPr lang="ja-JP" altLang="en-US" sz="1400">
                        <a:latin typeface="Yu Gothic" panose="020B0400000000000000" pitchFamily="34" charset="-128"/>
                        <a:ea typeface="Yu Gothic" panose="020B0400000000000000" pitchFamily="34" charset="-128"/>
                      </a:endParaRPr>
                    </a:p>
                    <a:p>
                      <a:pPr marL="285750" indent="-285750">
                        <a:buFont typeface="Wingdings" pitchFamily="2" charset="2"/>
                        <a:buChar char="n"/>
                      </a:pPr>
                      <a:r>
                        <a:rPr lang="en-GB" altLang="ja-JP" sz="1400">
                          <a:latin typeface="Yu Gothic" panose="020B0400000000000000" pitchFamily="34" charset="-128"/>
                          <a:ea typeface="Yu Gothic" panose="020B0400000000000000" pitchFamily="34" charset="-128"/>
                        </a:rPr>
                        <a:t>EVATECH Company (</a:t>
                      </a:r>
                      <a:r>
                        <a:rPr lang="ja-JP" altLang="en-US" sz="1400">
                          <a:latin typeface="Yu Gothic" panose="020B0400000000000000" pitchFamily="34" charset="-128"/>
                          <a:ea typeface="Yu Gothic" panose="020B0400000000000000" pitchFamily="34" charset="-128"/>
                        </a:rPr>
                        <a:t>ベトナム</a:t>
                      </a:r>
                      <a:r>
                        <a:rPr lang="en-GB" altLang="ja-JP" sz="1400">
                          <a:latin typeface="Yu Gothic" panose="020B0400000000000000" pitchFamily="34" charset="-128"/>
                          <a:ea typeface="Yu Gothic" panose="020B0400000000000000" pitchFamily="34" charset="-128"/>
                        </a:rPr>
                        <a:t>)</a:t>
                      </a:r>
                    </a:p>
                    <a:p>
                      <a:pPr marL="285750" indent="-285750">
                        <a:buFont typeface="Wingdings" pitchFamily="2" charset="2"/>
                        <a:buChar char="n"/>
                      </a:pPr>
                      <a:r>
                        <a:rPr lang="en-GB" altLang="ja-JP" sz="1400">
                          <a:latin typeface="Yu Gothic" panose="020B0400000000000000" pitchFamily="34" charset="-128"/>
                          <a:ea typeface="Yu Gothic" panose="020B0400000000000000" pitchFamily="34" charset="-128"/>
                        </a:rPr>
                        <a:t>ASFLOW Company (</a:t>
                      </a:r>
                      <a:r>
                        <a:rPr lang="ja-JP" altLang="en-US" sz="1400">
                          <a:latin typeface="Yu Gothic" panose="020B0400000000000000" pitchFamily="34" charset="-128"/>
                          <a:ea typeface="Yu Gothic" panose="020B0400000000000000" pitchFamily="34" charset="-128"/>
                        </a:rPr>
                        <a:t>ベトナム</a:t>
                      </a:r>
                      <a:r>
                        <a:rPr lang="en-GB" altLang="ja-JP" sz="1400">
                          <a:latin typeface="Yu Gothic" panose="020B0400000000000000" pitchFamily="34" charset="-128"/>
                          <a:ea typeface="Yu Gothic" panose="020B0400000000000000" pitchFamily="34" charset="-128"/>
                        </a:rPr>
                        <a: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616606">
                <a:tc>
                  <a:txBody>
                    <a:bodyPr/>
                    <a:lstStyle/>
                    <a:p>
                      <a:pPr algn="ctr">
                        <a:buNone/>
                      </a:pPr>
                      <a:r>
                        <a:rPr lang="en-MY" sz="1400" err="1">
                          <a:solidFill>
                            <a:schemeClr val="bg1"/>
                          </a:solidFill>
                          <a:latin typeface="+mn-ea"/>
                          <a:ea typeface="+mn-ea"/>
                          <a:cs typeface="Segoe UI" panose="020B0502040204020203" pitchFamily="34" charset="0"/>
                        </a:rPr>
                        <a:t>その他公共プロジェクト</a:t>
                      </a:r>
                      <a:endParaRPr lang="en-MY" sz="140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kumimoji="1" lang="ja-JP" altLang="en-US" sz="1400" b="0" i="0" u="none" strike="noStrike" kern="1200">
                          <a:solidFill>
                            <a:schemeClr val="tx1"/>
                          </a:solidFill>
                          <a:effectLst/>
                          <a:latin typeface="Yu Gothic" panose="020B0400000000000000" pitchFamily="34" charset="-128"/>
                          <a:ea typeface="Yu Gothic" panose="020B0400000000000000" pitchFamily="34" charset="-128"/>
                          <a:cs typeface="+mn-cs"/>
                        </a:rPr>
                        <a:t>ビンズオン・スタートアップセンター</a:t>
                      </a:r>
                      <a:endParaRPr lang="en-MY" sz="1400">
                        <a:latin typeface="Yu Gothic" panose="020B0400000000000000" pitchFamily="34" charset="-128"/>
                        <a:ea typeface="Yu Gothic" panose="020B0400000000000000" pitchFamily="34" charset="-128"/>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807632056"/>
                  </a:ext>
                </a:extLst>
              </a:tr>
            </a:tbl>
          </a:graphicData>
        </a:graphic>
      </p:graphicFrame>
      <p:graphicFrame>
        <p:nvGraphicFramePr>
          <p:cNvPr id="14" name="Chart 13">
            <a:extLst>
              <a:ext uri="{FF2B5EF4-FFF2-40B4-BE49-F238E27FC236}">
                <a16:creationId xmlns:a16="http://schemas.microsoft.com/office/drawing/2014/main" id="{77B7CD3B-FB59-B70E-8011-5171F72AAB8B}"/>
              </a:ext>
            </a:extLst>
          </p:cNvPr>
          <p:cNvGraphicFramePr/>
          <p:nvPr/>
        </p:nvGraphicFramePr>
        <p:xfrm>
          <a:off x="1623103" y="4281055"/>
          <a:ext cx="4289700" cy="1780186"/>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56834299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55. Tan Bao Saigon</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Ho Chi Minh City-based company specializing in integrated security solutions and agricultural technology.</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0611426" y="320592"/>
            <a:ext cx="1174359" cy="297323"/>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4" name="Table 0"/>
          <p:cNvGraphicFramePr>
            <a:graphicFrameLocks noGrp="1"/>
          </p:cNvGraphicFramePr>
          <p:nvPr>
            <p:extLst>
              <p:ext uri="{D42A27DB-BD31-4B8C-83A1-F6EECF244321}">
                <p14:modId xmlns:p14="http://schemas.microsoft.com/office/powerpoint/2010/main" val="2459331190"/>
              </p:ext>
            </p:extLst>
          </p:nvPr>
        </p:nvGraphicFramePr>
        <p:xfrm>
          <a:off x="338328" y="1691639"/>
          <a:ext cx="5577840" cy="4401185"/>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217308">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rgbClr val="0563C1"/>
                          </a:solidFill>
                          <a:latin typeface="Segoe UI" pitchFamily="34" charset="0"/>
                          <a:ea typeface="Segoe UI" pitchFamily="34" charset="-122"/>
                          <a:cs typeface="Segoe UI" pitchFamily="34" charset="-120"/>
                          <a:hlinkClick r:id="rId5" tooltip="Visit company website">
                            <a:extLst>
                              <a:ext uri="{A12FA001-AC4F-418D-AE19-62706E023703}">
                                <ahyp:hlinkClr xmlns:ahyp="http://schemas.microsoft.com/office/drawing/2018/hyperlinkcolor" val="tx"/>
                              </a:ext>
                            </a:extLst>
                          </a:hlinkClick>
                        </a:rPr>
                        <a:t>Tan Bao Saigon</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217308">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2014</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217308">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Ho Chi Minh City, Vietnam</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86923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Segoe UI" pitchFamily="34" charset="-122"/>
                          <a:cs typeface="Segoe UI" pitchFamily="34" charset="-120"/>
                        </a:rPr>
                        <a:t>Provide integrated security solutions for residential and commercial properties</a:t>
                      </a:r>
                      <a:endParaRPr kumimoji="1" lang="en-US" sz="1400" kern="1200">
                        <a:solidFill>
                          <a:srgbClr val="000000"/>
                        </a:solidFill>
                        <a:latin typeface="Segoe UI" pitchFamily="34" charset="0"/>
                        <a:ea typeface="Segoe UI" charset="0"/>
                        <a:cs typeface="Segoe UI" pitchFamily="34" charset="-12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Segoe UI" pitchFamily="34" charset="-122"/>
                          <a:cs typeface="Segoe UI" pitchFamily="34" charset="-120"/>
                        </a:rPr>
                        <a:t>Offer agricultural technology including livestock monitoring systems and energy-saving solutions</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86923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Key Metrics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Segoe UI" pitchFamily="34" charset="-122"/>
                          <a:cs typeface="Segoe UI" pitchFamily="34" charset="-120"/>
                        </a:rPr>
                        <a:t>Past Overseas Projects: Laos, Cambodia, Philippines, Malaysia</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Segoe UI" charset="0"/>
                          <a:cs typeface="Segoe UI" pitchFamily="34" charset="-120"/>
                        </a:rPr>
                        <a:t>Headcount: 50</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Segoe UI" charset="0"/>
                          <a:cs typeface="Segoe UI" pitchFamily="34" charset="-120"/>
                        </a:rPr>
                        <a:t>Cumulative clients: 5,000</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651923">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Principal Partners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itchFamily="34" charset="0"/>
                          <a:ea typeface="Segoe UI" pitchFamily="34" charset="-122"/>
                          <a:cs typeface="Segoe UI" pitchFamily="34" charset="-120"/>
                        </a:rPr>
                        <a:t>Gallagher, Senstar, Advancis, Geutebruck, EntryPass, Coselec VGSE, Nedap, Datamars, Shoof, Uniform-Agri, SG ECO</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r h="1358878">
                <a:tc>
                  <a:txBody>
                    <a:bodyPr/>
                    <a:lstStyle/>
                    <a:p>
                      <a:pPr marL="0" indent="0" algn="ctr">
                        <a:buNone/>
                      </a:pPr>
                      <a:r>
                        <a:rPr lang="en-US" sz="140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Hospitality: Nam Hoi An, </a:t>
                      </a:r>
                      <a:r>
                        <a:rPr kumimoji="1" lang="en-MY" sz="1400" kern="1200" err="1">
                          <a:solidFill>
                            <a:srgbClr val="000000"/>
                          </a:solidFill>
                          <a:latin typeface="Segoe UI" pitchFamily="34" charset="0"/>
                          <a:cs typeface="Segoe UI" pitchFamily="34" charset="-120"/>
                        </a:rPr>
                        <a:t>VinWonders</a:t>
                      </a:r>
                      <a:endParaRPr kumimoji="1" lang="en-MY" sz="1400" kern="1200">
                        <a:solidFill>
                          <a:srgbClr val="000000"/>
                        </a:solidFill>
                        <a:latin typeface="Segoe UI" pitchFamily="34" charset="0"/>
                        <a:cs typeface="Segoe UI" pitchFamily="34" charset="-12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Industrial: Abb Hitachi, Bosch</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Healthcare: </a:t>
                      </a:r>
                      <a:r>
                        <a:rPr kumimoji="1" lang="en-MY" sz="1400" kern="1200" err="1">
                          <a:solidFill>
                            <a:srgbClr val="000000"/>
                          </a:solidFill>
                          <a:latin typeface="Segoe UI" pitchFamily="34" charset="0"/>
                          <a:cs typeface="Segoe UI" pitchFamily="34" charset="-120"/>
                        </a:rPr>
                        <a:t>Becamex</a:t>
                      </a:r>
                      <a:r>
                        <a:rPr kumimoji="1" lang="en-MY" sz="1400" kern="1200">
                          <a:solidFill>
                            <a:srgbClr val="000000"/>
                          </a:solidFill>
                          <a:latin typeface="Segoe UI" pitchFamily="34" charset="0"/>
                          <a:cs typeface="Segoe UI" pitchFamily="34" charset="-120"/>
                        </a:rPr>
                        <a:t>, Dong Anh</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Wildlife and conservation: Rang Dong Wildlife, Animal Asia, Ninh Binh Bear Conservation</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Government: Central Post Office</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628629644"/>
                  </a:ext>
                </a:extLst>
              </a:tr>
            </a:tbl>
          </a:graphicData>
        </a:graphic>
      </p:graphicFrame>
      <p:graphicFrame>
        <p:nvGraphicFramePr>
          <p:cNvPr id="27" name="Table 1"/>
          <p:cNvGraphicFramePr>
            <a:graphicFrameLocks noGrp="1"/>
          </p:cNvGraphicFramePr>
          <p:nvPr>
            <p:extLst>
              <p:ext uri="{D42A27DB-BD31-4B8C-83A1-F6EECF244321}">
                <p14:modId xmlns:p14="http://schemas.microsoft.com/office/powerpoint/2010/main" val="4286059936"/>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Integrated Property Security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Integrated Security Solutions, Advanced Security Devices, access control, CCTV, electric fencing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Livestock Monitoring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Livestock Monitoring Systems, health monitoring, automatic weighing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Farm Security Fencing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Electric Fencing for Livestock, cattle and farm security fencing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Farm Management</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Farm Management Technology, remote water level monitoring, data-driven livestock management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Smart Agriculture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Smart Agriculture Solutions, analytics for pig farming, specialty crop protection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Energy &amp; Storage Solutions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Energy-saving Solutions, Personal Locker Solutions, solar lighting, efficient ventilation, personal storage systems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5" name="Text 6">
            <a:extLst>
              <a:ext uri="{FF2B5EF4-FFF2-40B4-BE49-F238E27FC236}">
                <a16:creationId xmlns:a16="http://schemas.microsoft.com/office/drawing/2014/main" id="{389E2D88-097C-9BA3-5E23-B1A3F607C538}"/>
              </a:ext>
            </a:extLst>
          </p:cNvPr>
          <p:cNvSpPr/>
          <p:nvPr/>
        </p:nvSpPr>
        <p:spPr>
          <a:xfrm>
            <a:off x="347472" y="6121032"/>
            <a:ext cx="11430000" cy="230350"/>
          </a:xfrm>
          <a:prstGeom prst="rect">
            <a:avLst/>
          </a:prstGeom>
          <a:noFill/>
          <a:ln/>
        </p:spPr>
        <p:txBody>
          <a:bodyPr wrap="square" lIns="0" tIns="0" rIns="0" bIns="0" rtlCol="0" anchor="ctr"/>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56. Vu Tien</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Hanoi-based company specializing in comprehensive security solutions for enterprises.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5" name="Table 0"/>
          <p:cNvGraphicFramePr>
            <a:graphicFrameLocks noGrp="1"/>
          </p:cNvGraphicFramePr>
          <p:nvPr>
            <p:extLst>
              <p:ext uri="{D42A27DB-BD31-4B8C-83A1-F6EECF244321}">
                <p14:modId xmlns:p14="http://schemas.microsoft.com/office/powerpoint/2010/main" val="2558600895"/>
              </p:ext>
            </p:extLst>
          </p:nvPr>
        </p:nvGraphicFramePr>
        <p:xfrm>
          <a:off x="338328" y="1691639"/>
          <a:ext cx="5577840" cy="4401185"/>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24451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rgbClr val="0563C1"/>
                          </a:solidFill>
                          <a:latin typeface="Segoe UI" pitchFamily="34" charset="0"/>
                          <a:ea typeface="Segoe UI" pitchFamily="34" charset="-122"/>
                          <a:cs typeface="Segoe UI" pitchFamily="34" charset="-120"/>
                          <a:hlinkClick r:id="rId4" tooltip="Visit company website">
                            <a:extLst>
                              <a:ext uri="{A12FA001-AC4F-418D-AE19-62706E023703}">
                                <ahyp:hlinkClr xmlns:ahyp="http://schemas.microsoft.com/office/drawing/2018/hyperlinkcolor" val="tx"/>
                              </a:ext>
                            </a:extLst>
                          </a:hlinkClick>
                        </a:rPr>
                        <a:t>Vu Tien</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24451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2010</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24451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Hanoi, Vietnam (Nationwide installation coverage)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3353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itchFamily="34" charset="0"/>
                          <a:ea typeface="Segoe UI" pitchFamily="34" charset="-122"/>
                          <a:cs typeface="Segoe UI" pitchFamily="34" charset="-120"/>
                        </a:rPr>
                        <a:t>Distribute and install security solutions including surveillance systems, alarm systems, access control systems and smart parking management systems</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24451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Key Metrics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itchFamily="34" charset="0"/>
                          <a:ea typeface="Segoe UI" pitchFamily="34" charset="-122"/>
                          <a:cs typeface="Segoe UI" pitchFamily="34" charset="-120"/>
                        </a:rPr>
                        <a:t>310+ customers across 550+ projects</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2200593">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Customers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Industrial &amp; Construction: Nidec, Nitto, Obayashi, Maruichi Sunsco, Taiki-Sha, Tung Feng, Uchihashi, Schaeffler, YKK, AsahiKasei, Marubeni</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Logistics: Maersk, DHL, Rhenus Logistics</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Retail: Central Retail, Lazada, Alibaba</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Healthcare: MSD, Olympus, FMC</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Technology: NEC, HP, SETA, Check Point</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Consumer &amp; Real Estate: Savills, TLS Contact, Longbien, Sapporo, Aqua, Rolex, Jacob &amp; Co</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r h="489021">
                <a:tc>
                  <a:txBody>
                    <a:bodyPr/>
                    <a:lstStyle/>
                    <a:p>
                      <a:pPr marL="0" indent="0" algn="ctr">
                        <a:buNone/>
                      </a:pPr>
                      <a:r>
                        <a:rPr lang="en-US" sz="1400">
                          <a:solidFill>
                            <a:schemeClr val="bg1"/>
                          </a:solidFill>
                          <a:latin typeface="Segoe UI" charset="0"/>
                          <a:ea typeface="Segoe UI" charset="0"/>
                          <a:cs typeface="Segoe UI" charset="0"/>
                        </a:rPr>
                        <a:t>Principal Partners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itchFamily="34" charset="0"/>
                          <a:ea typeface="Segoe UI" pitchFamily="34" charset="-122"/>
                          <a:cs typeface="Segoe UI" pitchFamily="34" charset="-120"/>
                        </a:rPr>
                        <a:t>Risco, Hikvision, Kerisystems, Scodeno, Dahua, Seco-Larm, Sengate, Soyal, Sjcam, Magnet</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graphicFrame>
        <p:nvGraphicFramePr>
          <p:cNvPr id="29" name="Table 1"/>
          <p:cNvGraphicFramePr>
            <a:graphicFrameLocks noGrp="1"/>
          </p:cNvGraphicFramePr>
          <p:nvPr>
            <p:extLst>
              <p:ext uri="{D42A27DB-BD31-4B8C-83A1-F6EECF244321}">
                <p14:modId xmlns:p14="http://schemas.microsoft.com/office/powerpoint/2010/main" val="4185009954"/>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Surveillance &amp; Alarms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Surveillance Camera Systems, Alarm Systems, CCTV for industrial/office/retail, intrusion alerts and monitoring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&amp; Intercom</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Intercom Systems, electronic entry control, secure communication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Parking Management</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Smart Parking Management Systems, automated parking space management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Audio Announcements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Audio Systems, sound systems for announcements and alerts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Network Backbone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Network Infrastructure, LAN setups for integrated security systems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Integrated Security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Integrated Security Solutions, comprehensive security for high technical requirements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pic>
        <p:nvPicPr>
          <p:cNvPr id="11" name="Picture 10">
            <a:extLst>
              <a:ext uri="{FF2B5EF4-FFF2-40B4-BE49-F238E27FC236}">
                <a16:creationId xmlns:a16="http://schemas.microsoft.com/office/drawing/2014/main" id="{902E4D5F-F2E5-ADC9-DDCF-EF603E1DAE8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599195" y="323237"/>
            <a:ext cx="1182132" cy="337752"/>
          </a:xfrm>
          <a:prstGeom prst="rect">
            <a:avLst/>
          </a:prstGeom>
        </p:spPr>
      </p:pic>
      <p:sp>
        <p:nvSpPr>
          <p:cNvPr id="16" name="Text 6">
            <a:extLst>
              <a:ext uri="{FF2B5EF4-FFF2-40B4-BE49-F238E27FC236}">
                <a16:creationId xmlns:a16="http://schemas.microsoft.com/office/drawing/2014/main" id="{0FD716E1-59AE-0565-1F03-4EEDF5B37C81}"/>
              </a:ext>
            </a:extLst>
          </p:cNvPr>
          <p:cNvSpPr/>
          <p:nvPr/>
        </p:nvSpPr>
        <p:spPr>
          <a:xfrm>
            <a:off x="347472" y="6121032"/>
            <a:ext cx="11430000" cy="230350"/>
          </a:xfrm>
          <a:prstGeom prst="rect">
            <a:avLst/>
          </a:prstGeom>
          <a:noFill/>
          <a:ln/>
        </p:spPr>
        <p:txBody>
          <a:bodyPr wrap="square" lIns="0" tIns="0" rIns="0" bIns="0" rtlCol="0" anchor="ctr"/>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57. TTC Vietnam</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Vietnam-based company specializing in the installation of advanced time attendance systems and security solutions.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6" name="Table 0"/>
          <p:cNvGraphicFramePr>
            <a:graphicFrameLocks noGrp="1"/>
          </p:cNvGraphicFramePr>
          <p:nvPr>
            <p:extLst>
              <p:ext uri="{D42A27DB-BD31-4B8C-83A1-F6EECF244321}">
                <p14:modId xmlns:p14="http://schemas.microsoft.com/office/powerpoint/2010/main" val="1675581530"/>
              </p:ext>
            </p:extLst>
          </p:nvPr>
        </p:nvGraphicFramePr>
        <p:xfrm>
          <a:off x="338328" y="1691639"/>
          <a:ext cx="5577840" cy="4401184"/>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258893">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rgbClr val="0563C1"/>
                          </a:solidFill>
                          <a:latin typeface="Segoe UI" pitchFamily="34" charset="0"/>
                          <a:ea typeface="Segoe UI" pitchFamily="34" charset="-122"/>
                          <a:cs typeface="Segoe UI" pitchFamily="34" charset="-120"/>
                          <a:hlinkClick r:id="rId4" tooltip="Visit company website">
                            <a:extLst>
                              <a:ext uri="{A12FA001-AC4F-418D-AE19-62706E023703}">
                                <ahyp:hlinkClr xmlns:ahyp="http://schemas.microsoft.com/office/drawing/2018/hyperlinkcolor" val="tx"/>
                              </a:ext>
                            </a:extLst>
                          </a:hlinkClick>
                        </a:rPr>
                        <a:t>TTC Vietnam</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258893">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Hanoi, Vietnam</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7668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itchFamily="34" charset="0"/>
                          <a:ea typeface="Segoe UI" pitchFamily="34" charset="-122"/>
                          <a:cs typeface="Segoe UI" pitchFamily="34" charset="-120"/>
                        </a:rPr>
                        <a:t>Distribute and install surveillance systems, time attendance systems, fingerprint scanners, facial recognition devices, and access control systems</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1553359">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Principal Partners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Segoe UI" pitchFamily="34" charset="-122"/>
                          <a:cs typeface="Segoe UI" pitchFamily="34" charset="-120"/>
                        </a:rPr>
                        <a:t>Security Systems: Hikvision, ZKTeco, Suprema, IDTECK, Ronal Jack</a:t>
                      </a:r>
                      <a:endParaRPr kumimoji="1" lang="en-US" sz="1400" kern="1200">
                        <a:solidFill>
                          <a:srgbClr val="000000"/>
                        </a:solidFill>
                        <a:latin typeface="Segoe UI" pitchFamily="34" charset="0"/>
                        <a:ea typeface="Segoe UI" charset="0"/>
                        <a:cs typeface="Segoe UI" pitchFamily="34" charset="-12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Segoe UI" pitchFamily="34" charset="-122"/>
                          <a:cs typeface="Segoe UI" pitchFamily="34" charset="-120"/>
                        </a:rPr>
                        <a:t>Access Control: Fujica, Keyable, CEIA, Astrophysics, Vaio</a:t>
                      </a:r>
                      <a:endParaRPr kumimoji="1" lang="en-US" sz="1400" kern="1200">
                        <a:solidFill>
                          <a:srgbClr val="000000"/>
                        </a:solidFill>
                        <a:latin typeface="Segoe UI" pitchFamily="34" charset="0"/>
                        <a:ea typeface="Segoe UI" charset="0"/>
                        <a:cs typeface="Segoe UI" pitchFamily="34" charset="-12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Segoe UI" pitchFamily="34" charset="-122"/>
                          <a:cs typeface="Segoe UI" pitchFamily="34" charset="-120"/>
                        </a:rPr>
                        <a:t>Other: Samsung, Yale, Gateman, Daosafe, ELKA, Safeway System</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1553359">
                <a:tc>
                  <a:txBody>
                    <a:bodyPr/>
                    <a:lstStyle/>
                    <a:p>
                      <a:pPr marL="0" indent="0" algn="ctr">
                        <a:buNone/>
                      </a:pPr>
                      <a:r>
                        <a:rPr lang="en-US" sz="140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Segoe UI" charset="0"/>
                          <a:cs typeface="Segoe UI" pitchFamily="34" charset="-120"/>
                        </a:rPr>
                        <a:t>Corporation: Viettel Building, Noi Bai International Airport, KDI Group, LG Display, Haesung Group</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Segoe UI" charset="0"/>
                          <a:cs typeface="Segoe UI" pitchFamily="34" charset="-120"/>
                        </a:rPr>
                        <a:t>Hospital: Hai Phong, Phu Tho, Viet Duc, Viet Tiep, Bach Mai</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Segoe UI" charset="0"/>
                          <a:cs typeface="Segoe UI" pitchFamily="34" charset="-120"/>
                        </a:rPr>
                        <a:t>Factory: B Braun, AA Wood, Van Trung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471415995"/>
                  </a:ext>
                </a:extLst>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973747989"/>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Workforce Access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Time Attendance Systems, fingerprint scanners, facial recognition, access control</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Cameras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Surveillance Cameras, IP cameras, WiFi cameras, thermal cameras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Entry Barriers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Solutions, Automated Entrance Solutions, turnstiles, automatic gates, security barriers, bollards, road blockers, sliding doors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Screening Equipment</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Security Equipment, metal detectors, X-ray baggage scanners, patrol devices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Smart Locks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Smart Lock Systems, electronic locks, RFID card readers, biometric locks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Central Security &amp; Parking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Integrated Security Systems, Parking Management Systems, security management software, alarm systems, AI parking/lot management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pic>
        <p:nvPicPr>
          <p:cNvPr id="11" name="Picture 10">
            <a:extLst>
              <a:ext uri="{FF2B5EF4-FFF2-40B4-BE49-F238E27FC236}">
                <a16:creationId xmlns:a16="http://schemas.microsoft.com/office/drawing/2014/main" id="{C479A74F-8930-CB9B-60B9-0E0F9A1D9A6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595135" y="279197"/>
            <a:ext cx="1129246" cy="403302"/>
          </a:xfrm>
          <a:prstGeom prst="rect">
            <a:avLst/>
          </a:prstGeom>
        </p:spPr>
      </p:pic>
      <p:sp>
        <p:nvSpPr>
          <p:cNvPr id="14" name="Text 6">
            <a:extLst>
              <a:ext uri="{FF2B5EF4-FFF2-40B4-BE49-F238E27FC236}">
                <a16:creationId xmlns:a16="http://schemas.microsoft.com/office/drawing/2014/main" id="{7F24DCEC-2683-9470-B6FC-5606AC9356C1}"/>
              </a:ext>
            </a:extLst>
          </p:cNvPr>
          <p:cNvSpPr/>
          <p:nvPr/>
        </p:nvSpPr>
        <p:spPr>
          <a:xfrm>
            <a:off x="347472" y="6121032"/>
            <a:ext cx="11430000" cy="230350"/>
          </a:xfrm>
          <a:prstGeom prst="rect">
            <a:avLst/>
          </a:prstGeom>
          <a:noFill/>
          <a:ln/>
        </p:spPr>
        <p:txBody>
          <a:bodyPr wrap="square" lIns="0" tIns="0" rIns="0" bIns="0" rtlCol="0" anchor="ctr"/>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58. Anh Nguyen</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Vietnam-based manufacturer specializing in security systems and integrated solutions.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0632766" y="332994"/>
            <a:ext cx="1133942" cy="352044"/>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7" name="Table 0"/>
          <p:cNvGraphicFramePr>
            <a:graphicFrameLocks noGrp="1"/>
          </p:cNvGraphicFramePr>
          <p:nvPr>
            <p:extLst>
              <p:ext uri="{D42A27DB-BD31-4B8C-83A1-F6EECF244321}">
                <p14:modId xmlns:p14="http://schemas.microsoft.com/office/powerpoint/2010/main" val="3270425730"/>
              </p:ext>
            </p:extLst>
          </p:nvPr>
        </p:nvGraphicFramePr>
        <p:xfrm>
          <a:off x="338328" y="1691639"/>
          <a:ext cx="5577840" cy="442831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22141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rgbClr val="0563C1"/>
                          </a:solidFill>
                          <a:latin typeface="Segoe UI" pitchFamily="34" charset="0"/>
                          <a:ea typeface="Segoe UI" pitchFamily="34" charset="-122"/>
                          <a:cs typeface="Segoe UI" pitchFamily="34" charset="-120"/>
                          <a:hlinkClick r:id="rId5" tooltip="Visit company website">
                            <a:extLst>
                              <a:ext uri="{A12FA001-AC4F-418D-AE19-62706E023703}">
                                <ahyp:hlinkClr xmlns:ahyp="http://schemas.microsoft.com/office/drawing/2018/hyperlinkcolor" val="tx"/>
                              </a:ext>
                            </a:extLst>
                          </a:hlinkClick>
                        </a:rPr>
                        <a:t>Anh Nguyen</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22141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2006</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22141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Ho Chi Minh City, Vietnam</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44283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Shareholding</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Segoe UI" pitchFamily="34" charset="-122"/>
                          <a:cs typeface="Segoe UI" pitchFamily="34" charset="-120"/>
                        </a:rPr>
                        <a:t>Nguyen Thanh Thai (75%)</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Segoe UI" charset="0"/>
                          <a:cs typeface="Segoe UI" pitchFamily="34" charset="-120"/>
                        </a:rPr>
                        <a:t>Bui Thi Thien Thanh </a:t>
                      </a:r>
                      <a:r>
                        <a:rPr lang="en-US" sz="1400">
                          <a:solidFill>
                            <a:srgbClr val="000000"/>
                          </a:solidFill>
                          <a:latin typeface="Segoe UI" pitchFamily="34" charset="0"/>
                          <a:ea typeface="Segoe UI" charset="0"/>
                          <a:cs typeface="Segoe UI" pitchFamily="34" charset="-120"/>
                        </a:rPr>
                        <a:t>(24%)</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noFill/>
                  </a:tcPr>
                </a:tc>
                <a:extLst>
                  <a:ext uri="{0D108BD9-81ED-4DB2-BD59-A6C34878D82A}">
                    <a16:rowId xmlns:a16="http://schemas.microsoft.com/office/drawing/2014/main" val="10003"/>
                  </a:ext>
                </a:extLst>
              </a:tr>
              <a:tr h="44283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Tx/>
                        <a:buNone/>
                        <a:tabLst/>
                        <a:defRPr/>
                      </a:pPr>
                      <a:r>
                        <a:rPr kumimoji="1" lang="en-US" sz="1400" kern="1200">
                          <a:solidFill>
                            <a:srgbClr val="000000"/>
                          </a:solidFill>
                          <a:latin typeface="Segoe UI" pitchFamily="34" charset="0"/>
                          <a:ea typeface="Segoe UI" pitchFamily="34" charset="-122"/>
                          <a:cs typeface="Segoe UI" pitchFamily="34" charset="-120"/>
                        </a:rPr>
                        <a:t>Manufacture security systems including door control systems, CCTV, and burglar alarms</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442831">
                <a:tc>
                  <a:txBody>
                    <a:bodyPr/>
                    <a:lstStyle/>
                    <a:p>
                      <a:pPr marL="0" indent="0" algn="ctr">
                        <a:buNone/>
                      </a:pPr>
                      <a:r>
                        <a:rPr lang="en-US" sz="1400">
                          <a:solidFill>
                            <a:schemeClr val="bg1"/>
                          </a:solidFill>
                          <a:latin typeface="Segoe UI" charset="0"/>
                          <a:ea typeface="Segoe UI" charset="0"/>
                          <a:cs typeface="Segoe UI" charset="0"/>
                        </a:rPr>
                        <a:t>Principal Partners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itchFamily="34" charset="0"/>
                          <a:ea typeface="Segoe UI" charset="0"/>
                          <a:cs typeface="Segoe UI" pitchFamily="34" charset="-120"/>
                        </a:rPr>
                        <a:t>Honeywell, Alerton, Trend, Greystone, Engelmann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995900208"/>
                  </a:ext>
                </a:extLst>
              </a:tr>
              <a:tr h="2435571">
                <a:tc>
                  <a:txBody>
                    <a:bodyPr/>
                    <a:lstStyle/>
                    <a:p>
                      <a:pPr marL="0" indent="0" algn="ctr">
                        <a:buNone/>
                      </a:pPr>
                      <a:r>
                        <a:rPr lang="en-US" sz="140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Airports: Tan Son Nhat, Phu Quoc, Phnom Penh </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Metro and aviation facilities: Metro Line Ben Thanh Station, Vietjet Air Training Center</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Office Towers: Techcombank Saigon, Techcombank Hanoi, Vietcombank, Saigon Tower</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Retail: Aeon Mall Tan Phu Celadon, Vincom Mega Mall Thao Dien, Saigon Centre, Lotte Mart</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Hospitality: Hyatt Regency Danang, Renaissance Riverside Saigon, Grand Saigon, InterContinental Grand Ho Tram, Holiday Inn Ho Tram, Hoiana, Vinpearl Nam Hoi An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228104712"/>
                  </a:ext>
                </a:extLst>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495825847"/>
              </p:ext>
            </p:extLst>
          </p:nvPr>
        </p:nvGraphicFramePr>
        <p:xfrm>
          <a:off x="6272784" y="1746503"/>
          <a:ext cx="5577840" cy="1493520"/>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373657">
                <a:tc>
                  <a:txBody>
                    <a:bodyPr/>
                    <a:lstStyle/>
                    <a:p>
                      <a:pPr algn="ctr">
                        <a:buNone/>
                      </a:pPr>
                      <a:r>
                        <a:rPr lang="en-MY" sz="1400">
                          <a:solidFill>
                            <a:schemeClr val="bg1"/>
                          </a:solidFill>
                          <a:latin typeface="Segoe UI" panose="020B0502040204020203" pitchFamily="34" charset="0"/>
                          <a:cs typeface="Segoe UI" panose="020B0502040204020203" pitchFamily="34" charset="0"/>
                        </a:rPr>
                        <a:t>Entry &amp; Cameras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Door Access, CCTV Monitoring, keyless/biometric entry, HD indoor/outdoor cameras, night vision, motion detection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373657">
                <a:tc>
                  <a:txBody>
                    <a:bodyPr/>
                    <a:lstStyle/>
                    <a:p>
                      <a:pPr algn="ctr">
                        <a:buNone/>
                      </a:pPr>
                      <a:r>
                        <a:rPr lang="en-MY" sz="1400">
                          <a:solidFill>
                            <a:schemeClr val="bg1"/>
                          </a:solidFill>
                          <a:latin typeface="Segoe UI" panose="020B0502040204020203" pitchFamily="34" charset="0"/>
                          <a:cs typeface="Segoe UI" panose="020B0502040204020203" pitchFamily="34" charset="0"/>
                        </a:rPr>
                        <a:t>Alarm Systems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Intrusion Alarms, burglar alarms, real-time alerts, remote monitoring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373657">
                <a:tc>
                  <a:txBody>
                    <a:bodyPr/>
                    <a:lstStyle/>
                    <a:p>
                      <a:pPr algn="ctr">
                        <a:buNone/>
                      </a:pPr>
                      <a:r>
                        <a:rPr lang="en-MY" sz="1400">
                          <a:solidFill>
                            <a:schemeClr val="bg1"/>
                          </a:solidFill>
                          <a:latin typeface="Segoe UI" panose="020B0502040204020203" pitchFamily="34" charset="0"/>
                          <a:cs typeface="Segoe UI" panose="020B0502040204020203" pitchFamily="34" charset="0"/>
                        </a:rPr>
                        <a:t>Monitoring &amp; Analytics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Video Analytics, Alarm Monitoring Services, unusual-activity detection, 24/7 monitoring and response</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Text 6"/>
          <p:cNvSpPr/>
          <p:nvPr/>
        </p:nvSpPr>
        <p:spPr>
          <a:xfrm>
            <a:off x="347472" y="6183960"/>
            <a:ext cx="11430000" cy="337255"/>
          </a:xfrm>
          <a:prstGeom prst="rect">
            <a:avLst/>
          </a:prstGeom>
          <a:noFill/>
          <a:ln/>
        </p:spPr>
        <p:txBody>
          <a:bodyPr wrap="square" lIns="0" tIns="0" rIns="0" bIns="0" rtlCol="0" anchor="t"/>
          <a:lstStyle/>
          <a:p>
            <a:pPr marL="0" indent="0">
              <a:buNone/>
            </a:pPr>
            <a:r>
              <a:rPr lang="en-US" sz="1000" err="1">
                <a:solidFill>
                  <a:srgbClr val="000000"/>
                </a:solidFill>
                <a:latin typeface="Segoe UI" pitchFamily="34" charset="0"/>
                <a:ea typeface="Segoe UI" pitchFamily="34" charset="-122"/>
                <a:cs typeface="Segoe UI" pitchFamily="34" charset="-120"/>
              </a:rPr>
              <a:t>為替レート</a:t>
            </a:r>
            <a:r>
              <a:rPr lang="en-US" sz="1000">
                <a:solidFill>
                  <a:srgbClr val="000000"/>
                </a:solidFill>
                <a:latin typeface="Segoe UI" pitchFamily="34" charset="0"/>
                <a:ea typeface="Segoe UI" pitchFamily="34" charset="-122"/>
                <a:cs typeface="Segoe UI" pitchFamily="34" charset="-120"/>
              </a:rPr>
              <a:t>: VND 100B = 6億円</a:t>
            </a:r>
            <a:endParaRPr lang="en-US" sz="1000"/>
          </a:p>
          <a:p>
            <a:pPr marL="0" indent="0">
              <a:buNone/>
            </a:pPr>
            <a:r>
              <a:rPr lang="en-US" sz="1000">
                <a:solidFill>
                  <a:srgbClr val="000000"/>
                </a:solidFill>
                <a:latin typeface="Segoe UI" pitchFamily="34" charset="0"/>
                <a:ea typeface="Segoe UI" pitchFamily="34" charset="-122"/>
                <a:cs typeface="Segoe UI" pitchFamily="34" charset="-120"/>
              </a:rPr>
              <a:t>Source: Company website, </a:t>
            </a:r>
            <a:r>
              <a:rPr lang="en-US" sz="1000" err="1">
                <a:solidFill>
                  <a:srgbClr val="000000"/>
                </a:solidFill>
                <a:latin typeface="Segoe UI" pitchFamily="34" charset="0"/>
                <a:ea typeface="Segoe UI" pitchFamily="34" charset="-122"/>
                <a:cs typeface="Segoe UI" pitchFamily="34" charset="-120"/>
              </a:rPr>
              <a:t>Speeda</a:t>
            </a:r>
            <a:endParaRPr lang="en-US" sz="1000"/>
          </a:p>
        </p:txBody>
      </p:sp>
      <p:grpSp>
        <p:nvGrpSpPr>
          <p:cNvPr id="14" name="グループ化 58">
            <a:extLst>
              <a:ext uri="{FF2B5EF4-FFF2-40B4-BE49-F238E27FC236}">
                <a16:creationId xmlns:a16="http://schemas.microsoft.com/office/drawing/2014/main" id="{69D8260C-5B41-AB08-EFD8-E71344E64C26}"/>
              </a:ext>
            </a:extLst>
          </p:cNvPr>
          <p:cNvGrpSpPr/>
          <p:nvPr/>
        </p:nvGrpSpPr>
        <p:grpSpPr>
          <a:xfrm>
            <a:off x="6269918" y="3458915"/>
            <a:ext cx="5587119" cy="318126"/>
            <a:chOff x="1998094" y="1100134"/>
            <a:chExt cx="7884946" cy="480843"/>
          </a:xfrm>
          <a:noFill/>
        </p:grpSpPr>
        <p:sp>
          <p:nvSpPr>
            <p:cNvPr id="15" name="ColumnHeader">
              <a:extLst>
                <a:ext uri="{FF2B5EF4-FFF2-40B4-BE49-F238E27FC236}">
                  <a16:creationId xmlns:a16="http://schemas.microsoft.com/office/drawing/2014/main" id="{50B474AF-52C9-2CB5-6942-832B1741814E}"/>
                </a:ext>
              </a:extLst>
            </p:cNvPr>
            <p:cNvSpPr>
              <a:spLocks noChangeArrowheads="1"/>
            </p:cNvSpPr>
            <p:nvPr/>
          </p:nvSpPr>
          <p:spPr bwMode="gray">
            <a:xfrm>
              <a:off x="2125586" y="1100134"/>
              <a:ext cx="7629961" cy="465201"/>
            </a:xfrm>
            <a:prstGeom prst="rect">
              <a:avLst/>
            </a:prstGeom>
            <a:grpFill/>
            <a:ln w="9525" algn="ctr">
              <a:noFill/>
              <a:miter lim="800000"/>
              <a:headEnd type="none" w="lg" len="lg"/>
              <a:tailEnd type="none" w="lg" len="lg"/>
            </a:ln>
            <a:effectLst/>
          </p:spPr>
          <p:txBody>
            <a:bodyPr wrap="square" lIns="0" tIns="0" rIns="0" bIns="91440" anchor="b">
              <a:spAutoFit/>
            </a:bodyPr>
            <a:lstStyle/>
            <a:p>
              <a:pPr marL="215900" indent="-215900" algn="ctr"/>
              <a:r>
                <a:rPr lang="en-MY" altLang="ja-JP" sz="1400">
                  <a:solidFill>
                    <a:srgbClr val="000000"/>
                  </a:solidFill>
                  <a:latin typeface="+mn-ea"/>
                  <a:cs typeface="Segoe UI" panose="020B0502040204020203" pitchFamily="34" charset="0"/>
                </a:rPr>
                <a:t>Revenue</a:t>
              </a:r>
              <a:endParaRPr lang="ja-JP" altLang="en-US" sz="1400">
                <a:solidFill>
                  <a:srgbClr val="000000"/>
                </a:solidFill>
                <a:latin typeface="+mn-ea"/>
                <a:cs typeface="Segoe UI" panose="020B0502040204020203" pitchFamily="34" charset="0"/>
              </a:endParaRPr>
            </a:p>
          </p:txBody>
        </p:sp>
        <p:cxnSp>
          <p:nvCxnSpPr>
            <p:cNvPr id="16" name="直線コネクタ 60">
              <a:extLst>
                <a:ext uri="{FF2B5EF4-FFF2-40B4-BE49-F238E27FC236}">
                  <a16:creationId xmlns:a16="http://schemas.microsoft.com/office/drawing/2014/main" id="{CDC2C507-FF6F-0751-EBC7-3A7D8C773A06}"/>
                </a:ext>
              </a:extLst>
            </p:cNvPr>
            <p:cNvCxnSpPr/>
            <p:nvPr/>
          </p:nvCxnSpPr>
          <p:spPr>
            <a:xfrm>
              <a:off x="1998094" y="1580977"/>
              <a:ext cx="7884946" cy="0"/>
            </a:xfrm>
            <a:prstGeom prst="line">
              <a:avLst/>
            </a:prstGeom>
            <a:grpFill/>
            <a:ln w="22225">
              <a:solidFill>
                <a:schemeClr val="tx2"/>
              </a:solidFill>
            </a:ln>
          </p:spPr>
          <p:style>
            <a:lnRef idx="1">
              <a:schemeClr val="accent1"/>
            </a:lnRef>
            <a:fillRef idx="0">
              <a:schemeClr val="accent1"/>
            </a:fillRef>
            <a:effectRef idx="0">
              <a:schemeClr val="accent1"/>
            </a:effectRef>
            <a:fontRef idx="minor">
              <a:schemeClr val="tx1"/>
            </a:fontRef>
          </p:style>
        </p:cxnSp>
      </p:grpSp>
      <p:graphicFrame>
        <p:nvGraphicFramePr>
          <p:cNvPr id="18" name="Chart 17">
            <a:extLst>
              <a:ext uri="{FF2B5EF4-FFF2-40B4-BE49-F238E27FC236}">
                <a16:creationId xmlns:a16="http://schemas.microsoft.com/office/drawing/2014/main" id="{459D7265-1970-3D0F-A0DB-CA17009827A3}"/>
              </a:ext>
            </a:extLst>
          </p:cNvPr>
          <p:cNvGraphicFramePr/>
          <p:nvPr>
            <p:extLst>
              <p:ext uri="{D42A27DB-BD31-4B8C-83A1-F6EECF244321}">
                <p14:modId xmlns:p14="http://schemas.microsoft.com/office/powerpoint/2010/main" val="1318176006"/>
              </p:ext>
            </p:extLst>
          </p:nvPr>
        </p:nvGraphicFramePr>
        <p:xfrm>
          <a:off x="6269917" y="3764883"/>
          <a:ext cx="5587120" cy="2300206"/>
        </p:xfrm>
        <a:graphic>
          <a:graphicData uri="http://schemas.openxmlformats.org/drawingml/2006/chart">
            <c:chart xmlns:c="http://schemas.openxmlformats.org/drawingml/2006/chart" xmlns:r="http://schemas.openxmlformats.org/officeDocument/2006/relationships" r:id="rId6"/>
          </a:graphicData>
        </a:graphic>
      </p:graphicFrame>
      <p:sp>
        <p:nvSpPr>
          <p:cNvPr id="19" name="TextBox 18">
            <a:extLst>
              <a:ext uri="{FF2B5EF4-FFF2-40B4-BE49-F238E27FC236}">
                <a16:creationId xmlns:a16="http://schemas.microsoft.com/office/drawing/2014/main" id="{09CBD168-FF15-6F49-7B47-ECE5B7898838}"/>
              </a:ext>
            </a:extLst>
          </p:cNvPr>
          <p:cNvSpPr txBox="1"/>
          <p:nvPr/>
        </p:nvSpPr>
        <p:spPr>
          <a:xfrm>
            <a:off x="6286619" y="3779078"/>
            <a:ext cx="819455" cy="307777"/>
          </a:xfrm>
          <a:prstGeom prst="rect">
            <a:avLst/>
          </a:prstGeom>
          <a:noFill/>
        </p:spPr>
        <p:txBody>
          <a:bodyPr wrap="none" rtlCol="0">
            <a:spAutoFit/>
          </a:bodyPr>
          <a:lstStyle/>
          <a:p>
            <a:r>
              <a:rPr lang="en-US" sz="1400">
                <a:latin typeface="Segoe UI" panose="020B0502040204020203" pitchFamily="34" charset="0"/>
                <a:cs typeface="Segoe UI" panose="020B0502040204020203" pitchFamily="34" charset="0"/>
              </a:rPr>
              <a:t>(VND B)</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59. Hanoi SSE</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Vietnam-based company specializing in electronic security systems and installation services.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0892164" y="159998"/>
            <a:ext cx="681645" cy="716324"/>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8" name="Table 0"/>
          <p:cNvGraphicFramePr>
            <a:graphicFrameLocks noGrp="1"/>
          </p:cNvGraphicFramePr>
          <p:nvPr>
            <p:extLst>
              <p:ext uri="{D42A27DB-BD31-4B8C-83A1-F6EECF244321}">
                <p14:modId xmlns:p14="http://schemas.microsoft.com/office/powerpoint/2010/main" val="3761168771"/>
              </p:ext>
            </p:extLst>
          </p:nvPr>
        </p:nvGraphicFramePr>
        <p:xfrm>
          <a:off x="338328" y="1691639"/>
          <a:ext cx="5577840" cy="4401183"/>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24451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rgbClr val="0563C1"/>
                          </a:solidFill>
                          <a:latin typeface="Segoe UI" pitchFamily="34" charset="0"/>
                          <a:ea typeface="Segoe UI" pitchFamily="34" charset="-122"/>
                          <a:cs typeface="Segoe UI" pitchFamily="34" charset="-120"/>
                          <a:hlinkClick r:id="rId5"/>
                        </a:rPr>
                        <a:t>Hanoi SSE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24451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2005</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24451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Hanoi, Vietnam</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3353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itchFamily="34" charset="0"/>
                          <a:ea typeface="Segoe UI" pitchFamily="34" charset="-122"/>
                          <a:cs typeface="Segoe UI" pitchFamily="34" charset="-120"/>
                        </a:rPr>
                        <a:t>Distribute and install electronic security systems including CCTV, access control, and fire detection systems</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2445102">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Customers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Segoe UI" pitchFamily="34" charset="-122"/>
                          <a:cs typeface="Segoe UI" pitchFamily="34" charset="-120"/>
                        </a:rPr>
                        <a:t>Financial Institutions: Hongleong Bank, The World Bank, Asian Development Bank, BNP-Paribas, Bangkok Bank, UOB</a:t>
                      </a:r>
                      <a:endParaRPr kumimoji="1" lang="en-US" sz="1400" kern="1200">
                        <a:solidFill>
                          <a:srgbClr val="000000"/>
                        </a:solidFill>
                        <a:latin typeface="Segoe UI" pitchFamily="34" charset="0"/>
                        <a:ea typeface="Segoe UI" charset="0"/>
                        <a:cs typeface="Segoe UI" pitchFamily="34" charset="-12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Segoe UI" pitchFamily="34" charset="-122"/>
                          <a:cs typeface="Segoe UI" pitchFamily="34" charset="-120"/>
                        </a:rPr>
                        <a:t>Commercial Operations: Ericsson, Nokia Siemens Network, MHIVA, Hitachi Cable, SDVN, Bridgestone, CGV Cinema Complex, Hilton, MGM Ho Tram Casino</a:t>
                      </a:r>
                      <a:endParaRPr kumimoji="1" lang="en-US" sz="1400" kern="1200">
                        <a:solidFill>
                          <a:srgbClr val="000000"/>
                        </a:solidFill>
                        <a:latin typeface="Segoe UI" pitchFamily="34" charset="0"/>
                        <a:ea typeface="Segoe UI" charset="0"/>
                        <a:cs typeface="Segoe UI" pitchFamily="34" charset="-120"/>
                      </a:endParaRP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Segoe UI" pitchFamily="34" charset="-122"/>
                          <a:cs typeface="Segoe UI" pitchFamily="34" charset="-120"/>
                        </a:rPr>
                        <a:t>Embassies: Argentina, Austrian, Australian, British, Canadian, Italian, Netherlands, New Zealand, Spanish, Hungarian, Swiss, U.S. </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489020">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Principal Partners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Tx/>
                        <a:buNone/>
                        <a:tabLst/>
                        <a:defRPr/>
                      </a:pPr>
                      <a:r>
                        <a:rPr kumimoji="1" lang="en-US" sz="1400" kern="1200">
                          <a:solidFill>
                            <a:srgbClr val="000000"/>
                          </a:solidFill>
                          <a:latin typeface="Segoe UI" pitchFamily="34" charset="0"/>
                          <a:ea typeface="Segoe UI" pitchFamily="34" charset="-122"/>
                          <a:cs typeface="Segoe UI" pitchFamily="34" charset="-120"/>
                        </a:rPr>
                        <a:t>Chubb, Guardall, FALCO, Aiphone, Panasonic, NUUO, FENWAL, Anson, Rifatron</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2677947984"/>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CCTV 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CCTV Systems, HD cameras for commercial and residential security</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Access Control &amp; Readers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Door IP Access Control, LCD Keypad Readers, electronic locks, keycards, RFID proximity readers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Fire Detection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Fire Detection Systems, smoke detectors, alarm systems for early detection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Intrusion &amp; Perimeter</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sv-SE" sz="1400">
                          <a:latin typeface="Segoe UI" panose="020B0502040204020203" pitchFamily="34" charset="0"/>
                          <a:cs typeface="Segoe UI" panose="020B0502040204020203" pitchFamily="34" charset="0"/>
                        </a:rPr>
                        <a:t>Intruder Alarm Systems, motion sensors, perimeter alarm systems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Fire Suppression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FM200 Fire Suppression, clean agent suppression for sensitive environments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Safety Monitoring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Geiger Counters, radiation detection for safety monitoring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1" name="Text 6">
            <a:extLst>
              <a:ext uri="{FF2B5EF4-FFF2-40B4-BE49-F238E27FC236}">
                <a16:creationId xmlns:a16="http://schemas.microsoft.com/office/drawing/2014/main" id="{56D40B68-A56F-B186-65E6-8B695266E706}"/>
              </a:ext>
            </a:extLst>
          </p:cNvPr>
          <p:cNvSpPr/>
          <p:nvPr/>
        </p:nvSpPr>
        <p:spPr>
          <a:xfrm>
            <a:off x="347472" y="6121032"/>
            <a:ext cx="11430000" cy="230350"/>
          </a:xfrm>
          <a:prstGeom prst="rect">
            <a:avLst/>
          </a:prstGeom>
          <a:noFill/>
          <a:ln/>
        </p:spPr>
        <p:txBody>
          <a:bodyPr wrap="square" lIns="0" tIns="0" rIns="0" bIns="0" rtlCol="0" anchor="ctr"/>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60. Cong Nghe An Ninh Viet</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Ho Chi Minh City-based company specializing in security solutions and automation systems.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pic>
        <p:nvPicPr>
          <p:cNvPr id="5" name="Image 1" descr="preencoded.png"/>
          <p:cNvPicPr>
            <a:picLocks noChangeAspect="1"/>
          </p:cNvPicPr>
          <p:nvPr/>
        </p:nvPicPr>
        <p:blipFill>
          <a:blip r:embed="rId4"/>
          <a:srcRect/>
          <a:stretch/>
        </p:blipFill>
        <p:spPr>
          <a:xfrm>
            <a:off x="10643757" y="202000"/>
            <a:ext cx="1096089" cy="534785"/>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9" name="Table 0"/>
          <p:cNvGraphicFramePr>
            <a:graphicFrameLocks noGrp="1"/>
          </p:cNvGraphicFramePr>
          <p:nvPr>
            <p:extLst>
              <p:ext uri="{D42A27DB-BD31-4B8C-83A1-F6EECF244321}">
                <p14:modId xmlns:p14="http://schemas.microsoft.com/office/powerpoint/2010/main" val="896903122"/>
              </p:ext>
            </p:extLst>
          </p:nvPr>
        </p:nvGraphicFramePr>
        <p:xfrm>
          <a:off x="338328" y="1691639"/>
          <a:ext cx="5577840" cy="4401186"/>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400108">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rgbClr val="0563C1"/>
                          </a:solidFill>
                          <a:latin typeface="Segoe UI" pitchFamily="34" charset="0"/>
                          <a:ea typeface="Segoe UI" pitchFamily="34" charset="-122"/>
                          <a:cs typeface="Segoe UI" pitchFamily="34" charset="-120"/>
                          <a:hlinkClick r:id="rId5" tooltip="Visit company website">
                            <a:extLst>
                              <a:ext uri="{A12FA001-AC4F-418D-AE19-62706E023703}">
                                <ahyp:hlinkClr xmlns:ahyp="http://schemas.microsoft.com/office/drawing/2018/hyperlinkcolor" val="tx"/>
                              </a:ext>
                            </a:extLst>
                          </a:hlinkClick>
                        </a:rPr>
                        <a:t>Cong Nghe An Ninh Viet</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400108">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2008</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400108">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Ho Chi Minh City, Vietnam</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1066954">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itchFamily="34" charset="0"/>
                          <a:ea typeface="Segoe UI" pitchFamily="34" charset="-122"/>
                          <a:cs typeface="Segoe UI" pitchFamily="34" charset="-120"/>
                        </a:rPr>
                        <a:t>Design, distribute and install security solutions including smart cameras, fingerprint access systems, intercom systems, video conferencing network systems</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2133908">
                <a:tc>
                  <a:txBody>
                    <a:bodyPr/>
                    <a:lstStyle/>
                    <a:p>
                      <a:pPr marL="0" indent="0" algn="ctr">
                        <a:buNone/>
                      </a:pPr>
                      <a:r>
                        <a:rPr lang="en-US" sz="140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Manufacturing &amp; Industrial: Dien Quang, TAZMO Vietnam, Quoc Quang Industrial Park, Vinafood</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Real Estate &amp; Construction: Housing Investment &amp; Development, Polowindow, Long Ma Building</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Healthcare: Viet–Russia International Eye Hospital</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Retail &amp; Luxury: Kim Ly Jewelry</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Segoe UI" pitchFamily="34" charset="0"/>
                          <a:cs typeface="Segoe UI" pitchFamily="34" charset="-120"/>
                        </a:rPr>
                        <a:t>Education &amp; Public Sector: Binh Thanh District Education Office, Nguyen Tat Thanh University</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322503421"/>
                  </a:ext>
                </a:extLst>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2303681522"/>
              </p:ext>
            </p:extLst>
          </p:nvPr>
        </p:nvGraphicFramePr>
        <p:xfrm>
          <a:off x="6272784" y="1746501"/>
          <a:ext cx="5577840" cy="3140058"/>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523343">
                <a:tc>
                  <a:txBody>
                    <a:bodyPr/>
                    <a:lstStyle/>
                    <a:p>
                      <a:pPr algn="ctr">
                        <a:buNone/>
                      </a:pPr>
                      <a:r>
                        <a:rPr lang="en-MY" sz="1400">
                          <a:solidFill>
                            <a:schemeClr val="bg1"/>
                          </a:solidFill>
                          <a:latin typeface="Segoe UI" panose="020B0502040204020203" pitchFamily="34" charset="0"/>
                          <a:cs typeface="Segoe UI" panose="020B0502040204020203" pitchFamily="34" charset="0"/>
                        </a:rPr>
                        <a:t>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Smart Cameras, HD security monitoring for residential and commercial sites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523343">
                <a:tc>
                  <a:txBody>
                    <a:bodyPr/>
                    <a:lstStyle/>
                    <a:p>
                      <a:pPr algn="ctr">
                        <a:buNone/>
                      </a:pPr>
                      <a:r>
                        <a:rPr lang="en-MY" sz="1400">
                          <a:solidFill>
                            <a:schemeClr val="bg1"/>
                          </a:solidFill>
                          <a:latin typeface="Segoe UI" panose="020B0502040204020203" pitchFamily="34" charset="0"/>
                          <a:cs typeface="Segoe UI" panose="020B0502040204020203" pitchFamily="34" charset="0"/>
                        </a:rPr>
                        <a:t>Biometric Access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Fingerprint Access Systems, Face Recognition Technology, biometric entry and access control</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523343">
                <a:tc>
                  <a:txBody>
                    <a:bodyPr/>
                    <a:lstStyle/>
                    <a:p>
                      <a:pPr algn="ctr">
                        <a:buNone/>
                      </a:pPr>
                      <a:r>
                        <a:rPr lang="en-MY" sz="1400">
                          <a:solidFill>
                            <a:schemeClr val="bg1"/>
                          </a:solidFill>
                          <a:latin typeface="Segoe UI" panose="020B0502040204020203" pitchFamily="34" charset="0"/>
                          <a:cs typeface="Segoe UI" panose="020B0502040204020203" pitchFamily="34" charset="0"/>
                        </a:rPr>
                        <a:t>Intercom &amp; Voice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Intercom Systems, VoIP Systems, two-way communication and IP telephony</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523343">
                <a:tc>
                  <a:txBody>
                    <a:bodyPr/>
                    <a:lstStyle/>
                    <a:p>
                      <a:pPr algn="ctr">
                        <a:buNone/>
                      </a:pPr>
                      <a:r>
                        <a:rPr lang="en-MY" sz="1400">
                          <a:solidFill>
                            <a:schemeClr val="bg1"/>
                          </a:solidFill>
                          <a:latin typeface="Segoe UI" panose="020B0502040204020203" pitchFamily="34" charset="0"/>
                          <a:cs typeface="Segoe UI" panose="020B0502040204020203" pitchFamily="34" charset="0"/>
                        </a:rPr>
                        <a:t>Smart Home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Smart Home Automation, lighting/security/climate automation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523343">
                <a:tc>
                  <a:txBody>
                    <a:bodyPr/>
                    <a:lstStyle/>
                    <a:p>
                      <a:pPr algn="ctr">
                        <a:buNone/>
                      </a:pPr>
                      <a:r>
                        <a:rPr lang="en-MY" sz="1400">
                          <a:solidFill>
                            <a:schemeClr val="bg1"/>
                          </a:solidFill>
                          <a:latin typeface="Segoe UI" panose="020B0502040204020203" pitchFamily="34" charset="0"/>
                          <a:cs typeface="Segoe UI" panose="020B0502040204020203" pitchFamily="34" charset="0"/>
                        </a:rPr>
                        <a:t>Video Collaboration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Video Conferencing Solutions, business and education conferencing</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523343">
                <a:tc>
                  <a:txBody>
                    <a:bodyPr/>
                    <a:lstStyle/>
                    <a:p>
                      <a:pPr algn="ctr">
                        <a:buNone/>
                      </a:pPr>
                      <a:r>
                        <a:rPr lang="en-MY" sz="1400">
                          <a:solidFill>
                            <a:schemeClr val="bg1"/>
                          </a:solidFill>
                          <a:latin typeface="Segoe UI" panose="020B0502040204020203" pitchFamily="34" charset="0"/>
                          <a:cs typeface="Segoe UI" panose="020B0502040204020203" pitchFamily="34" charset="0"/>
                        </a:rPr>
                        <a:t>Network Infrastructure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Network Systems, telecom and data network management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0" name="Text 4">
            <a:extLst>
              <a:ext uri="{FF2B5EF4-FFF2-40B4-BE49-F238E27FC236}">
                <a16:creationId xmlns:a16="http://schemas.microsoft.com/office/drawing/2014/main" id="{C300883A-E073-1C31-55C8-D71F131C3FAA}"/>
              </a:ext>
            </a:extLst>
          </p:cNvPr>
          <p:cNvSpPr/>
          <p:nvPr/>
        </p:nvSpPr>
        <p:spPr>
          <a:xfrm>
            <a:off x="6272784" y="495056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cs typeface="Segoe UI" pitchFamily="34" charset="-120"/>
              </a:rPr>
              <a:t>Principal Partners</a:t>
            </a:r>
            <a:endParaRPr lang="en-US" sz="1400"/>
          </a:p>
        </p:txBody>
      </p:sp>
      <p:sp>
        <p:nvSpPr>
          <p:cNvPr id="11" name="Shape 5">
            <a:extLst>
              <a:ext uri="{FF2B5EF4-FFF2-40B4-BE49-F238E27FC236}">
                <a16:creationId xmlns:a16="http://schemas.microsoft.com/office/drawing/2014/main" id="{4D258D6B-1DF8-4C6F-000B-30F6155F5120}"/>
              </a:ext>
            </a:extLst>
          </p:cNvPr>
          <p:cNvSpPr/>
          <p:nvPr/>
        </p:nvSpPr>
        <p:spPr>
          <a:xfrm>
            <a:off x="6272784" y="5334616"/>
            <a:ext cx="5577840" cy="0"/>
          </a:xfrm>
          <a:prstGeom prst="line">
            <a:avLst/>
          </a:prstGeom>
          <a:noFill/>
          <a:ln w="22225">
            <a:solidFill>
              <a:srgbClr val="1F497D"/>
            </a:solidFill>
            <a:prstDash val="solid"/>
          </a:ln>
        </p:spPr>
        <p:txBody>
          <a:bodyPr/>
          <a:lstStyle/>
          <a:p>
            <a:endParaRPr lang="en-TH"/>
          </a:p>
        </p:txBody>
      </p:sp>
      <p:sp>
        <p:nvSpPr>
          <p:cNvPr id="14" name="TextBox 13">
            <a:extLst>
              <a:ext uri="{FF2B5EF4-FFF2-40B4-BE49-F238E27FC236}">
                <a16:creationId xmlns:a16="http://schemas.microsoft.com/office/drawing/2014/main" id="{70267883-84C1-2A3A-E68D-26DAC8428B33}"/>
              </a:ext>
            </a:extLst>
          </p:cNvPr>
          <p:cNvSpPr txBox="1"/>
          <p:nvPr/>
        </p:nvSpPr>
        <p:spPr>
          <a:xfrm>
            <a:off x="6273800" y="5350409"/>
            <a:ext cx="5583238" cy="738664"/>
          </a:xfrm>
          <a:prstGeom prst="rect">
            <a:avLst/>
          </a:prstGeom>
          <a:noFill/>
        </p:spPr>
        <p:txBody>
          <a:bodyPr wrap="square">
            <a:spAutoFit/>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itchFamily="34" charset="0"/>
                <a:ea typeface="Segoe UI" charset="0"/>
                <a:cs typeface="Segoe UI" pitchFamily="34" charset="-120"/>
              </a:rPr>
              <a:t>Hikvision, Panasonic, ICOM, Palo Alto, Motorola, Genetec, Juniper Networks, Skyhawk, </a:t>
            </a:r>
            <a:r>
              <a:rPr kumimoji="1" lang="en-US" sz="1400" kern="1200" err="1">
                <a:solidFill>
                  <a:srgbClr val="000000"/>
                </a:solidFill>
                <a:latin typeface="Segoe UI" pitchFamily="34" charset="0"/>
                <a:ea typeface="Segoe UI" charset="0"/>
                <a:cs typeface="Segoe UI" pitchFamily="34" charset="-120"/>
              </a:rPr>
              <a:t>Mikrotik</a:t>
            </a:r>
            <a:r>
              <a:rPr kumimoji="1" lang="en-US" sz="1400" kern="1200">
                <a:solidFill>
                  <a:srgbClr val="000000"/>
                </a:solidFill>
                <a:latin typeface="Segoe UI" pitchFamily="34" charset="0"/>
                <a:ea typeface="Segoe UI" charset="0"/>
                <a:cs typeface="Segoe UI" pitchFamily="34" charset="-120"/>
              </a:rPr>
              <a:t>, </a:t>
            </a:r>
            <a:r>
              <a:rPr kumimoji="1" lang="en-US" sz="1400" kern="1200" err="1">
                <a:solidFill>
                  <a:srgbClr val="000000"/>
                </a:solidFill>
                <a:latin typeface="Segoe UI" pitchFamily="34" charset="0"/>
                <a:ea typeface="Segoe UI" charset="0"/>
                <a:cs typeface="Segoe UI" pitchFamily="34" charset="-120"/>
              </a:rPr>
              <a:t>Astaro</a:t>
            </a:r>
            <a:r>
              <a:rPr kumimoji="1" lang="en-US" sz="1400" kern="1200">
                <a:solidFill>
                  <a:srgbClr val="000000"/>
                </a:solidFill>
                <a:latin typeface="Segoe UI" pitchFamily="34" charset="0"/>
                <a:ea typeface="Segoe UI" charset="0"/>
                <a:cs typeface="Segoe UI" pitchFamily="34" charset="-120"/>
              </a:rPr>
              <a:t>, FireEye, NEC, Ackermann, Dell, LG, Siemens, </a:t>
            </a:r>
            <a:r>
              <a:rPr kumimoji="1" lang="en-US" sz="1400" kern="1200" err="1">
                <a:solidFill>
                  <a:srgbClr val="000000"/>
                </a:solidFill>
                <a:latin typeface="Segoe UI" pitchFamily="34" charset="0"/>
                <a:ea typeface="Segoe UI" charset="0"/>
                <a:cs typeface="Segoe UI" pitchFamily="34" charset="-120"/>
              </a:rPr>
              <a:t>ZKTEco</a:t>
            </a:r>
            <a:r>
              <a:rPr kumimoji="1" lang="en-US" sz="1400" kern="1200">
                <a:solidFill>
                  <a:srgbClr val="000000"/>
                </a:solidFill>
                <a:latin typeface="Segoe UI" pitchFamily="34" charset="0"/>
                <a:ea typeface="Segoe UI" charset="0"/>
                <a:cs typeface="Segoe UI" pitchFamily="34" charset="-120"/>
              </a:rPr>
              <a:t>, Kenwood, Honeywell, Avigilon</a:t>
            </a:r>
          </a:p>
        </p:txBody>
      </p:sp>
      <p:sp>
        <p:nvSpPr>
          <p:cNvPr id="16" name="Text 6">
            <a:extLst>
              <a:ext uri="{FF2B5EF4-FFF2-40B4-BE49-F238E27FC236}">
                <a16:creationId xmlns:a16="http://schemas.microsoft.com/office/drawing/2014/main" id="{7AF34887-8C6A-FF14-501F-0D4AEA7A1B08}"/>
              </a:ext>
            </a:extLst>
          </p:cNvPr>
          <p:cNvSpPr/>
          <p:nvPr/>
        </p:nvSpPr>
        <p:spPr>
          <a:xfrm>
            <a:off x="347472" y="6121032"/>
            <a:ext cx="11430000" cy="230350"/>
          </a:xfrm>
          <a:prstGeom prst="rect">
            <a:avLst/>
          </a:prstGeom>
          <a:noFill/>
          <a:ln/>
        </p:spPr>
        <p:txBody>
          <a:bodyPr wrap="square" lIns="0" tIns="0" rIns="0" bIns="0" rtlCol="0" anchor="ctr"/>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61. </a:t>
            </a:r>
            <a:r>
              <a:rPr lang="en-US" sz="2400" err="1">
                <a:solidFill>
                  <a:srgbClr val="000000"/>
                </a:solidFill>
                <a:latin typeface="Segoe UI" pitchFamily="34" charset="0"/>
                <a:ea typeface="Segoe UI" pitchFamily="34" charset="-122"/>
                <a:cs typeface="Segoe UI" pitchFamily="34" charset="-120"/>
              </a:rPr>
              <a:t>Vnt</a:t>
            </a:r>
            <a:r>
              <a:rPr lang="en-US" sz="2400">
                <a:solidFill>
                  <a:srgbClr val="000000"/>
                </a:solidFill>
                <a:latin typeface="Segoe UI" pitchFamily="34" charset="0"/>
                <a:ea typeface="Segoe UI" pitchFamily="34" charset="-122"/>
                <a:cs typeface="Segoe UI" pitchFamily="34" charset="-120"/>
              </a:rPr>
              <a:t> Group</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Vietnam-based distributor specializing in low voltage electrical systems and AV solutions.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064240" y="109728"/>
            <a:ext cx="640080" cy="640080"/>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10" name="Table 0"/>
          <p:cNvGraphicFramePr>
            <a:graphicFrameLocks noGrp="1"/>
          </p:cNvGraphicFramePr>
          <p:nvPr>
            <p:extLst>
              <p:ext uri="{D42A27DB-BD31-4B8C-83A1-F6EECF244321}">
                <p14:modId xmlns:p14="http://schemas.microsoft.com/office/powerpoint/2010/main" val="1069817800"/>
              </p:ext>
            </p:extLst>
          </p:nvPr>
        </p:nvGraphicFramePr>
        <p:xfrm>
          <a:off x="338328" y="1691639"/>
          <a:ext cx="5577840" cy="4401184"/>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831707">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chemeClr val="tx1"/>
                          </a:solidFill>
                          <a:latin typeface="Segoe UI" pitchFamily="34" charset="0"/>
                          <a:ea typeface="Segoe UI" pitchFamily="34" charset="-122"/>
                          <a:cs typeface="Segoe UI" pitchFamily="34" charset="-120"/>
                          <a:hlinkClick r:id="rId5" tooltip="Visit company website">
                            <a:extLst>
                              <a:ext uri="{A12FA001-AC4F-418D-AE19-62706E023703}">
                                <ahyp:hlinkClr xmlns:ahyp="http://schemas.microsoft.com/office/drawing/2018/hyperlinkcolor" val="tx"/>
                              </a:ext>
                            </a:extLst>
                          </a:hlinkClick>
                        </a:rPr>
                        <a:t>Vnt Group</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831707">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2008</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831707">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Ho Chi Minh City, Vietnam</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1074356">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Distribute low voltage electrical systems including security and protection equipment, audio systems, and video conferencing solutions</a:t>
                      </a:r>
                      <a:endParaRPr lang="en-US" sz="1400">
                        <a:solidFill>
                          <a:schemeClr val="tx1"/>
                        </a:solidFill>
                        <a:latin typeface="Segoe UI" charset="0"/>
                        <a:ea typeface="Segoe UI" charset="0"/>
                        <a:cs typeface="Segoe UI" charset="0"/>
                      </a:endParaRPr>
                    </a:p>
                    <a:p>
                      <a:pPr marL="0" indent="0" algn="l">
                        <a:buNone/>
                      </a:pPr>
                      <a:r>
                        <a:rPr lang="en-US" sz="1400">
                          <a:solidFill>
                            <a:schemeClr val="tx1"/>
                          </a:solidFill>
                          <a:latin typeface="Segoe UI" pitchFamily="34" charset="0"/>
                          <a:ea typeface="Segoe UI" pitchFamily="34" charset="-122"/>
                          <a:cs typeface="Segoe UI" pitchFamily="34" charset="-120"/>
                        </a:rPr>
                        <a:t>Provide AV system integration and control for various applications</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831707">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Key Suppliers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chemeClr val="tx1"/>
                          </a:solidFill>
                          <a:latin typeface="Segoe UI" pitchFamily="34" charset="0"/>
                          <a:ea typeface="Segoe UI" pitchFamily="34" charset="-122"/>
                          <a:cs typeface="Segoe UI" pitchFamily="34" charset="-120"/>
                        </a:rPr>
                        <a:t>Honeywell, TK-Audio, Biamp, Sennheiser, Crestron, Kramer, JB Lighting, </a:t>
                      </a:r>
                      <a:r>
                        <a:rPr lang="en-US" sz="1400" err="1">
                          <a:solidFill>
                            <a:schemeClr val="tx1"/>
                          </a:solidFill>
                          <a:latin typeface="Segoe UI" pitchFamily="34" charset="0"/>
                          <a:ea typeface="Segoe UI" pitchFamily="34" charset="-122"/>
                          <a:cs typeface="Segoe UI" pitchFamily="34" charset="-120"/>
                        </a:rPr>
                        <a:t>Vorlane</a:t>
                      </a:r>
                      <a:r>
                        <a:rPr lang="en-US" sz="1400">
                          <a:solidFill>
                            <a:schemeClr val="tx1"/>
                          </a:solidFill>
                          <a:latin typeface="Segoe UI" pitchFamily="34" charset="0"/>
                          <a:ea typeface="Segoe UI" pitchFamily="34" charset="-122"/>
                          <a:cs typeface="Segoe UI" pitchFamily="34" charset="-120"/>
                        </a:rPr>
                        <a:t>, </a:t>
                      </a:r>
                      <a:r>
                        <a:rPr lang="en-US" sz="1400" err="1">
                          <a:solidFill>
                            <a:schemeClr val="tx1"/>
                          </a:solidFill>
                          <a:latin typeface="Segoe UI" pitchFamily="34" charset="0"/>
                          <a:ea typeface="Segoe UI" pitchFamily="34" charset="-122"/>
                          <a:cs typeface="Segoe UI" pitchFamily="34" charset="-120"/>
                        </a:rPr>
                        <a:t>ProDG</a:t>
                      </a:r>
                      <a:r>
                        <a:rPr lang="en-US" sz="1400">
                          <a:solidFill>
                            <a:schemeClr val="tx1"/>
                          </a:solidFill>
                          <a:latin typeface="Segoe UI" pitchFamily="34" charset="0"/>
                          <a:ea typeface="Segoe UI" pitchFamily="34" charset="-122"/>
                          <a:cs typeface="Segoe UI" pitchFamily="34" charset="-120"/>
                        </a:rPr>
                        <a:t>, LD Systems, </a:t>
                      </a:r>
                      <a:r>
                        <a:rPr lang="en-US" sz="1400" err="1">
                          <a:solidFill>
                            <a:schemeClr val="tx1"/>
                          </a:solidFill>
                          <a:latin typeface="Segoe UI" pitchFamily="34" charset="0"/>
                          <a:ea typeface="Segoe UI" pitchFamily="34" charset="-122"/>
                          <a:cs typeface="Segoe UI" pitchFamily="34" charset="-120"/>
                        </a:rPr>
                        <a:t>Artcoustic</a:t>
                      </a:r>
                      <a:r>
                        <a:rPr lang="en-US" sz="1400">
                          <a:solidFill>
                            <a:schemeClr val="tx1"/>
                          </a:solidFill>
                          <a:latin typeface="Segoe UI" pitchFamily="34" charset="0"/>
                          <a:ea typeface="Segoe UI" pitchFamily="34" charset="-122"/>
                          <a:cs typeface="Segoe UI" pitchFamily="34" charset="-120"/>
                        </a:rPr>
                        <a:t>, Brahler</a:t>
                      </a:r>
                      <a:endParaRPr lang="en-US" sz="1400">
                        <a:solidFill>
                          <a:schemeClr val="tx1"/>
                        </a:solidFill>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2231046021"/>
              </p:ext>
            </p:extLst>
          </p:nvPr>
        </p:nvGraphicFramePr>
        <p:xfrm>
          <a:off x="6272784" y="1746503"/>
          <a:ext cx="5577840" cy="4346322"/>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Security Systems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Security &amp; Protection Equipment, CCTV, intrusion detection, access control</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Pro Audio &amp; PA</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Audio Systems, Microphones, professional sound, conference audio, public address, pro mics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Video Conferencing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Video Conferencing Solutions, integrated VC for corporate environments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AV Integration</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AV System Integration, custom commercial AV, control systems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Event Lighting</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Performance Lighting, stage lighting for events and concerts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4387">
                <a:tc>
                  <a:txBody>
                    <a:bodyPr/>
                    <a:lstStyle/>
                    <a:p>
                      <a:pPr algn="ctr">
                        <a:buNone/>
                      </a:pPr>
                      <a:r>
                        <a:rPr lang="en-MY" sz="1400">
                          <a:solidFill>
                            <a:schemeClr val="bg1"/>
                          </a:solidFill>
                          <a:latin typeface="Segoe UI" panose="020B0502040204020203" pitchFamily="34" charset="0"/>
                          <a:cs typeface="Segoe UI" panose="020B0502040204020203" pitchFamily="34" charset="0"/>
                        </a:rPr>
                        <a:t>Home &amp; Meeting Rooms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Segoe UI" panose="020B0502040204020203" pitchFamily="34" charset="0"/>
                          <a:cs typeface="Segoe UI" panose="020B0502040204020203" pitchFamily="34" charset="0"/>
                        </a:rPr>
                        <a:t>Home Cinema, Conference Systems, residential cinema AV, conference room audio/video systems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47472" y="6117830"/>
            <a:ext cx="11430000" cy="253385"/>
          </a:xfrm>
          <a:prstGeom prst="rect">
            <a:avLst/>
          </a:prstGeom>
          <a:noFill/>
          <a:ln/>
        </p:spPr>
        <p:txBody>
          <a:bodyPr wrap="square" lIns="0" tIns="0" rIns="0" bIns="0" rtlCol="0" anchor="ctr"/>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Segoe UI" pitchFamily="34" charset="0"/>
                <a:ea typeface="Segoe UI" pitchFamily="34" charset="-122"/>
                <a:cs typeface="Segoe UI" pitchFamily="34" charset="-120"/>
              </a:rPr>
              <a:t>62. Anh Phuong Technology Development</a:t>
            </a:r>
            <a:endParaRPr lang="en-US" sz="2400"/>
          </a:p>
          <a:p>
            <a:pPr marL="0" indent="0">
              <a:buNone/>
            </a:pPr>
            <a:r>
              <a:rPr lang="en-US" sz="1600">
                <a:solidFill>
                  <a:srgbClr val="000000"/>
                </a:solidFill>
                <a:latin typeface="Segoe UI" pitchFamily="34" charset="0"/>
                <a:ea typeface="Segoe UI" pitchFamily="34" charset="-122"/>
                <a:cs typeface="Segoe UI" pitchFamily="34" charset="-120"/>
              </a:rPr>
              <a:t>Vietnam-based company specializing in security systems and access control solutions.</a:t>
            </a:r>
            <a:endParaRPr lang="en-US" sz="2400"/>
          </a:p>
        </p:txBody>
      </p:sp>
      <p:pic>
        <p:nvPicPr>
          <p:cNvPr id="3"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4" name="Shape 1"/>
          <p:cNvSpPr/>
          <p:nvPr/>
        </p:nvSpPr>
        <p:spPr>
          <a:xfrm>
            <a:off x="9729216" y="201168"/>
            <a:ext cx="758952" cy="502920"/>
          </a:xfrm>
          <a:prstGeom prst="rect">
            <a:avLst/>
          </a:prstGeom>
          <a:ln w="12700">
            <a:solidFill>
              <a:srgbClr val="000000"/>
            </a:solidFill>
            <a:prstDash val="solid"/>
          </a:ln>
        </p:spPr>
        <p:txBody>
          <a:bodyPr/>
          <a:lstStyle/>
          <a:p>
            <a:endParaRPr lang="en-TH"/>
          </a:p>
        </p:txBody>
      </p:sp>
      <p:pic>
        <p:nvPicPr>
          <p:cNvPr id="5" name="Image 1" descr="preencoded.png"/>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0626990" y="257693"/>
            <a:ext cx="1145494" cy="421455"/>
          </a:xfrm>
          <a:prstGeom prst="rect">
            <a:avLst/>
          </a:prstGeom>
        </p:spPr>
      </p:pic>
      <p:sp>
        <p:nvSpPr>
          <p:cNvPr id="6" name="Text 2"/>
          <p:cNvSpPr/>
          <p:nvPr/>
        </p:nvSpPr>
        <p:spPr>
          <a:xfrm>
            <a:off x="338328"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会社概要資料</a:t>
            </a:r>
            <a:endParaRPr lang="en-US" sz="1400"/>
          </a:p>
        </p:txBody>
      </p:sp>
      <p:sp>
        <p:nvSpPr>
          <p:cNvPr id="7" name="Shape 3"/>
          <p:cNvSpPr/>
          <p:nvPr/>
        </p:nvSpPr>
        <p:spPr>
          <a:xfrm>
            <a:off x="338328" y="1636776"/>
            <a:ext cx="5577840" cy="0"/>
          </a:xfrm>
          <a:prstGeom prst="line">
            <a:avLst/>
          </a:prstGeom>
          <a:noFill/>
          <a:ln w="22225">
            <a:solidFill>
              <a:srgbClr val="1F497D"/>
            </a:solidFill>
            <a:prstDash val="solid"/>
          </a:ln>
        </p:spPr>
        <p:txBody>
          <a:bodyPr/>
          <a:lstStyle/>
          <a:p>
            <a:endParaRPr lang="en-TH"/>
          </a:p>
        </p:txBody>
      </p:sp>
      <p:sp>
        <p:nvSpPr>
          <p:cNvPr id="8" name="Text 4"/>
          <p:cNvSpPr/>
          <p:nvPr/>
        </p:nvSpPr>
        <p:spPr>
          <a:xfrm>
            <a:off x="6272784" y="1252728"/>
            <a:ext cx="5577840" cy="320040"/>
          </a:xfrm>
          <a:prstGeom prst="rect">
            <a:avLst/>
          </a:prstGeom>
          <a:noFill/>
          <a:ln/>
        </p:spPr>
        <p:txBody>
          <a:bodyPr wrap="square" rtlCol="0" anchor="ctr"/>
          <a:lstStyle/>
          <a:p>
            <a:pPr marL="0" indent="0" algn="ctr">
              <a:buNone/>
            </a:pPr>
            <a:r>
              <a:rPr lang="en-US" sz="1400">
                <a:solidFill>
                  <a:srgbClr val="000000"/>
                </a:solidFill>
                <a:latin typeface="Segoe UI" pitchFamily="34" charset="0"/>
                <a:ea typeface="Segoe UI" pitchFamily="34" charset="-122"/>
                <a:cs typeface="Segoe UI" pitchFamily="34" charset="-120"/>
              </a:rPr>
              <a:t>Products and Applications</a:t>
            </a:r>
            <a:endParaRPr lang="en-US" sz="1400"/>
          </a:p>
        </p:txBody>
      </p:sp>
      <p:sp>
        <p:nvSpPr>
          <p:cNvPr id="9" name="Shape 5"/>
          <p:cNvSpPr/>
          <p:nvPr/>
        </p:nvSpPr>
        <p:spPr>
          <a:xfrm>
            <a:off x="6272784" y="1636776"/>
            <a:ext cx="5577840" cy="0"/>
          </a:xfrm>
          <a:prstGeom prst="line">
            <a:avLst/>
          </a:prstGeom>
          <a:noFill/>
          <a:ln w="22225">
            <a:solidFill>
              <a:srgbClr val="1F497D"/>
            </a:solidFill>
            <a:prstDash val="solid"/>
          </a:ln>
        </p:spPr>
        <p:txBody>
          <a:bodyPr/>
          <a:lstStyle/>
          <a:p>
            <a:endParaRPr lang="en-TH"/>
          </a:p>
        </p:txBody>
      </p:sp>
      <p:graphicFrame>
        <p:nvGraphicFramePr>
          <p:cNvPr id="21" name="Table 0"/>
          <p:cNvGraphicFramePr>
            <a:graphicFrameLocks noGrp="1"/>
          </p:cNvGraphicFramePr>
          <p:nvPr>
            <p:extLst>
              <p:ext uri="{D42A27DB-BD31-4B8C-83A1-F6EECF244321}">
                <p14:modId xmlns:p14="http://schemas.microsoft.com/office/powerpoint/2010/main" val="182933648"/>
              </p:ext>
            </p:extLst>
          </p:nvPr>
        </p:nvGraphicFramePr>
        <p:xfrm>
          <a:off x="338328" y="1691639"/>
          <a:ext cx="5577840" cy="4401183"/>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366765">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Name</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u="sng">
                          <a:solidFill>
                            <a:srgbClr val="0563C1"/>
                          </a:solidFill>
                          <a:latin typeface="Segoe UI" pitchFamily="34" charset="0"/>
                          <a:ea typeface="Segoe UI" pitchFamily="34" charset="-122"/>
                          <a:cs typeface="Segoe UI" pitchFamily="34" charset="-120"/>
                          <a:hlinkClick r:id="rId5" tooltip="Visit company website">
                            <a:extLst>
                              <a:ext uri="{A12FA001-AC4F-418D-AE19-62706E023703}">
                                <ahyp:hlinkClr xmlns:ahyp="http://schemas.microsoft.com/office/drawing/2018/hyperlinkcolor" val="tx"/>
                              </a:ext>
                            </a:extLst>
                          </a:hlinkClick>
                        </a:rPr>
                        <a:t>Anh Phuong Technology Development</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366765">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Est. Year</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2015</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366765">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Segoe UI" pitchFamily="34" charset="0"/>
                          <a:ea typeface="Segoe UI" pitchFamily="34" charset="-122"/>
                          <a:cs typeface="Segoe UI" pitchFamily="34" charset="-120"/>
                        </a:rPr>
                        <a:t>Ho Chi Minh City, Vietnam</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3353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Business</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 typeface="Wingdings" pitchFamily="2" charset="2"/>
                        <a:buNone/>
                        <a:tabLst/>
                        <a:defRPr/>
                      </a:pPr>
                      <a:r>
                        <a:rPr kumimoji="1" lang="en-US" sz="1400" kern="1200">
                          <a:solidFill>
                            <a:srgbClr val="000000"/>
                          </a:solidFill>
                          <a:latin typeface="Segoe UI" pitchFamily="34" charset="0"/>
                          <a:ea typeface="Segoe UI" pitchFamily="34" charset="-122"/>
                          <a:cs typeface="Segoe UI" pitchFamily="34" charset="-120"/>
                        </a:rPr>
                        <a:t>Distribute and install security systems including automatic barriers, access control systems, surveillance cameras, parking management system</a:t>
                      </a:r>
                      <a:endParaRPr kumimoji="1" lang="en-US" sz="1400" kern="1200">
                        <a:solidFill>
                          <a:srgbClr val="000000"/>
                        </a:solidFill>
                        <a:latin typeface="Segoe UI" pitchFamily="34" charset="0"/>
                        <a:ea typeface="Segoe UI" charset="0"/>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1222551">
                <a:tc>
                  <a:txBody>
                    <a:bodyPr/>
                    <a:lstStyle/>
                    <a:p>
                      <a:pPr marL="0" indent="0" algn="ctr">
                        <a:buNone/>
                      </a:pPr>
                      <a:r>
                        <a:rPr lang="en-US" sz="1400">
                          <a:solidFill>
                            <a:srgbClr val="FFFFFF"/>
                          </a:solidFill>
                          <a:latin typeface="Segoe UI" pitchFamily="34" charset="0"/>
                          <a:ea typeface="Segoe UI" pitchFamily="34" charset="-122"/>
                          <a:cs typeface="Segoe UI" pitchFamily="34" charset="-120"/>
                        </a:rPr>
                        <a:t>Principal Partners (HQ)</a:t>
                      </a:r>
                      <a:endParaRPr lang="en-US" sz="1400">
                        <a:latin typeface="Segoe UI" charset="0"/>
                        <a:ea typeface="Segoe UI" charset="0"/>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mn-ea"/>
                          <a:cs typeface="Segoe UI" pitchFamily="34" charset="-120"/>
                        </a:rPr>
                        <a:t>China: Wonsun, Daosafe, Hikvision, ZKTeco</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mn-ea"/>
                          <a:cs typeface="Segoe UI" pitchFamily="34" charset="-120"/>
                        </a:rPr>
                        <a:t>Malaysia: Magnet, Falco</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mn-ea"/>
                          <a:cs typeface="Segoe UI" pitchFamily="34" charset="-120"/>
                        </a:rPr>
                        <a:t>Taiwan: Pongee</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mn-ea"/>
                          <a:cs typeface="Segoe UI" pitchFamily="34" charset="-120"/>
                        </a:rPr>
                        <a:t>Japan: Kumahira</a:t>
                      </a:r>
                    </a:p>
                    <a:p>
                      <a:pPr marL="216000" marR="91440" indent="-216000" algn="l" defTabSz="914400" rtl="0" eaLnBrk="1" fontAlgn="ctr" latinLnBrk="0" hangingPunct="1">
                        <a:lnSpc>
                          <a:spcPct val="100000"/>
                        </a:lnSpc>
                        <a:spcBef>
                          <a:spcPts val="0"/>
                        </a:spcBef>
                        <a:spcAft>
                          <a:spcPts val="0"/>
                        </a:spcAft>
                        <a:buClrTx/>
                        <a:buSzTx/>
                        <a:buFont typeface="Wingdings" pitchFamily="2" charset="2"/>
                        <a:buChar char="n"/>
                        <a:tabLst/>
                        <a:defRPr/>
                      </a:pPr>
                      <a:r>
                        <a:rPr kumimoji="1" lang="en-US" sz="1400" kern="1200">
                          <a:solidFill>
                            <a:srgbClr val="000000"/>
                          </a:solidFill>
                          <a:latin typeface="Segoe UI" pitchFamily="34" charset="0"/>
                          <a:ea typeface="+mn-ea"/>
                          <a:cs typeface="Segoe UI" pitchFamily="34" charset="-120"/>
                        </a:rPr>
                        <a:t>Others: HID, BOSCH, Keytop, Tectron</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978041">
                <a:tc>
                  <a:txBody>
                    <a:bodyPr/>
                    <a:lstStyle/>
                    <a:p>
                      <a:pPr marL="0" indent="0" algn="ctr">
                        <a:buNone/>
                      </a:pPr>
                      <a:r>
                        <a:rPr lang="en-US" sz="1400">
                          <a:solidFill>
                            <a:schemeClr val="bg1"/>
                          </a:solidFill>
                          <a:latin typeface="Segoe UI" charset="0"/>
                          <a:ea typeface="Segoe UI" charset="0"/>
                          <a:cs typeface="Segoe UI" charset="0"/>
                        </a:rPr>
                        <a:t>Customers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Tx/>
                        <a:buNone/>
                        <a:tabLst/>
                        <a:defRPr/>
                      </a:pPr>
                      <a:r>
                        <a:rPr kumimoji="1" lang="en-US" sz="1400" kern="1200">
                          <a:solidFill>
                            <a:srgbClr val="000000"/>
                          </a:solidFill>
                          <a:latin typeface="Segoe UI" pitchFamily="34" charset="0"/>
                          <a:ea typeface="Segoe UI" charset="0"/>
                          <a:cs typeface="Segoe UI" pitchFamily="34" charset="-120"/>
                        </a:rPr>
                        <a:t>Spartronics Factory, Pearl 5 Building, Pousung Vietnam, Saigon Garment, Sunwah Building, Vietnam National University, Southern Cultural Tourism Area</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62436384"/>
                  </a:ext>
                </a:extLst>
              </a:tr>
              <a:tr h="366765">
                <a:tc>
                  <a:txBody>
                    <a:bodyPr/>
                    <a:lstStyle/>
                    <a:p>
                      <a:pPr marL="0" indent="0" algn="ctr">
                        <a:buNone/>
                      </a:pPr>
                      <a:r>
                        <a:rPr lang="en-US" sz="1400">
                          <a:solidFill>
                            <a:schemeClr val="bg1"/>
                          </a:solidFill>
                          <a:latin typeface="Segoe UI" charset="0"/>
                          <a:ea typeface="Segoe UI" charset="0"/>
                          <a:cs typeface="Segoe UI" charset="0"/>
                        </a:rPr>
                        <a:t>#of Dealers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marR="91440" indent="0" algn="l" defTabSz="914400" rtl="0" eaLnBrk="1" fontAlgn="ctr" latinLnBrk="0" hangingPunct="1">
                        <a:lnSpc>
                          <a:spcPct val="100000"/>
                        </a:lnSpc>
                        <a:spcBef>
                          <a:spcPts val="0"/>
                        </a:spcBef>
                        <a:spcAft>
                          <a:spcPts val="0"/>
                        </a:spcAft>
                        <a:buClrTx/>
                        <a:buSzTx/>
                        <a:buFontTx/>
                        <a:buNone/>
                        <a:tabLst/>
                        <a:defRPr/>
                      </a:pPr>
                      <a:r>
                        <a:rPr kumimoji="1" lang="en-US" sz="1400" kern="1200">
                          <a:solidFill>
                            <a:srgbClr val="000000"/>
                          </a:solidFill>
                          <a:latin typeface="Segoe UI" pitchFamily="34" charset="0"/>
                          <a:ea typeface="Segoe UI" charset="0"/>
                          <a:cs typeface="Segoe UI" pitchFamily="34" charset="-120"/>
                        </a:rPr>
                        <a:t>500 across Vietnam</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214313542"/>
                  </a:ext>
                </a:extLst>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43747510"/>
              </p:ext>
            </p:extLst>
          </p:nvPr>
        </p:nvGraphicFramePr>
        <p:xfrm>
          <a:off x="6272784" y="1746503"/>
          <a:ext cx="5577840" cy="4340196"/>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23366">
                <a:tc>
                  <a:txBody>
                    <a:bodyPr/>
                    <a:lstStyle/>
                    <a:p>
                      <a:pPr algn="ctr">
                        <a:buNone/>
                      </a:pPr>
                      <a:r>
                        <a:rPr lang="en-MY" sz="1400">
                          <a:solidFill>
                            <a:schemeClr val="bg1"/>
                          </a:solidFill>
                          <a:latin typeface="Segoe UI" panose="020B0502040204020203" pitchFamily="34" charset="0"/>
                          <a:cs typeface="Segoe UI" panose="020B0502040204020203" pitchFamily="34" charset="0"/>
                        </a:rPr>
                        <a:t>Parking Control</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Automatic Barriers, Parking Management Systems, parking access and space management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723366">
                <a:tc>
                  <a:txBody>
                    <a:bodyPr/>
                    <a:lstStyle/>
                    <a:p>
                      <a:pPr algn="ctr">
                        <a:buNone/>
                      </a:pPr>
                      <a:r>
                        <a:rPr lang="en-MY" sz="1400">
                          <a:solidFill>
                            <a:schemeClr val="bg1"/>
                          </a:solidFill>
                          <a:latin typeface="Segoe UI" panose="020B0502040204020203" pitchFamily="34" charset="0"/>
                          <a:cs typeface="Segoe UI" panose="020B0502040204020203" pitchFamily="34" charset="0"/>
                        </a:rPr>
                        <a:t>Secure Entry</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Access Control Systems, Turnstiles, RFID/biometric entry control</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723366">
                <a:tc>
                  <a:txBody>
                    <a:bodyPr/>
                    <a:lstStyle/>
                    <a:p>
                      <a:pPr algn="ctr">
                        <a:buNone/>
                      </a:pPr>
                      <a:r>
                        <a:rPr lang="en-MY" sz="1400">
                          <a:solidFill>
                            <a:schemeClr val="bg1"/>
                          </a:solidFill>
                          <a:latin typeface="Segoe UI" panose="020B0502040204020203" pitchFamily="34" charset="0"/>
                          <a:cs typeface="Segoe UI" panose="020B0502040204020203" pitchFamily="34" charset="0"/>
                        </a:rPr>
                        <a:t>CCTV Surveillance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Surveillance Cameras, CCTV monitoring and security</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723366">
                <a:tc>
                  <a:txBody>
                    <a:bodyPr/>
                    <a:lstStyle/>
                    <a:p>
                      <a:pPr algn="ctr">
                        <a:buNone/>
                      </a:pPr>
                      <a:r>
                        <a:rPr lang="en-MY" sz="1400">
                          <a:solidFill>
                            <a:schemeClr val="bg1"/>
                          </a:solidFill>
                          <a:latin typeface="Segoe UI" panose="020B0502040204020203" pitchFamily="34" charset="0"/>
                          <a:cs typeface="Segoe UI" panose="020B0502040204020203" pitchFamily="34" charset="0"/>
                        </a:rPr>
                        <a:t>ID Media</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Identification Products, RFID cards, Mifare cards, UHF tags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4"/>
                  </a:ext>
                </a:extLst>
              </a:tr>
              <a:tr h="723366">
                <a:tc>
                  <a:txBody>
                    <a:bodyPr/>
                    <a:lstStyle/>
                    <a:p>
                      <a:pPr algn="ctr">
                        <a:buNone/>
                      </a:pPr>
                      <a:r>
                        <a:rPr lang="en-MY" sz="1400">
                          <a:solidFill>
                            <a:schemeClr val="bg1"/>
                          </a:solidFill>
                          <a:latin typeface="Segoe UI" panose="020B0502040204020203" pitchFamily="34" charset="0"/>
                          <a:cs typeface="Segoe UI" panose="020B0502040204020203" pitchFamily="34" charset="0"/>
                        </a:rPr>
                        <a:t>Automated Gates</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Security Gates, high-speed and sliding automatic gates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5"/>
                  </a:ext>
                </a:extLst>
              </a:tr>
              <a:tr h="723366">
                <a:tc>
                  <a:txBody>
                    <a:bodyPr/>
                    <a:lstStyle/>
                    <a:p>
                      <a:pPr algn="ctr">
                        <a:buNone/>
                      </a:pPr>
                      <a:r>
                        <a:rPr lang="en-MY" sz="1400">
                          <a:solidFill>
                            <a:schemeClr val="bg1"/>
                          </a:solidFill>
                          <a:latin typeface="Segoe UI" panose="020B0502040204020203" pitchFamily="34" charset="0"/>
                          <a:cs typeface="Segoe UI" panose="020B0502040204020203" pitchFamily="34" charset="0"/>
                        </a:rPr>
                        <a:t>Network Backbone</a:t>
                      </a: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US" sz="1400">
                          <a:latin typeface="Segoe UI" panose="020B0502040204020203" pitchFamily="34" charset="0"/>
                          <a:cs typeface="Segoe UI" panose="020B0502040204020203" pitchFamily="34" charset="0"/>
                        </a:rPr>
                        <a:t>Network Infrastructure, network connectivity for security systems</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6"/>
          <p:cNvSpPr/>
          <p:nvPr/>
        </p:nvSpPr>
        <p:spPr>
          <a:xfrm>
            <a:off x="347472" y="6121032"/>
            <a:ext cx="11430000" cy="230350"/>
          </a:xfrm>
          <a:prstGeom prst="rect">
            <a:avLst/>
          </a:prstGeom>
          <a:noFill/>
          <a:ln/>
        </p:spPr>
        <p:txBody>
          <a:bodyPr wrap="square" lIns="0" tIns="0" rIns="0" bIns="0" rtlCol="0" anchor="ctr"/>
          <a:lstStyle/>
          <a:p>
            <a:pPr marL="0" indent="0">
              <a:buNone/>
            </a:pPr>
            <a:r>
              <a:rPr lang="en-US" sz="1000">
                <a:solidFill>
                  <a:srgbClr val="000000"/>
                </a:solidFill>
                <a:latin typeface="Segoe UI" pitchFamily="34" charset="0"/>
                <a:ea typeface="Segoe UI" pitchFamily="34" charset="-122"/>
                <a:cs typeface="Segoe UI" pitchFamily="34" charset="-120"/>
              </a:rPr>
              <a:t>Source: Company website</a:t>
            </a:r>
            <a:endParaRPr lang="en-US" sz="10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932688"/>
            <a:ext cx="12191695" cy="0"/>
          </a:xfrm>
          <a:prstGeom prst="line">
            <a:avLst/>
          </a:prstGeom>
          <a:noFill/>
          <a:ln w="57150">
            <a:solidFill>
              <a:srgbClr val="293F55"/>
            </a:solidFill>
            <a:prstDash val="solid"/>
          </a:ln>
        </p:spPr>
        <p:txBody>
          <a:bodyPr/>
          <a:lstStyle/>
          <a:p>
            <a:endParaRPr lang="en-US"/>
          </a:p>
        </p:txBody>
      </p:sp>
      <p:sp>
        <p:nvSpPr>
          <p:cNvPr id="3" name="Shape 1"/>
          <p:cNvSpPr/>
          <p:nvPr/>
        </p:nvSpPr>
        <p:spPr>
          <a:xfrm>
            <a:off x="0" y="1005840"/>
            <a:ext cx="12191695" cy="0"/>
          </a:xfrm>
          <a:prstGeom prst="line">
            <a:avLst/>
          </a:prstGeom>
          <a:noFill/>
          <a:ln w="28575">
            <a:solidFill>
              <a:srgbClr val="293F55"/>
            </a:solidFill>
            <a:prstDash val="solid"/>
          </a:ln>
        </p:spPr>
        <p:txBody>
          <a:bodyPr/>
          <a:lstStyle/>
          <a:p>
            <a:endParaRPr lang="en-US"/>
          </a:p>
        </p:txBody>
      </p:sp>
      <p:sp>
        <p:nvSpPr>
          <p:cNvPr id="4" name="Shape 2"/>
          <p:cNvSpPr/>
          <p:nvPr/>
        </p:nvSpPr>
        <p:spPr>
          <a:xfrm>
            <a:off x="0" y="6620256"/>
            <a:ext cx="12191695" cy="0"/>
          </a:xfrm>
          <a:prstGeom prst="line">
            <a:avLst/>
          </a:prstGeom>
          <a:noFill/>
          <a:ln w="28575">
            <a:solidFill>
              <a:srgbClr val="293F55"/>
            </a:solidFill>
            <a:prstDash val="solid"/>
          </a:ln>
        </p:spPr>
        <p:txBody>
          <a:bodyPr/>
          <a:lstStyle/>
          <a:p>
            <a:endParaRPr lang="en-US"/>
          </a:p>
        </p:txBody>
      </p:sp>
      <p:sp>
        <p:nvSpPr>
          <p:cNvPr id="5" name="Text 3"/>
          <p:cNvSpPr/>
          <p:nvPr/>
        </p:nvSpPr>
        <p:spPr>
          <a:xfrm>
            <a:off x="347472" y="64008"/>
            <a:ext cx="8686800" cy="822960"/>
          </a:xfrm>
          <a:prstGeom prst="rect">
            <a:avLst/>
          </a:prstGeom>
          <a:noFill/>
          <a:ln/>
        </p:spPr>
        <p:txBody>
          <a:bodyPr wrap="square" lIns="0" tIns="0" rIns="0" bIns="0" rtlCol="0" anchor="b"/>
          <a:lstStyle/>
          <a:p>
            <a:pPr marL="0" indent="0">
              <a:buNone/>
            </a:pPr>
            <a:r>
              <a:rPr lang="en-US" sz="2400">
                <a:solidFill>
                  <a:srgbClr val="000000"/>
                </a:solidFill>
                <a:latin typeface="+mj-ea"/>
                <a:ea typeface="+mj-ea"/>
                <a:cs typeface="Segoe UI" pitchFamily="34" charset="-120"/>
              </a:rPr>
              <a:t>63. </a:t>
            </a:r>
            <a:r>
              <a:rPr lang="en-US" sz="2400" err="1">
                <a:solidFill>
                  <a:srgbClr val="000000"/>
                </a:solidFill>
                <a:latin typeface="+mj-ea"/>
                <a:ea typeface="+mj-ea"/>
                <a:cs typeface="Segoe UI" pitchFamily="34" charset="-120"/>
              </a:rPr>
              <a:t>Techpro</a:t>
            </a:r>
            <a:endParaRPr lang="en-US" sz="2400">
              <a:latin typeface="+mj-ea"/>
              <a:ea typeface="+mj-ea"/>
            </a:endParaRPr>
          </a:p>
          <a:p>
            <a:r>
              <a:rPr lang="ja-JP" altLang="en-US" sz="1600">
                <a:solidFill>
                  <a:srgbClr val="000000"/>
                </a:solidFill>
                <a:latin typeface="+mj-ea"/>
                <a:ea typeface="+mj-ea"/>
                <a:cs typeface="Segoe UI" pitchFamily="34" charset="-120"/>
              </a:rPr>
              <a:t>ベトナムに拠点を置く企業で、スマートシティソリューション、デジタル印刷、工場のデジタルトランスフォーメーションを専門としている</a:t>
            </a:r>
            <a:endParaRPr lang="en-US" sz="2400">
              <a:latin typeface="+mj-ea"/>
              <a:ea typeface="+mj-ea"/>
            </a:endParaRPr>
          </a:p>
        </p:txBody>
      </p:sp>
      <p:pic>
        <p:nvPicPr>
          <p:cNvPr id="6" name="Image 0" descr="preencoded.png"/>
          <p:cNvPicPr>
            <a:picLocks noChangeAspect="1"/>
          </p:cNvPicPr>
          <p:nvPr/>
        </p:nvPicPr>
        <p:blipFill>
          <a:blip r:embed="rId3"/>
          <a:stretch>
            <a:fillRect/>
          </a:stretch>
        </p:blipFill>
        <p:spPr>
          <a:xfrm>
            <a:off x="9729216" y="201168"/>
            <a:ext cx="758952" cy="502920"/>
          </a:xfrm>
          <a:prstGeom prst="rect">
            <a:avLst/>
          </a:prstGeom>
        </p:spPr>
      </p:pic>
      <p:sp>
        <p:nvSpPr>
          <p:cNvPr id="7" name="Shape 4"/>
          <p:cNvSpPr/>
          <p:nvPr/>
        </p:nvSpPr>
        <p:spPr>
          <a:xfrm>
            <a:off x="9729216" y="201168"/>
            <a:ext cx="758952" cy="502920"/>
          </a:xfrm>
          <a:prstGeom prst="rect">
            <a:avLst/>
          </a:prstGeom>
          <a:ln w="12700">
            <a:solidFill>
              <a:srgbClr val="000000"/>
            </a:solidFill>
            <a:prstDash val="solid"/>
          </a:ln>
        </p:spPr>
        <p:txBody>
          <a:bodyPr/>
          <a:lstStyle/>
          <a:p>
            <a:endParaRPr lang="en-US"/>
          </a:p>
        </p:txBody>
      </p:sp>
      <p:pic>
        <p:nvPicPr>
          <p:cNvPr id="8" name="Image 1" descr="preencoded.png"/>
          <p:cNvPicPr>
            <a:picLocks noChangeAspect="1"/>
          </p:cNvPicPr>
          <p:nvPr/>
        </p:nvPicPr>
        <p:blipFill>
          <a:blip r:embed="rId4"/>
          <a:srcRect/>
          <a:stretch/>
        </p:blipFill>
        <p:spPr>
          <a:xfrm>
            <a:off x="10997738" y="132588"/>
            <a:ext cx="640080" cy="640080"/>
          </a:xfrm>
          <a:prstGeom prst="rect">
            <a:avLst/>
          </a:prstGeom>
        </p:spPr>
      </p:pic>
      <p:sp>
        <p:nvSpPr>
          <p:cNvPr id="9" name="Text 5"/>
          <p:cNvSpPr/>
          <p:nvPr/>
        </p:nvSpPr>
        <p:spPr>
          <a:xfrm>
            <a:off x="338328" y="1252728"/>
            <a:ext cx="5577840" cy="320040"/>
          </a:xfrm>
          <a:prstGeom prst="rect">
            <a:avLst/>
          </a:prstGeom>
          <a:noFill/>
          <a:ln/>
        </p:spPr>
        <p:txBody>
          <a:bodyPr wrap="square" rtlCol="0" anchor="ctr"/>
          <a:lstStyle/>
          <a:p>
            <a:pPr algn="ctr"/>
            <a:r>
              <a:rPr lang="ja-JP" altLang="en-US" sz="1400">
                <a:solidFill>
                  <a:srgbClr val="000000"/>
                </a:solidFill>
                <a:latin typeface="+mn-ea"/>
                <a:cs typeface="Segoe UI" pitchFamily="34" charset="-120"/>
              </a:rPr>
              <a:t>会社基本情報</a:t>
            </a:r>
            <a:endParaRPr lang="en-US" altLang="ja-JP" sz="1400">
              <a:latin typeface="+mn-ea"/>
            </a:endParaRPr>
          </a:p>
        </p:txBody>
      </p:sp>
      <p:sp>
        <p:nvSpPr>
          <p:cNvPr id="10" name="Shape 6"/>
          <p:cNvSpPr/>
          <p:nvPr/>
        </p:nvSpPr>
        <p:spPr>
          <a:xfrm>
            <a:off x="338328" y="1636776"/>
            <a:ext cx="5577840" cy="0"/>
          </a:xfrm>
          <a:prstGeom prst="line">
            <a:avLst/>
          </a:prstGeom>
          <a:noFill/>
          <a:ln w="22225">
            <a:solidFill>
              <a:srgbClr val="1F497D"/>
            </a:solidFill>
            <a:prstDash val="solid"/>
          </a:ln>
        </p:spPr>
        <p:txBody>
          <a:bodyPr/>
          <a:lstStyle/>
          <a:p>
            <a:endParaRPr lang="en-US"/>
          </a:p>
        </p:txBody>
      </p:sp>
      <p:sp>
        <p:nvSpPr>
          <p:cNvPr id="11" name="Text 7"/>
          <p:cNvSpPr/>
          <p:nvPr/>
        </p:nvSpPr>
        <p:spPr>
          <a:xfrm>
            <a:off x="6272784" y="1252728"/>
            <a:ext cx="5577840" cy="320040"/>
          </a:xfrm>
          <a:prstGeom prst="rect">
            <a:avLst/>
          </a:prstGeom>
          <a:noFill/>
          <a:ln/>
        </p:spPr>
        <p:txBody>
          <a:bodyPr wrap="square" rtlCol="0" anchor="ctr"/>
          <a:lstStyle/>
          <a:p>
            <a:pPr algn="ctr"/>
            <a:r>
              <a:rPr lang="ja-JP" altLang="en-US" sz="1400">
                <a:solidFill>
                  <a:srgbClr val="000000"/>
                </a:solidFill>
                <a:latin typeface="+mn-ea"/>
                <a:cs typeface="Segoe UI" pitchFamily="34" charset="-120"/>
              </a:rPr>
              <a:t>主要パートナー</a:t>
            </a:r>
            <a:r>
              <a:rPr lang="en-US" sz="1400">
                <a:solidFill>
                  <a:srgbClr val="000000"/>
                </a:solidFill>
                <a:latin typeface="+mn-ea"/>
                <a:cs typeface="Segoe UI" pitchFamily="34" charset="-120"/>
              </a:rPr>
              <a:t> (</a:t>
            </a:r>
            <a:r>
              <a:rPr lang="ja-JP" altLang="en-US" sz="1400">
                <a:solidFill>
                  <a:srgbClr val="000000"/>
                </a:solidFill>
                <a:latin typeface="+mn-ea"/>
                <a:cs typeface="Segoe UI" pitchFamily="34" charset="-120"/>
              </a:rPr>
              <a:t>本社</a:t>
            </a:r>
            <a:r>
              <a:rPr lang="en-US" sz="1400">
                <a:solidFill>
                  <a:srgbClr val="000000"/>
                </a:solidFill>
                <a:latin typeface="+mn-ea"/>
                <a:cs typeface="Segoe UI" pitchFamily="34" charset="-120"/>
              </a:rPr>
              <a:t>)</a:t>
            </a:r>
            <a:endParaRPr lang="en-US" sz="1400">
              <a:latin typeface="+mn-ea"/>
            </a:endParaRPr>
          </a:p>
        </p:txBody>
      </p:sp>
      <p:sp>
        <p:nvSpPr>
          <p:cNvPr id="12" name="Shape 8"/>
          <p:cNvSpPr/>
          <p:nvPr/>
        </p:nvSpPr>
        <p:spPr>
          <a:xfrm>
            <a:off x="6272784" y="1636776"/>
            <a:ext cx="5577840" cy="0"/>
          </a:xfrm>
          <a:prstGeom prst="line">
            <a:avLst/>
          </a:prstGeom>
          <a:noFill/>
          <a:ln w="22225">
            <a:solidFill>
              <a:srgbClr val="1F497D"/>
            </a:solidFill>
            <a:prstDash val="solid"/>
          </a:ln>
        </p:spPr>
        <p:txBody>
          <a:bodyPr/>
          <a:lstStyle/>
          <a:p>
            <a:endParaRPr lang="en-US"/>
          </a:p>
        </p:txBody>
      </p:sp>
      <p:graphicFrame>
        <p:nvGraphicFramePr>
          <p:cNvPr id="13" name="Table 0"/>
          <p:cNvGraphicFramePr>
            <a:graphicFrameLocks noGrp="1"/>
          </p:cNvGraphicFramePr>
          <p:nvPr/>
        </p:nvGraphicFramePr>
        <p:xfrm>
          <a:off x="338328" y="1691639"/>
          <a:ext cx="5577840" cy="4414054"/>
        </p:xfrm>
        <a:graphic>
          <a:graphicData uri="http://schemas.openxmlformats.org/drawingml/2006/table">
            <a:tbl>
              <a:tblPr/>
              <a:tblGrid>
                <a:gridCol w="1177956">
                  <a:extLst>
                    <a:ext uri="{9D8B030D-6E8A-4147-A177-3AD203B41FA5}">
                      <a16:colId xmlns:a16="http://schemas.microsoft.com/office/drawing/2014/main" val="20000"/>
                    </a:ext>
                  </a:extLst>
                </a:gridCol>
                <a:gridCol w="4399884">
                  <a:extLst>
                    <a:ext uri="{9D8B030D-6E8A-4147-A177-3AD203B41FA5}">
                      <a16:colId xmlns:a16="http://schemas.microsoft.com/office/drawing/2014/main" val="20001"/>
                    </a:ext>
                  </a:extLst>
                </a:gridCol>
              </a:tblGrid>
              <a:tr h="232319">
                <a:tc>
                  <a:txBody>
                    <a:bodyPr/>
                    <a:lstStyle/>
                    <a:p>
                      <a:pPr marL="0" indent="0" algn="ctr">
                        <a:buNone/>
                      </a:pPr>
                      <a:r>
                        <a:rPr lang="ja-JP" altLang="en-US" sz="1400">
                          <a:solidFill>
                            <a:srgbClr val="FFFFFF"/>
                          </a:solidFill>
                          <a:latin typeface="+mn-ea"/>
                          <a:ea typeface="+mn-ea"/>
                          <a:cs typeface="Segoe UI" pitchFamily="34" charset="-120"/>
                        </a:rPr>
                        <a:t>会社名</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kumimoji="1" lang="en-US" sz="1400" b="0" i="0" u="none" strike="noStrike" kern="1200">
                          <a:solidFill>
                            <a:schemeClr val="tx1"/>
                          </a:solidFill>
                          <a:effectLst/>
                          <a:latin typeface="+mn-ea"/>
                          <a:ea typeface="+mn-ea"/>
                          <a:cs typeface="Segoe UI" panose="020B0502040204020203" pitchFamily="34" charset="0"/>
                          <a:hlinkClick r:id="rId5" tooltip="Visit company website">
                            <a:extLst>
                              <a:ext uri="{A12FA001-AC4F-418D-AE19-62706E023703}">
                                <ahyp:hlinkClr xmlns:ahyp="http://schemas.microsoft.com/office/drawing/2018/hyperlinkcolor" val="tx"/>
                              </a:ext>
                            </a:extLst>
                          </a:hlinkClick>
                        </a:rPr>
                        <a:t>Techpro</a:t>
                      </a:r>
                      <a:endParaRPr kumimoji="1" lang="en-US" sz="1400" b="0" i="0" u="none" strike="noStrike" kern="1200" err="1">
                        <a:solidFill>
                          <a:schemeClr val="tx1"/>
                        </a:solidFill>
                        <a:effectLst/>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0"/>
                  </a:ext>
                </a:extLst>
              </a:tr>
              <a:tr h="232319">
                <a:tc>
                  <a:txBody>
                    <a:bodyPr/>
                    <a:lstStyle/>
                    <a:p>
                      <a:pPr marL="0" indent="0" algn="ctr">
                        <a:buNone/>
                      </a:pPr>
                      <a:r>
                        <a:rPr lang="ja-JP" altLang="en-US" sz="1400">
                          <a:solidFill>
                            <a:srgbClr val="FFFFFF"/>
                          </a:solidFill>
                          <a:latin typeface="+mn-ea"/>
                          <a:ea typeface="+mn-ea"/>
                          <a:cs typeface="Segoe UI" pitchFamily="34" charset="-120"/>
                        </a:rPr>
                        <a:t>設立年</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en-US" sz="1400">
                          <a:solidFill>
                            <a:srgbClr val="000000"/>
                          </a:solidFill>
                          <a:latin typeface="+mn-ea"/>
                          <a:ea typeface="+mn-ea"/>
                          <a:cs typeface="Segoe UI" pitchFamily="34" charset="-120"/>
                        </a:rPr>
                        <a:t>2001年</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1"/>
                  </a:ext>
                </a:extLst>
              </a:tr>
              <a:tr h="232319">
                <a:tc>
                  <a:txBody>
                    <a:bodyPr/>
                    <a:lstStyle/>
                    <a:p>
                      <a:pPr marL="0" indent="0" algn="ctr">
                        <a:buNone/>
                      </a:pPr>
                      <a:r>
                        <a:rPr lang="ja-JP" altLang="en-US" sz="1400">
                          <a:solidFill>
                            <a:srgbClr val="FFFFFF"/>
                          </a:solidFill>
                          <a:latin typeface="+mn-ea"/>
                          <a:ea typeface="+mn-ea"/>
                          <a:cs typeface="Segoe UI" pitchFamily="34" charset="-120"/>
                        </a:rPr>
                        <a:t>本社</a:t>
                      </a:r>
                      <a:r>
                        <a:rPr lang="ja-TH" altLang="en-US" sz="1400">
                          <a:solidFill>
                            <a:srgbClr val="FFFFFF"/>
                          </a:solidFill>
                          <a:latin typeface="+mn-ea"/>
                          <a:ea typeface="+mn-ea"/>
                          <a:cs typeface="Segoe UI" pitchFamily="34" charset="-120"/>
                        </a:rPr>
                        <a:t>所在地</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a:buNone/>
                      </a:pPr>
                      <a:r>
                        <a:rPr lang="ja-JP" altLang="en-US" sz="1400">
                          <a:solidFill>
                            <a:srgbClr val="000000"/>
                          </a:solidFill>
                          <a:latin typeface="+mn-ea"/>
                          <a:ea typeface="+mn-ea"/>
                          <a:cs typeface="Segoe UI" pitchFamily="34" charset="-120"/>
                        </a:rPr>
                        <a:t>ベトナム、ホーチミン市、第</a:t>
                      </a:r>
                      <a:r>
                        <a:rPr lang="en-US" altLang="ja-JP" sz="1400">
                          <a:solidFill>
                            <a:srgbClr val="000000"/>
                          </a:solidFill>
                          <a:latin typeface="+mn-ea"/>
                          <a:ea typeface="+mn-ea"/>
                          <a:cs typeface="Segoe UI" pitchFamily="34" charset="-120"/>
                        </a:rPr>
                        <a:t>2</a:t>
                      </a:r>
                      <a:r>
                        <a:rPr lang="ja-JP" altLang="en-US" sz="1400">
                          <a:solidFill>
                            <a:srgbClr val="000000"/>
                          </a:solidFill>
                          <a:latin typeface="+mn-ea"/>
                          <a:ea typeface="+mn-ea"/>
                          <a:cs typeface="Segoe UI" pitchFamily="34" charset="-120"/>
                        </a:rPr>
                        <a:t>区</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2"/>
                  </a:ext>
                </a:extLst>
              </a:tr>
              <a:tr h="1393911">
                <a:tc>
                  <a:txBody>
                    <a:bodyPr/>
                    <a:lstStyle/>
                    <a:p>
                      <a:pPr marL="0" indent="0" algn="ctr">
                        <a:buNone/>
                      </a:pPr>
                      <a:r>
                        <a:rPr lang="ja-JP" altLang="en-US" sz="1400">
                          <a:solidFill>
                            <a:srgbClr val="FFFFFF"/>
                          </a:solidFill>
                          <a:latin typeface="+mn-ea"/>
                          <a:ea typeface="+mn-ea"/>
                          <a:cs typeface="Segoe UI" pitchFamily="34" charset="-120"/>
                        </a:rPr>
                        <a:t>事業概要</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5900" indent="-215900" algn="l" defTabSz="914400" rtl="0" eaLnBrk="1" latinLnBrk="0" hangingPunct="1">
                        <a:buFont typeface="Wingdings" pitchFamily="2" charset="2"/>
                        <a:buChar char="n"/>
                      </a:pPr>
                      <a:r>
                        <a:rPr kumimoji="1" lang="ja-JP" altLang="en-US" sz="1400" kern="1200">
                          <a:solidFill>
                            <a:srgbClr val="000000"/>
                          </a:solidFill>
                          <a:latin typeface="+mn-ea"/>
                          <a:ea typeface="+mn-ea"/>
                          <a:cs typeface="Segoe UI"/>
                        </a:rPr>
                        <a:t>セキュリティ、運用、交通をカバーするスマートシティソリューションの提供</a:t>
                      </a:r>
                    </a:p>
                    <a:p>
                      <a:pPr marL="215900" indent="-215900" algn="l" defTabSz="914400" rtl="0" eaLnBrk="1" latinLnBrk="0" hangingPunct="1">
                        <a:buFont typeface="Wingdings" pitchFamily="2" charset="2"/>
                        <a:buChar char="n"/>
                      </a:pPr>
                      <a:r>
                        <a:rPr kumimoji="1" lang="ja-JP" altLang="en-US" sz="1400" kern="1200">
                          <a:solidFill>
                            <a:srgbClr val="000000"/>
                          </a:solidFill>
                          <a:latin typeface="+mn-ea"/>
                          <a:ea typeface="+mn-ea"/>
                          <a:cs typeface="Segoe UI"/>
                        </a:rPr>
                        <a:t>セキュア印刷、可変データ印刷、スマートパッケージングなどのデジタル印刷ソリューションの提供</a:t>
                      </a:r>
                    </a:p>
                    <a:p>
                      <a:pPr marL="215900" indent="-215900" algn="l" defTabSz="914400" rtl="0" eaLnBrk="1" latinLnBrk="0" hangingPunct="1">
                        <a:buFont typeface="Wingdings" pitchFamily="2" charset="2"/>
                        <a:buChar char="n"/>
                      </a:pPr>
                      <a:r>
                        <a:rPr kumimoji="1" lang="ja-JP" altLang="en-US" sz="1400" kern="1200">
                          <a:solidFill>
                            <a:srgbClr val="000000"/>
                          </a:solidFill>
                          <a:latin typeface="+mn-ea"/>
                          <a:ea typeface="+mn-ea"/>
                          <a:cs typeface="Segoe UI"/>
                        </a:rPr>
                        <a:t>スマート製造アプリケーションなどの工場デジタルトランスフォーメーションソリューションの提供</a:t>
                      </a:r>
                      <a:endParaRPr kumimoji="1" lang="en-US" sz="1400" kern="1200">
                        <a:solidFill>
                          <a:srgbClr val="000000"/>
                        </a:solidFill>
                        <a:latin typeface="+mn-ea"/>
                        <a:ea typeface="+mn-ea"/>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3"/>
                  </a:ext>
                </a:extLst>
              </a:tr>
              <a:tr h="464637">
                <a:tc>
                  <a:txBody>
                    <a:bodyPr/>
                    <a:lstStyle/>
                    <a:p>
                      <a:pPr marL="0" indent="0" algn="ctr">
                        <a:buNone/>
                      </a:pPr>
                      <a:r>
                        <a:rPr lang="ja-JP" altLang="en-US" sz="1400">
                          <a:solidFill>
                            <a:srgbClr val="FFFFFF"/>
                          </a:solidFill>
                          <a:latin typeface="+mn-ea"/>
                          <a:ea typeface="+mn-ea"/>
                          <a:cs typeface="Segoe UI" pitchFamily="34" charset="-120"/>
                        </a:rPr>
                        <a:t>主要な</a:t>
                      </a:r>
                      <a:endParaRPr lang="en-US" altLang="ja-JP" sz="1400">
                        <a:solidFill>
                          <a:srgbClr val="FFFFFF"/>
                        </a:solidFill>
                        <a:latin typeface="+mn-ea"/>
                        <a:ea typeface="+mn-ea"/>
                        <a:cs typeface="Segoe UI" pitchFamily="34" charset="-120"/>
                      </a:endParaRPr>
                    </a:p>
                    <a:p>
                      <a:pPr marL="0" indent="0" algn="ctr">
                        <a:buNone/>
                      </a:pPr>
                      <a:r>
                        <a:rPr lang="ja-JP" altLang="en-US" sz="1400">
                          <a:solidFill>
                            <a:srgbClr val="FFFFFF"/>
                          </a:solidFill>
                          <a:latin typeface="+mn-ea"/>
                          <a:ea typeface="+mn-ea"/>
                          <a:cs typeface="Segoe UI" pitchFamily="34" charset="-120"/>
                        </a:rPr>
                        <a:t>提携関係</a:t>
                      </a:r>
                      <a:endParaRPr lang="en-US" sz="1400">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0" indent="0" algn="l" defTabSz="914400" rtl="0" eaLnBrk="1" latinLnBrk="0" hangingPunct="1">
                        <a:buFont typeface="Wingdings" pitchFamily="2" charset="2"/>
                        <a:buNone/>
                      </a:pPr>
                      <a:r>
                        <a:rPr kumimoji="1" lang="en-US" sz="1400" kern="1200">
                          <a:solidFill>
                            <a:srgbClr val="000000"/>
                          </a:solidFill>
                          <a:latin typeface="+mn-ea"/>
                          <a:ea typeface="+mn-ea"/>
                          <a:cs typeface="Segoe UI" pitchFamily="34" charset="-120"/>
                        </a:rPr>
                        <a:t>THACO</a:t>
                      </a:r>
                      <a:r>
                        <a:rPr kumimoji="1" lang="ja-JP" altLang="en-US" sz="1400" kern="1200">
                          <a:solidFill>
                            <a:srgbClr val="000000"/>
                          </a:solidFill>
                          <a:latin typeface="+mn-ea"/>
                          <a:ea typeface="+mn-ea"/>
                          <a:cs typeface="Segoe UI" pitchFamily="34" charset="-120"/>
                        </a:rPr>
                        <a:t>とのスマート工場自動化プロジェクトにおける提携</a:t>
                      </a:r>
                      <a:endParaRPr kumimoji="1" lang="en-US" sz="1400" kern="1200">
                        <a:solidFill>
                          <a:srgbClr val="000000"/>
                        </a:solidFill>
                        <a:latin typeface="+mn-ea"/>
                        <a:ea typeface="+mn-ea"/>
                        <a:cs typeface="Segoe UI" pitchFamily="34" charset="-120"/>
                      </a:endParaRP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0006"/>
                  </a:ext>
                </a:extLst>
              </a:tr>
              <a:tr h="1858549">
                <a:tc>
                  <a:txBody>
                    <a:bodyPr/>
                    <a:lstStyle/>
                    <a:p>
                      <a:pPr marL="0" indent="0" algn="ctr">
                        <a:buNone/>
                      </a:pPr>
                      <a:r>
                        <a:rPr lang="ja-JP" altLang="en-US" sz="1400">
                          <a:solidFill>
                            <a:schemeClr val="bg1"/>
                          </a:solidFill>
                          <a:latin typeface="+mn-ea"/>
                          <a:ea typeface="+mn-ea"/>
                          <a:cs typeface="Segoe UI" charset="0"/>
                        </a:rPr>
                        <a:t>主要顧客</a:t>
                      </a:r>
                      <a:endParaRPr lang="en-US" sz="1400">
                        <a:solidFill>
                          <a:schemeClr val="bg1"/>
                        </a:solidFill>
                        <a:latin typeface="+mn-ea"/>
                        <a:ea typeface="+mn-ea"/>
                        <a:cs typeface="Segoe UI"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marL="215900" marR="0" lvl="0" indent="-215900" algn="l" defTabSz="914400" rtl="0" eaLnBrk="1" fontAlgn="auto" latinLnBrk="0" hangingPunct="1">
                        <a:lnSpc>
                          <a:spcPct val="100000"/>
                        </a:lnSpc>
                        <a:spcBef>
                          <a:spcPts val="0"/>
                        </a:spcBef>
                        <a:spcAft>
                          <a:spcPts val="0"/>
                        </a:spcAft>
                        <a:buClrTx/>
                        <a:buSzTx/>
                        <a:buFont typeface="Wingdings" pitchFamily="2" charset="2"/>
                        <a:buChar char="n"/>
                        <a:tabLst/>
                        <a:defRPr/>
                      </a:pPr>
                      <a:r>
                        <a:rPr kumimoji="1" lang="en-US" sz="1400" kern="1200" err="1">
                          <a:solidFill>
                            <a:srgbClr val="000000"/>
                          </a:solidFill>
                          <a:latin typeface="+mn-ea"/>
                          <a:ea typeface="+mn-ea"/>
                          <a:cs typeface="Segoe UI"/>
                        </a:rPr>
                        <a:t>銀行</a:t>
                      </a:r>
                      <a:r>
                        <a:rPr kumimoji="1" lang="en-US" sz="1400" kern="1200">
                          <a:solidFill>
                            <a:srgbClr val="000000"/>
                          </a:solidFill>
                          <a:latin typeface="+mn-ea"/>
                          <a:ea typeface="+mn-ea"/>
                          <a:cs typeface="Segoe UI"/>
                        </a:rPr>
                        <a:t>: </a:t>
                      </a:r>
                      <a:r>
                        <a:rPr kumimoji="1" lang="en-MY" sz="1400" kern="1200" err="1">
                          <a:solidFill>
                            <a:srgbClr val="000000"/>
                          </a:solidFill>
                          <a:latin typeface="+mn-ea"/>
                          <a:ea typeface="+mn-ea"/>
                          <a:cs typeface="Segoe UI"/>
                        </a:rPr>
                        <a:t>Vietcombank</a:t>
                      </a:r>
                      <a:r>
                        <a:rPr kumimoji="1" lang="en-MY" sz="1400" kern="1200">
                          <a:solidFill>
                            <a:srgbClr val="000000"/>
                          </a:solidFill>
                          <a:latin typeface="+mn-ea"/>
                          <a:ea typeface="+mn-ea"/>
                          <a:cs typeface="Segoe UI"/>
                        </a:rPr>
                        <a:t>, </a:t>
                      </a:r>
                      <a:r>
                        <a:rPr kumimoji="1" lang="en-MY" sz="1400" kern="1200" err="1">
                          <a:solidFill>
                            <a:srgbClr val="000000"/>
                          </a:solidFill>
                          <a:latin typeface="+mn-ea"/>
                          <a:ea typeface="+mn-ea"/>
                          <a:cs typeface="Segoe UI"/>
                        </a:rPr>
                        <a:t>VietinBank</a:t>
                      </a:r>
                      <a:r>
                        <a:rPr kumimoji="1" lang="en-MY" sz="1400" kern="1200">
                          <a:solidFill>
                            <a:srgbClr val="000000"/>
                          </a:solidFill>
                          <a:latin typeface="+mn-ea"/>
                          <a:ea typeface="+mn-ea"/>
                          <a:cs typeface="Segoe UI"/>
                        </a:rPr>
                        <a:t>, </a:t>
                      </a:r>
                      <a:r>
                        <a:rPr kumimoji="1" lang="en-MY" sz="1400" kern="1200" err="1">
                          <a:solidFill>
                            <a:srgbClr val="000000"/>
                          </a:solidFill>
                          <a:latin typeface="+mn-ea"/>
                          <a:ea typeface="+mn-ea"/>
                          <a:cs typeface="Segoe UI"/>
                        </a:rPr>
                        <a:t>TPBank</a:t>
                      </a:r>
                      <a:r>
                        <a:rPr kumimoji="1" lang="en-MY" sz="1400" kern="1200">
                          <a:solidFill>
                            <a:srgbClr val="000000"/>
                          </a:solidFill>
                          <a:latin typeface="+mn-ea"/>
                          <a:ea typeface="+mn-ea"/>
                          <a:cs typeface="Segoe UI"/>
                        </a:rPr>
                        <a:t>, SHB, </a:t>
                      </a:r>
                      <a:r>
                        <a:rPr kumimoji="1" lang="en-MY" sz="1400" kern="1200" err="1">
                          <a:solidFill>
                            <a:srgbClr val="000000"/>
                          </a:solidFill>
                          <a:latin typeface="+mn-ea"/>
                          <a:ea typeface="+mn-ea"/>
                          <a:cs typeface="Segoe UI"/>
                        </a:rPr>
                        <a:t>Vietcombank</a:t>
                      </a:r>
                      <a:r>
                        <a:rPr kumimoji="1" lang="en-MY" sz="1400" kern="1200">
                          <a:solidFill>
                            <a:srgbClr val="000000"/>
                          </a:solidFill>
                          <a:latin typeface="+mn-ea"/>
                          <a:ea typeface="+mn-ea"/>
                          <a:cs typeface="Segoe UI"/>
                        </a:rPr>
                        <a:t> Tower, CSVC</a:t>
                      </a:r>
                    </a:p>
                    <a:p>
                      <a:pPr marL="215900" marR="0" lvl="0" indent="-215900" algn="l" defTabSz="914400" rtl="0" eaLnBrk="1" fontAlgn="auto" latinLnBrk="0" hangingPunct="1">
                        <a:lnSpc>
                          <a:spcPct val="100000"/>
                        </a:lnSpc>
                        <a:spcBef>
                          <a:spcPts val="0"/>
                        </a:spcBef>
                        <a:spcAft>
                          <a:spcPts val="0"/>
                        </a:spcAft>
                        <a:buClrTx/>
                        <a:buSzTx/>
                        <a:buFont typeface="Wingdings" pitchFamily="2" charset="2"/>
                        <a:buChar char="n"/>
                        <a:tabLst/>
                        <a:defRPr/>
                      </a:pPr>
                      <a:r>
                        <a:rPr kumimoji="1" lang="en-MY" sz="1400" kern="1200">
                          <a:solidFill>
                            <a:srgbClr val="000000"/>
                          </a:solidFill>
                          <a:latin typeface="+mn-ea"/>
                          <a:ea typeface="+mn-ea"/>
                          <a:cs typeface="Segoe UI"/>
                        </a:rPr>
                        <a:t>TMT: Viettel IDC Binh Duong, Vietnam Television VTV, Fujitsu, </a:t>
                      </a:r>
                      <a:r>
                        <a:rPr kumimoji="1" lang="en-MY" sz="1400" kern="1200" err="1">
                          <a:solidFill>
                            <a:srgbClr val="000000"/>
                          </a:solidFill>
                          <a:latin typeface="+mn-ea"/>
                          <a:ea typeface="+mn-ea"/>
                          <a:cs typeface="Segoe UI"/>
                        </a:rPr>
                        <a:t>DigiNet</a:t>
                      </a:r>
                      <a:r>
                        <a:rPr kumimoji="1" lang="en-MY" sz="1400" kern="1200">
                          <a:solidFill>
                            <a:srgbClr val="000000"/>
                          </a:solidFill>
                          <a:latin typeface="+mn-ea"/>
                          <a:ea typeface="+mn-ea"/>
                          <a:cs typeface="Segoe UI"/>
                        </a:rPr>
                        <a:t>, Dell Global</a:t>
                      </a:r>
                      <a:r>
                        <a:rPr kumimoji="1" lang="ja-JP" altLang="en-US" sz="1400" kern="1200">
                          <a:solidFill>
                            <a:srgbClr val="000000"/>
                          </a:solidFill>
                          <a:latin typeface="+mn-ea"/>
                          <a:ea typeface="+mn-ea"/>
                          <a:cs typeface="Segoe UI"/>
                        </a:rPr>
                        <a:t>　</a:t>
                      </a:r>
                      <a:r>
                        <a:rPr kumimoji="1" lang="en-MY" sz="1400" kern="1200">
                          <a:solidFill>
                            <a:srgbClr val="000000"/>
                          </a:solidFill>
                          <a:latin typeface="+mn-ea"/>
                          <a:ea typeface="+mn-ea"/>
                          <a:cs typeface="Segoe UI"/>
                        </a:rPr>
                        <a:t>Business </a:t>
                      </a:r>
                      <a:r>
                        <a:rPr kumimoji="1" lang="en-MY" sz="1400" kern="1200" err="1">
                          <a:solidFill>
                            <a:srgbClr val="000000"/>
                          </a:solidFill>
                          <a:latin typeface="+mn-ea"/>
                          <a:ea typeface="+mn-ea"/>
                          <a:cs typeface="Segoe UI"/>
                        </a:rPr>
                        <a:t>Center</a:t>
                      </a:r>
                      <a:r>
                        <a:rPr kumimoji="1" lang="en-MY" sz="1400" kern="1200">
                          <a:solidFill>
                            <a:srgbClr val="000000"/>
                          </a:solidFill>
                          <a:latin typeface="+mn-ea"/>
                          <a:ea typeface="+mn-ea"/>
                          <a:cs typeface="Segoe UI"/>
                        </a:rPr>
                        <a:t> Malaysia, MM Packaging VIDON</a:t>
                      </a:r>
                    </a:p>
                    <a:p>
                      <a:pPr marL="215900" marR="0" lvl="0" indent="-215900" algn="l" defTabSz="914400" rtl="0" eaLnBrk="1" fontAlgn="auto" latinLnBrk="0" hangingPunct="1">
                        <a:lnSpc>
                          <a:spcPct val="100000"/>
                        </a:lnSpc>
                        <a:spcBef>
                          <a:spcPts val="0"/>
                        </a:spcBef>
                        <a:spcAft>
                          <a:spcPts val="0"/>
                        </a:spcAft>
                        <a:buClrTx/>
                        <a:buSzTx/>
                        <a:buFont typeface="Wingdings" pitchFamily="2" charset="2"/>
                        <a:buChar char="n"/>
                        <a:tabLst/>
                        <a:defRPr/>
                      </a:pPr>
                      <a:r>
                        <a:rPr kumimoji="1" lang="en-MY" sz="1400" kern="1200" err="1">
                          <a:solidFill>
                            <a:srgbClr val="000000"/>
                          </a:solidFill>
                          <a:latin typeface="+mn-ea"/>
                          <a:ea typeface="+mn-ea"/>
                          <a:cs typeface="Segoe UI" pitchFamily="34" charset="-120"/>
                        </a:rPr>
                        <a:t>教育</a:t>
                      </a:r>
                      <a:r>
                        <a:rPr kumimoji="1" lang="en-MY" sz="1400" kern="1200">
                          <a:solidFill>
                            <a:srgbClr val="000000"/>
                          </a:solidFill>
                          <a:latin typeface="+mn-ea"/>
                          <a:ea typeface="+mn-ea"/>
                          <a:cs typeface="Segoe UI" pitchFamily="34" charset="-120"/>
                        </a:rPr>
                        <a:t>: Dwight School</a:t>
                      </a:r>
                    </a:p>
                    <a:p>
                      <a:pPr marL="215900" marR="0" lvl="0" indent="-215900" algn="l" defTabSz="914400" rtl="0" eaLnBrk="1" fontAlgn="auto" latinLnBrk="0" hangingPunct="1">
                        <a:lnSpc>
                          <a:spcPct val="100000"/>
                        </a:lnSpc>
                        <a:spcBef>
                          <a:spcPts val="0"/>
                        </a:spcBef>
                        <a:spcAft>
                          <a:spcPts val="0"/>
                        </a:spcAft>
                        <a:buClrTx/>
                        <a:buSzTx/>
                        <a:buFont typeface="Wingdings" pitchFamily="2" charset="2"/>
                        <a:buChar char="n"/>
                        <a:tabLst/>
                        <a:defRPr/>
                      </a:pPr>
                      <a:r>
                        <a:rPr kumimoji="1" lang="en-MY" sz="1400" kern="1200" err="1">
                          <a:solidFill>
                            <a:srgbClr val="000000"/>
                          </a:solidFill>
                          <a:latin typeface="+mn-ea"/>
                          <a:ea typeface="+mn-ea"/>
                          <a:cs typeface="Segoe UI"/>
                        </a:rPr>
                        <a:t>不動産</a:t>
                      </a:r>
                      <a:r>
                        <a:rPr kumimoji="1" lang="en-MY" sz="1400" kern="1200">
                          <a:solidFill>
                            <a:srgbClr val="000000"/>
                          </a:solidFill>
                          <a:latin typeface="+mn-ea"/>
                          <a:ea typeface="+mn-ea"/>
                          <a:cs typeface="Segoe UI"/>
                        </a:rPr>
                        <a:t>: </a:t>
                      </a:r>
                      <a:r>
                        <a:rPr kumimoji="1" lang="en-MY" sz="1400" kern="1200" err="1">
                          <a:solidFill>
                            <a:srgbClr val="000000"/>
                          </a:solidFill>
                          <a:latin typeface="+mn-ea"/>
                          <a:ea typeface="+mn-ea"/>
                          <a:cs typeface="Segoe UI"/>
                        </a:rPr>
                        <a:t>StarLake</a:t>
                      </a:r>
                      <a:r>
                        <a:rPr kumimoji="1" lang="en-MY" sz="1400" kern="1200">
                          <a:solidFill>
                            <a:srgbClr val="000000"/>
                          </a:solidFill>
                          <a:latin typeface="+mn-ea"/>
                          <a:ea typeface="+mn-ea"/>
                          <a:cs typeface="Segoe UI"/>
                        </a:rPr>
                        <a:t> Urban Area, Alpha Tower, </a:t>
                      </a:r>
                      <a:r>
                        <a:rPr kumimoji="1" lang="en-MY" sz="1400" kern="1200" err="1">
                          <a:solidFill>
                            <a:srgbClr val="000000"/>
                          </a:solidFill>
                          <a:latin typeface="+mn-ea"/>
                          <a:ea typeface="+mn-ea"/>
                          <a:cs typeface="Segoe UI"/>
                        </a:rPr>
                        <a:t>Vinaconex</a:t>
                      </a:r>
                      <a:r>
                        <a:rPr kumimoji="1" lang="en-MY" sz="1400" kern="1200">
                          <a:solidFill>
                            <a:srgbClr val="000000"/>
                          </a:solidFill>
                          <a:latin typeface="+mn-ea"/>
                          <a:ea typeface="+mn-ea"/>
                          <a:cs typeface="Segoe UI"/>
                        </a:rPr>
                        <a:t> Tower, Ngan Hiep Ho Tram Resort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366768864"/>
                  </a:ext>
                </a:extLst>
              </a:tr>
            </a:tbl>
          </a:graphicData>
        </a:graphic>
      </p:graphicFrame>
      <p:sp>
        <p:nvSpPr>
          <p:cNvPr id="15" name="Text 9"/>
          <p:cNvSpPr/>
          <p:nvPr/>
        </p:nvSpPr>
        <p:spPr>
          <a:xfrm>
            <a:off x="347472" y="6105693"/>
            <a:ext cx="11430000" cy="237449"/>
          </a:xfrm>
          <a:prstGeom prst="rect">
            <a:avLst/>
          </a:prstGeom>
          <a:noFill/>
          <a:ln/>
        </p:spPr>
        <p:txBody>
          <a:bodyPr wrap="square" lIns="36000" tIns="0" rIns="36000" bIns="0" rtlCol="0" anchor="ctr"/>
          <a:lstStyle/>
          <a:p>
            <a:pPr marL="0" indent="0">
              <a:buNone/>
            </a:pPr>
            <a:r>
              <a:rPr lang="ja-JP" altLang="en-US" sz="1000">
                <a:solidFill>
                  <a:srgbClr val="000000"/>
                </a:solidFill>
                <a:latin typeface="+mn-ea"/>
                <a:cs typeface="Segoe UI" pitchFamily="34" charset="-120"/>
              </a:rPr>
              <a:t>出典</a:t>
            </a:r>
            <a:r>
              <a:rPr lang="en-US" sz="1000">
                <a:solidFill>
                  <a:srgbClr val="000000"/>
                </a:solidFill>
                <a:latin typeface="+mn-ea"/>
                <a:cs typeface="Segoe UI" pitchFamily="34" charset="-120"/>
              </a:rPr>
              <a:t>: </a:t>
            </a:r>
            <a:r>
              <a:rPr lang="ja-JP" altLang="en-US" sz="1000">
                <a:solidFill>
                  <a:srgbClr val="000000"/>
                </a:solidFill>
                <a:latin typeface="+mn-ea"/>
                <a:cs typeface="Segoe UI" pitchFamily="34" charset="-120"/>
              </a:rPr>
              <a:t>会社ウェブサイト</a:t>
            </a:r>
            <a:endParaRPr lang="en-US" sz="1000">
              <a:latin typeface="+mn-ea"/>
            </a:endParaRPr>
          </a:p>
        </p:txBody>
      </p:sp>
      <p:graphicFrame>
        <p:nvGraphicFramePr>
          <p:cNvPr id="20" name="Table 0">
            <a:extLst>
              <a:ext uri="{FF2B5EF4-FFF2-40B4-BE49-F238E27FC236}">
                <a16:creationId xmlns:a16="http://schemas.microsoft.com/office/drawing/2014/main" id="{FA6F6C59-D7C4-064A-8053-B74EE58BB3DF}"/>
              </a:ext>
            </a:extLst>
          </p:cNvPr>
          <p:cNvGraphicFramePr>
            <a:graphicFrameLocks noGrp="1"/>
          </p:cNvGraphicFramePr>
          <p:nvPr/>
        </p:nvGraphicFramePr>
        <p:xfrm>
          <a:off x="6279198" y="1691639"/>
          <a:ext cx="5577840" cy="4401188"/>
        </p:xfrm>
        <a:graphic>
          <a:graphicData uri="http://schemas.openxmlformats.org/drawingml/2006/table">
            <a:tbl>
              <a:tblPr/>
              <a:tblGrid>
                <a:gridCol w="1280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65123">
                <a:tc>
                  <a:txBody>
                    <a:bodyPr/>
                    <a:lstStyle/>
                    <a:p>
                      <a:pPr algn="ctr">
                        <a:buNone/>
                      </a:pPr>
                      <a:r>
                        <a:rPr lang="en-MY" sz="1400" err="1">
                          <a:solidFill>
                            <a:schemeClr val="bg1"/>
                          </a:solidFill>
                          <a:latin typeface="+mn-ea"/>
                          <a:ea typeface="+mn-ea"/>
                          <a:cs typeface="Segoe UI" panose="020B0502040204020203" pitchFamily="34" charset="0"/>
                        </a:rPr>
                        <a:t>政府</a:t>
                      </a:r>
                      <a:r>
                        <a:rPr lang="en-MY" sz="1400">
                          <a:solidFill>
                            <a:schemeClr val="bg1"/>
                          </a:solidFill>
                          <a:latin typeface="+mn-ea"/>
                          <a:ea typeface="+mn-ea"/>
                          <a:cs typeface="Segoe UI" panose="020B0502040204020203" pitchFamily="34" charset="0"/>
                        </a:rPr>
                        <a:t>/</a:t>
                      </a:r>
                      <a:r>
                        <a:rPr lang="en-MY" sz="1400" err="1">
                          <a:solidFill>
                            <a:schemeClr val="bg1"/>
                          </a:solidFill>
                          <a:latin typeface="+mn-ea"/>
                          <a:ea typeface="+mn-ea"/>
                          <a:cs typeface="Segoe UI" panose="020B0502040204020203" pitchFamily="34" charset="0"/>
                        </a:rPr>
                        <a:t>公共機関</a:t>
                      </a:r>
                      <a:endParaRPr lang="en-MY" sz="140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mn-ea"/>
                          <a:ea typeface="+mn-ea"/>
                          <a:cs typeface="Segoe UI" panose="020B0502040204020203" pitchFamily="34" charset="0"/>
                        </a:rPr>
                        <a:t>Suprema, IDTECK (韓国), ZKTeco (</a:t>
                      </a:r>
                      <a:r>
                        <a:rPr lang="ja-JP" altLang="en-US" sz="1400">
                          <a:latin typeface="+mn-ea"/>
                          <a:ea typeface="+mn-ea"/>
                          <a:cs typeface="Segoe UI" panose="020B0502040204020203" pitchFamily="34" charset="0"/>
                        </a:rPr>
                        <a:t>中国</a:t>
                      </a:r>
                      <a:r>
                        <a:rPr lang="en-MY" sz="1400">
                          <a:latin typeface="+mn-ea"/>
                          <a:ea typeface="+mn-ea"/>
                          <a:cs typeface="Segoe UI" panose="020B0502040204020203" pitchFamily="34" charset="0"/>
                        </a:rPr>
                        <a:t>), Nedap</a:t>
                      </a:r>
                    </a:p>
                    <a:p>
                      <a:pPr>
                        <a:buNone/>
                      </a:pPr>
                      <a:r>
                        <a:rPr lang="en-MY" sz="1400">
                          <a:latin typeface="+mn-ea"/>
                          <a:ea typeface="+mn-ea"/>
                          <a:cs typeface="Segoe UI" panose="020B0502040204020203" pitchFamily="34" charset="0"/>
                        </a:rPr>
                        <a:t>(オランダ)</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811244561"/>
                  </a:ext>
                </a:extLst>
              </a:tr>
              <a:tr h="622095">
                <a:tc>
                  <a:txBody>
                    <a:bodyPr/>
                    <a:lstStyle/>
                    <a:p>
                      <a:pPr algn="ctr">
                        <a:buNone/>
                      </a:pPr>
                      <a:r>
                        <a:rPr lang="en-MY" sz="1400" err="1">
                          <a:solidFill>
                            <a:schemeClr val="bg1"/>
                          </a:solidFill>
                          <a:latin typeface="+mn-ea"/>
                          <a:ea typeface="+mn-ea"/>
                          <a:cs typeface="Segoe UI" panose="020B0502040204020203" pitchFamily="34" charset="0"/>
                        </a:rPr>
                        <a:t>医療</a:t>
                      </a:r>
                      <a:endParaRPr lang="en-MY" sz="140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mn-ea"/>
                          <a:ea typeface="+mn-ea"/>
                          <a:cs typeface="Segoe UI" panose="020B0502040204020203" pitchFamily="34" charset="0"/>
                        </a:rPr>
                        <a:t>Gunnebo (</a:t>
                      </a:r>
                      <a:r>
                        <a:rPr lang="en-MY" sz="1400" err="1">
                          <a:latin typeface="+mn-ea"/>
                          <a:ea typeface="+mn-ea"/>
                          <a:cs typeface="Segoe UI" panose="020B0502040204020203" pitchFamily="34" charset="0"/>
                        </a:rPr>
                        <a:t>スウェーデン</a:t>
                      </a:r>
                      <a:r>
                        <a:rPr lang="en-MY" sz="1400">
                          <a:latin typeface="+mn-ea"/>
                          <a:ea typeface="+mn-ea"/>
                          <a:cs typeface="Segoe UI" panose="020B0502040204020203" pitchFamily="34" charset="0"/>
                        </a:rPr>
                        <a: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2130752090"/>
                  </a:ext>
                </a:extLst>
              </a:tr>
              <a:tr h="622095">
                <a:tc>
                  <a:txBody>
                    <a:bodyPr/>
                    <a:lstStyle/>
                    <a:p>
                      <a:pPr algn="ctr">
                        <a:buNone/>
                      </a:pPr>
                      <a:r>
                        <a:rPr lang="en-MY" sz="1400" err="1">
                          <a:solidFill>
                            <a:schemeClr val="bg1"/>
                          </a:solidFill>
                          <a:latin typeface="+mn-ea"/>
                          <a:ea typeface="+mn-ea"/>
                          <a:cs typeface="Segoe UI" panose="020B0502040204020203" pitchFamily="34" charset="0"/>
                        </a:rPr>
                        <a:t>教育</a:t>
                      </a:r>
                      <a:endParaRPr lang="en-MY" sz="140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mn-ea"/>
                          <a:ea typeface="+mn-ea"/>
                          <a:cs typeface="Segoe UI" panose="020B0502040204020203" pitchFamily="34" charset="0"/>
                        </a:rPr>
                        <a:t>Sony (</a:t>
                      </a:r>
                      <a:r>
                        <a:rPr lang="en-MY" sz="1400" err="1">
                          <a:latin typeface="+mn-ea"/>
                          <a:ea typeface="+mn-ea"/>
                          <a:cs typeface="Segoe UI" panose="020B0502040204020203" pitchFamily="34" charset="0"/>
                        </a:rPr>
                        <a:t>日本</a:t>
                      </a:r>
                      <a:r>
                        <a:rPr lang="en-MY" sz="1400">
                          <a:latin typeface="+mn-ea"/>
                          <a:ea typeface="+mn-ea"/>
                          <a:cs typeface="Segoe UI" panose="020B0502040204020203" pitchFamily="34" charset="0"/>
                        </a:rPr>
                        <a:t>), </a:t>
                      </a:r>
                      <a:r>
                        <a:rPr lang="en-MY" sz="1400" err="1">
                          <a:latin typeface="+mn-ea"/>
                          <a:ea typeface="+mn-ea"/>
                          <a:cs typeface="Segoe UI" panose="020B0502040204020203" pitchFamily="34" charset="0"/>
                        </a:rPr>
                        <a:t>Etrovision</a:t>
                      </a:r>
                      <a:r>
                        <a:rPr lang="en-MY" sz="1400">
                          <a:latin typeface="+mn-ea"/>
                          <a:ea typeface="+mn-ea"/>
                          <a:cs typeface="Segoe UI" panose="020B0502040204020203" pitchFamily="34" charset="0"/>
                        </a:rPr>
                        <a:t> (</a:t>
                      </a:r>
                      <a:r>
                        <a:rPr lang="en-MY" sz="1400" err="1">
                          <a:latin typeface="+mn-ea"/>
                          <a:ea typeface="+mn-ea"/>
                          <a:cs typeface="Segoe UI" panose="020B0502040204020203" pitchFamily="34" charset="0"/>
                        </a:rPr>
                        <a:t>台湾</a:t>
                      </a:r>
                      <a:r>
                        <a:rPr lang="en-MY" sz="1400">
                          <a:latin typeface="+mn-ea"/>
                          <a:ea typeface="+mn-ea"/>
                          <a:cs typeface="Segoe UI" panose="020B0502040204020203" pitchFamily="34" charset="0"/>
                        </a:rPr>
                        <a: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3837811160"/>
                  </a:ext>
                </a:extLst>
              </a:tr>
              <a:tr h="622095">
                <a:tc>
                  <a:txBody>
                    <a:bodyPr/>
                    <a:lstStyle/>
                    <a:p>
                      <a:pPr algn="ctr">
                        <a:buNone/>
                      </a:pPr>
                      <a:r>
                        <a:rPr lang="en-MY" sz="1400" err="1">
                          <a:solidFill>
                            <a:schemeClr val="bg1"/>
                          </a:solidFill>
                          <a:latin typeface="+mn-ea"/>
                          <a:ea typeface="+mn-ea"/>
                          <a:cs typeface="Segoe UI" panose="020B0502040204020203" pitchFamily="34" charset="0"/>
                        </a:rPr>
                        <a:t>工業・工場</a:t>
                      </a:r>
                      <a:endParaRPr lang="en-MY" sz="140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mn-ea"/>
                          <a:ea typeface="+mn-ea"/>
                          <a:cs typeface="Segoe UI" panose="020B0502040204020203" pitchFamily="34" charset="0"/>
                        </a:rPr>
                        <a:t>Jacques (</a:t>
                      </a:r>
                      <a:r>
                        <a:rPr lang="ja-JP" altLang="en-US" sz="1400">
                          <a:latin typeface="+mn-ea"/>
                          <a:ea typeface="+mn-ea"/>
                          <a:cs typeface="Segoe UI" panose="020B0502040204020203" pitchFamily="34" charset="0"/>
                        </a:rPr>
                        <a:t>オーストラリア</a:t>
                      </a:r>
                      <a:r>
                        <a:rPr lang="en-MY" sz="1400">
                          <a:latin typeface="+mn-ea"/>
                          <a:ea typeface="+mn-ea"/>
                          <a:cs typeface="Segoe UI" panose="020B0502040204020203" pitchFamily="34" charset="0"/>
                        </a:rPr>
                        <a: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374751313"/>
                  </a:ext>
                </a:extLst>
              </a:tr>
              <a:tr h="622095">
                <a:tc>
                  <a:txBody>
                    <a:bodyPr/>
                    <a:lstStyle/>
                    <a:p>
                      <a:pPr algn="ctr">
                        <a:buNone/>
                      </a:pPr>
                      <a:r>
                        <a:rPr lang="en-MY" sz="1400" err="1">
                          <a:solidFill>
                            <a:schemeClr val="bg1"/>
                          </a:solidFill>
                          <a:latin typeface="+mn-ea"/>
                          <a:ea typeface="+mn-ea"/>
                          <a:cs typeface="Segoe UI" panose="020B0502040204020203" pitchFamily="34" charset="0"/>
                        </a:rPr>
                        <a:t>民間企業</a:t>
                      </a:r>
                      <a:endParaRPr lang="en-MY" sz="140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mn-ea"/>
                          <a:ea typeface="+mn-ea"/>
                          <a:cs typeface="Segoe UI" panose="020B0502040204020203" pitchFamily="34" charset="0"/>
                        </a:rPr>
                        <a:t>Advantech (</a:t>
                      </a:r>
                      <a:r>
                        <a:rPr lang="en-MY" sz="1400" err="1">
                          <a:latin typeface="+mn-ea"/>
                          <a:ea typeface="+mn-ea"/>
                          <a:cs typeface="Segoe UI" panose="020B0502040204020203" pitchFamily="34" charset="0"/>
                        </a:rPr>
                        <a:t>台湾</a:t>
                      </a:r>
                      <a:r>
                        <a:rPr lang="en-MY" sz="1400">
                          <a:latin typeface="+mn-ea"/>
                          <a:ea typeface="+mn-ea"/>
                          <a:cs typeface="Segoe UI" panose="020B0502040204020203" pitchFamily="34" charset="0"/>
                        </a:rPr>
                        <a: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173338175"/>
                  </a:ext>
                </a:extLst>
              </a:tr>
              <a:tr h="1147685">
                <a:tc>
                  <a:txBody>
                    <a:bodyPr/>
                    <a:lstStyle/>
                    <a:p>
                      <a:pPr algn="ctr">
                        <a:buNone/>
                      </a:pPr>
                      <a:r>
                        <a:rPr lang="en-MY" sz="1400" err="1">
                          <a:solidFill>
                            <a:schemeClr val="bg1"/>
                          </a:solidFill>
                          <a:latin typeface="+mn-ea"/>
                          <a:ea typeface="+mn-ea"/>
                          <a:cs typeface="Segoe UI" panose="020B0502040204020203" pitchFamily="34" charset="0"/>
                        </a:rPr>
                        <a:t>その他の公共プロジェクト</a:t>
                      </a:r>
                      <a:endParaRPr lang="en-MY" sz="1400">
                        <a:solidFill>
                          <a:schemeClr val="bg1"/>
                        </a:solidFill>
                        <a:latin typeface="+mn-ea"/>
                        <a:ea typeface="+mn-ea"/>
                        <a:cs typeface="Segoe UI" panose="020B0502040204020203" pitchFamily="34" charset="0"/>
                      </a:endParaRPr>
                    </a:p>
                  </a:txBody>
                  <a:tcPr marL="36576" marR="36576" marT="0" marB="0" anchor="ctr">
                    <a:lnL w="31750" cap="flat" cmpd="sng" algn="ctr">
                      <a:solidFill>
                        <a:srgbClr val="FFFFFF"/>
                      </a:solidFill>
                      <a:prstDash val="solid"/>
                      <a:round/>
                      <a:headEnd type="none" w="med" len="med"/>
                      <a:tailEnd type="none" w="med" len="med"/>
                    </a:lnL>
                    <a:lnR w="31750" cap="flat" cmpd="sng" algn="ctr">
                      <a:solidFill>
                        <a:srgbClr val="FFFFFF"/>
                      </a:solidFill>
                      <a:prstDash val="solid"/>
                      <a:round/>
                      <a:headEnd type="none" w="med" len="med"/>
                      <a:tailEnd type="none" w="med" len="med"/>
                    </a:lnR>
                    <a:lnT w="31750" cap="flat" cmpd="sng" algn="ctr">
                      <a:solidFill>
                        <a:srgbClr val="FFFFFF"/>
                      </a:solidFill>
                      <a:prstDash val="solid"/>
                      <a:round/>
                      <a:headEnd type="none" w="med" len="med"/>
                      <a:tailEnd type="none" w="med" len="med"/>
                    </a:lnT>
                    <a:lnB w="31750" cap="flat" cmpd="sng" algn="ctr">
                      <a:solidFill>
                        <a:srgbClr val="FFFFFF"/>
                      </a:solidFill>
                      <a:prstDash val="solid"/>
                      <a:round/>
                      <a:headEnd type="none" w="med" len="med"/>
                      <a:tailEnd type="none" w="med" len="med"/>
                    </a:lnB>
                    <a:solidFill>
                      <a:srgbClr val="011AB7"/>
                    </a:solidFill>
                  </a:tcPr>
                </a:tc>
                <a:tc>
                  <a:txBody>
                    <a:bodyPr/>
                    <a:lstStyle/>
                    <a:p>
                      <a:pPr>
                        <a:buNone/>
                      </a:pPr>
                      <a:r>
                        <a:rPr lang="en-MY" sz="1400">
                          <a:latin typeface="+mn-ea"/>
                          <a:ea typeface="+mn-ea"/>
                          <a:cs typeface="Segoe UI" panose="020B0502040204020203" pitchFamily="34" charset="0"/>
                        </a:rPr>
                        <a:t>Kodak (アメリカ), </a:t>
                      </a:r>
                      <a:r>
                        <a:rPr lang="en-MY" altLang="ja-TH" sz="1400">
                          <a:latin typeface="+mn-ea"/>
                          <a:ea typeface="+mn-ea"/>
                          <a:cs typeface="Segoe UI" panose="020B0502040204020203" pitchFamily="34" charset="0"/>
                        </a:rPr>
                        <a:t>MFT Automation</a:t>
                      </a:r>
                      <a:r>
                        <a:rPr lang="en-MY" sz="1400">
                          <a:latin typeface="+mn-ea"/>
                          <a:ea typeface="+mn-ea"/>
                          <a:cs typeface="Segoe UI" panose="020B0502040204020203" pitchFamily="34" charset="0"/>
                        </a:rPr>
                        <a:t> (</a:t>
                      </a:r>
                      <a:r>
                        <a:rPr lang="ja-JP" altLang="en-US" sz="1400">
                          <a:latin typeface="+mn-ea"/>
                          <a:ea typeface="+mn-ea"/>
                          <a:cs typeface="Segoe UI" panose="020B0502040204020203" pitchFamily="34" charset="0"/>
                        </a:rPr>
                        <a:t>アメリカ</a:t>
                      </a:r>
                      <a:r>
                        <a:rPr lang="en-MY" sz="1400">
                          <a:latin typeface="+mn-ea"/>
                          <a:ea typeface="+mn-ea"/>
                          <a:cs typeface="Segoe UI" panose="020B0502040204020203" pitchFamily="34" charset="0"/>
                        </a:rPr>
                        <a:t>), Monotech (インド), Kern (スイス), Sistrade (ポルトガル), DLG Shanghai Dragon (</a:t>
                      </a:r>
                      <a:r>
                        <a:rPr lang="ja-JP" altLang="en-US" sz="1400">
                          <a:latin typeface="+mn-ea"/>
                          <a:ea typeface="+mn-ea"/>
                          <a:cs typeface="Segoe UI" panose="020B0502040204020203" pitchFamily="34" charset="0"/>
                        </a:rPr>
                        <a:t>中国</a:t>
                      </a:r>
                      <a:r>
                        <a:rPr lang="en-MY" sz="1400">
                          <a:latin typeface="+mn-ea"/>
                          <a:ea typeface="+mn-ea"/>
                          <a:cs typeface="Segoe UI" panose="020B0502040204020203" pitchFamily="34" charset="0"/>
                        </a:rPr>
                        <a:t>)</a:t>
                      </a:r>
                    </a:p>
                  </a:txBody>
                  <a:tcPr marL="36576" marR="36576" marT="0" marB="0" anchor="ctr">
                    <a:lnL w="31750" cap="flat" cmpd="sng" algn="ctr">
                      <a:solidFill>
                        <a:srgbClr val="FFFFFF"/>
                      </a:solidFill>
                      <a:prstDash val="solid"/>
                      <a:round/>
                      <a:headEnd type="none" w="med" len="med"/>
                      <a:tailEnd type="none" w="med" len="med"/>
                    </a:lnL>
                    <a:lnR w="0" cap="flat" cmpd="sng" algn="ctr">
                      <a:solidFill>
                        <a:srgbClr val="666666"/>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FFFFFF"/>
                    </a:solidFill>
                  </a:tcPr>
                </a:tc>
                <a:extLst>
                  <a:ext uri="{0D108BD9-81ED-4DB2-BD59-A6C34878D82A}">
                    <a16:rowId xmlns:a16="http://schemas.microsoft.com/office/drawing/2014/main" val="18221741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 reqver=&quot;21047&quot;&gt;&lt;version val=&quot;23043&quot;/&gt;&lt;CPresentation id=&quot;1&quot;&gt;&lt;m_precDefaultNumber&gt;&lt;m_bNumberIsYear val=&quot;1&quot;/&gt;&lt;m_chMinusSymbol&gt;-&lt;/m_chMinusSymbol&gt;&lt;m_chDecimalSymbol17909&gt;.&lt;/m_chDecimalSymbol17909&gt;&lt;m_nGroupingDigits17909 val=&quot;3&quot;/&gt;&lt;m_chGroupingSymbol17909&gt;,&lt;/m_chGroupingSymbol17909&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precDefaultPercent&gt;&lt;m_precDefaultDate&gt;&lt;m_bNumberIsYear val=&quot;0&quot;/&gt;&lt;m_strFormatTime&gt;%Y/%m/%d&lt;/m_strFormatTime&gt;&lt;/m_precDefaultDate&gt;&lt;m_precDefaultYear&gt;&lt;m_bNumberIsYear val=&quot;0&quot;/&gt;&lt;/m_precDefaultYear&gt;&lt;m_precDefaultQuarter&gt;&lt;m_bNumberIsYear val=&quot;0&quot;/&gt;&lt;/m_precDefaultQuarter&gt;&lt;m_precDefaultMonth&gt;&lt;m_bNumberIsYear val=&quot;0&quot;/&gt;&lt;/m_precDefaultMonth&gt;&lt;m_precDefaultWeek&gt;&lt;m_bNumberIsYear val=&quot;0&quot;/&gt;&lt;/m_precDefaultWeek&gt;&lt;m_precDefaultDay&gt;&lt;m_bNumberIsYear val=&quot;0&quot;/&gt;&lt;/m_precDefaultDay&gt;&lt;m_mruColor&gt;&lt;m_vecMRU length=&quot;0&quot;/&gt;&lt;/m_mruColor&gt;&lt;m_eweekdayFirstOfWeek val=&quot;1&quot;/&gt;&lt;m_eweekdayFirstOfWorkweek val=&quot;2&quot;/&gt;&lt;m_eweekdayFirstOfWeekend val=&quot;7&quot;/&gt;&lt;/CPresentation&gt;&lt;/root&gt;"/>
  <p:tag name="THINKCELLUNDODONOTDELETE" val="0"/>
  <p:tag name="EE4P_STYLE_ID" val="6cd991bf-f022-4378-96e7-2c338aeb3f5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lank">
  <a:themeElements>
    <a:clrScheme name="Latest YCP">
      <a:dk1>
        <a:sysClr val="windowText" lastClr="000000"/>
      </a:dk1>
      <a:lt1>
        <a:sysClr val="window" lastClr="FFFFFF"/>
      </a:lt1>
      <a:dk2>
        <a:srgbClr val="1F497D"/>
      </a:dk2>
      <a:lt2>
        <a:srgbClr val="1F497D"/>
      </a:lt2>
      <a:accent1>
        <a:srgbClr val="007FFF"/>
      </a:accent1>
      <a:accent2>
        <a:srgbClr val="EDFDFF"/>
      </a:accent2>
      <a:accent3>
        <a:srgbClr val="011AB7"/>
      </a:accent3>
      <a:accent4>
        <a:srgbClr val="1524A9"/>
      </a:accent4>
      <a:accent5>
        <a:srgbClr val="001C44"/>
      </a:accent5>
      <a:accent6>
        <a:srgbClr val="E46C0A"/>
      </a:accent6>
      <a:hlink>
        <a:srgbClr val="000000"/>
      </a:hlink>
      <a:folHlink>
        <a:srgbClr val="800080"/>
      </a:folHlink>
    </a:clrScheme>
    <a:fontScheme name="YCP">
      <a:majorFont>
        <a:latin typeface="Yu Gothic"/>
        <a:ea typeface="Yu Gothic"/>
        <a:cs typeface=""/>
      </a:majorFont>
      <a:minorFont>
        <a:latin typeface="Yu Gothic"/>
        <a:ea typeface="Yu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85000"/>
          </a:schemeClr>
        </a:solidFill>
        <a:ln w="9525">
          <a:solidFill>
            <a:schemeClr val="bg1">
              <a:lumMod val="50000"/>
            </a:schemeClr>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sz="12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Segoe UI 16_9_New.potx" id="{51A49EC7-A4C4-4EE6-A5A2-C23D8A717E51}" vid="{7BB9DF44-BC85-480F-9DC3-DA4F28C33107}"/>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659E499ED61974EA0FDB149289063FF" ma:contentTypeVersion="22" ma:contentTypeDescription="Create a new document." ma:contentTypeScope="" ma:versionID="76f62f94a85cce95cb52dc0673d280de">
  <xsd:schema xmlns:xsd="http://www.w3.org/2001/XMLSchema" xmlns:xs="http://www.w3.org/2001/XMLSchema" xmlns:p="http://schemas.microsoft.com/office/2006/metadata/properties" xmlns:ns1="http://schemas.microsoft.com/sharepoint/v3" xmlns:ns2="7c0c93e5-0f60-44c2-8bfe-46b062f919b9" xmlns:ns3="6d05e410-26c2-4920-965c-4436f1716494" xmlns:ns4="http://schemas.microsoft.com/sharepoint/v3/fields" targetNamespace="http://schemas.microsoft.com/office/2006/metadata/properties" ma:root="true" ma:fieldsID="d47f0e5627b5520d0e4158924a0a7b7a" ns1:_="" ns2:_="" ns3:_="" ns4:_="">
    <xsd:import namespace="http://schemas.microsoft.com/sharepoint/v3"/>
    <xsd:import namespace="7c0c93e5-0f60-44c2-8bfe-46b062f919b9"/>
    <xsd:import namespace="6d05e410-26c2-4920-965c-4436f1716494"/>
    <xsd:import namespace="http://schemas.microsoft.com/sharepoint/v3/fields"/>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DateTaken" minOccurs="0"/>
                <xsd:element ref="ns3:MediaLengthInSecond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Location" minOccurs="0"/>
                <xsd:element ref="ns3:MediaServiceSearchProperties" minOccurs="0"/>
                <xsd:element ref="ns3:MediaServiceBillingMetadata" minOccurs="0"/>
                <xsd:element ref="ns4:_Status" minOccurs="0"/>
                <xsd:element ref="ns1:StartDate" minOccurs="0"/>
                <xsd:element ref="ns4:_EndDate" minOccurs="0"/>
                <xsd:element ref="ns2:HUB_x0020_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StartDate" ma:index="25" nillable="true" ma:displayName="Start Date" ma:default="[today]" ma:format="DateOnly" ma:internalName="Start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7c0c93e5-0f60-44c2-8bfe-46b062f919b9" elementFormDefault="qualified">
    <xsd:import namespace="http://schemas.microsoft.com/office/2006/documentManagement/types"/>
    <xsd:import namespace="http://schemas.microsoft.com/office/infopath/2007/PartnerControls"/>
    <xsd:element name="SharedWithUsers" ma:index="8"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a0abcf5c-c5e1-4aeb-b6df-96b4f25dc411}" ma:internalName="TaxCatchAll" ma:showField="CatchAllData" ma:web="7c0c93e5-0f60-44c2-8bfe-46b062f919b9">
      <xsd:complexType>
        <xsd:complexContent>
          <xsd:extension base="dms:MultiChoiceLookup">
            <xsd:sequence>
              <xsd:element name="Value" type="dms:Lookup" maxOccurs="unbounded" minOccurs="0" nillable="true"/>
            </xsd:sequence>
          </xsd:extension>
        </xsd:complexContent>
      </xsd:complexType>
    </xsd:element>
    <xsd:element name="HUB_x0020_ID" ma:index="27" nillable="true" ma:displayName="HUB ID" ma:description="ID of the project on HUB" ma:internalName="HUB_x0020_ID">
      <xsd:simpleType>
        <xsd:restriction base="dms:Text">
          <xsd:maxLength value="10"/>
        </xsd:restriction>
      </xsd:simpleType>
    </xsd:element>
  </xsd:schema>
  <xsd:schema xmlns:xsd="http://www.w3.org/2001/XMLSchema" xmlns:xs="http://www.w3.org/2001/XMLSchema" xmlns:dms="http://schemas.microsoft.com/office/2006/documentManagement/types" xmlns:pc="http://schemas.microsoft.com/office/infopath/2007/PartnerControls" targetNamespace="6d05e410-26c2-4920-965c-4436f1716494"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4bf82ba-5fec-44e3-83b1-94ccd1639aa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24" nillable="true" ma:displayName="Status" ma:default="In progress" ma:format="Dropdown" ma:internalName="_Status">
      <xsd:simpleType>
        <xsd:restriction base="dms:Choice">
          <xsd:enumeration value="In progress"/>
          <xsd:enumeration value="Completed"/>
          <xsd:enumeration value="Can be archived"/>
          <xsd:enumeration value="Backed up"/>
          <xsd:enumeration value="Archived"/>
        </xsd:restriction>
      </xsd:simpleType>
    </xsd:element>
    <xsd:element name="_EndDate" ma:index="26" nillable="true" ma:displayName="End Date" ma:default="[today]" ma:format="DateTime" ma:internalName="_EndDat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ma:displayName="Status"/>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d05e410-26c2-4920-965c-4436f1716494">
      <Terms xmlns="http://schemas.microsoft.com/office/infopath/2007/PartnerControls"/>
    </lcf76f155ced4ddcb4097134ff3c332f>
    <TaxCatchAll xmlns="7c0c93e5-0f60-44c2-8bfe-46b062f919b9" xsi:nil="true"/>
    <_Status xmlns="http://schemas.microsoft.com/sharepoint/v3/fields">In progress</_Status>
    <_EndDate xmlns="http://schemas.microsoft.com/sharepoint/v3/fields">2025-06-06T03:53:56+00:00</_EndDate>
    <StartDate xmlns="http://schemas.microsoft.com/sharepoint/v3">2025-06-06T03:53:56+00:00</StartDate>
    <HUB_x0020_ID xmlns="7c0c93e5-0f60-44c2-8bfe-46b062f919b9" xsi:nil="true"/>
  </documentManagement>
</p:properties>
</file>

<file path=customXml/itemProps1.xml><?xml version="1.0" encoding="utf-8"?>
<ds:datastoreItem xmlns:ds="http://schemas.openxmlformats.org/officeDocument/2006/customXml" ds:itemID="{6D0E8A3A-62E0-4137-A80F-7F7A0416FA7D}">
  <ds:schemaRefs>
    <ds:schemaRef ds:uri="http://schemas.microsoft.com/sharepoint/v3/contenttype/forms"/>
  </ds:schemaRefs>
</ds:datastoreItem>
</file>

<file path=customXml/itemProps2.xml><?xml version="1.0" encoding="utf-8"?>
<ds:datastoreItem xmlns:ds="http://schemas.openxmlformats.org/officeDocument/2006/customXml" ds:itemID="{FCE41AE2-CF92-4692-97CF-A0F6F1A8E74D}">
  <ds:schemaRefs>
    <ds:schemaRef ds:uri="6d05e410-26c2-4920-965c-4436f1716494"/>
    <ds:schemaRef ds:uri="7c0c93e5-0f60-44c2-8bfe-46b062f919b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microsoft.com/sharepoint/v3/field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92EF307-9A1A-4E65-93C4-875F4C162A12}">
  <ds:schemaRefs>
    <ds:schemaRef ds:uri="http://purl.org/dc/dcmitype/"/>
    <ds:schemaRef ds:uri="http://schemas.openxmlformats.org/package/2006/metadata/core-properties"/>
    <ds:schemaRef ds:uri="http://schemas.microsoft.com/office/2006/metadata/properties"/>
    <ds:schemaRef ds:uri="http://purl.org/dc/elements/1.1/"/>
    <ds:schemaRef ds:uri="http://purl.org/dc/terms/"/>
    <ds:schemaRef ds:uri="http://www.w3.org/XML/1998/namespace"/>
    <ds:schemaRef ds:uri="http://schemas.microsoft.com/office/2006/documentManagement/types"/>
    <ds:schemaRef ds:uri="http://schemas.microsoft.com/sharepoint/v3"/>
    <ds:schemaRef ds:uri="http://schemas.microsoft.com/office/infopath/2007/PartnerControls"/>
    <ds:schemaRef ds:uri="http://schemas.microsoft.com/sharepoint/v3/fields"/>
    <ds:schemaRef ds:uri="6d05e410-26c2-4920-965c-4436f1716494"/>
    <ds:schemaRef ds:uri="7c0c93e5-0f60-44c2-8bfe-46b062f919b9"/>
  </ds:schemaRefs>
</ds:datastoreItem>
</file>

<file path=docMetadata/LabelInfo.xml><?xml version="1.0" encoding="utf-8"?>
<clbl:labelList xmlns:clbl="http://schemas.microsoft.com/office/2020/mipLabelMetadata">
  <clbl:label id="{7a42b45d-82f5-4513-ade9-9f40fc9a1324}" enabled="0" method="" siteId="{7a42b45d-82f5-4513-ade9-9f40fc9a1324}" removed="1"/>
</clbl:labelList>
</file>

<file path=docProps/app.xml><?xml version="1.0" encoding="utf-8"?>
<Properties xmlns="http://schemas.openxmlformats.org/officeDocument/2006/extended-properties" xmlns:vt="http://schemas.openxmlformats.org/officeDocument/2006/docPropsVTypes">
  <Template/>
  <TotalTime>65</TotalTime>
  <Words>17688</Words>
  <Application>Microsoft Office PowerPoint</Application>
  <PresentationFormat>Widescreen</PresentationFormat>
  <Paragraphs>2750</Paragraphs>
  <Slides>68</Slides>
  <Notes>67</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68</vt:i4>
      </vt:variant>
    </vt:vector>
  </HeadingPairs>
  <TitlesOfParts>
    <vt:vector size="75" baseType="lpstr">
      <vt:lpstr>Yu Gothic</vt:lpstr>
      <vt:lpstr>Arial</vt:lpstr>
      <vt:lpstr>Calibri</vt:lpstr>
      <vt:lpstr>Segoe UI</vt:lpstr>
      <vt:lpstr>Wingdings</vt:lpstr>
      <vt:lpstr>blank</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16. Securiko スラバヤのシモケルトを拠点に、セキュリティシステムの供給、統合、ソリューションサービスを提供</vt:lpstr>
      <vt:lpstr>PowerPoint Presentation</vt:lpstr>
      <vt:lpstr>PowerPoint Presentation</vt:lpstr>
      <vt:lpstr>PowerPoint Presentation</vt:lpstr>
      <vt:lpstr>PowerPoint Presentation</vt:lpstr>
      <vt:lpstr>21. Anden Corporation バンコクを拠点に、AI、IoT、データプラットフォームなどの統合技術を活用し、デジタルおよびスマートインフラに関するエンドツーエンドのソリューションを提供</vt:lpstr>
      <vt:lpstr>22. JES CQTEC</vt:lpstr>
      <vt:lpstr>PowerPoint Presentation</vt:lpstr>
      <vt:lpstr>24. Quantum Zeno Solution 統合型セキュリティソリューションおよびITサポートサービスに特化した、シンガポール拠点の大手セキュリティシステムインテグレーター</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33. Keydence Systems 統合セキュリティおよびスマート施設ソリューションプロバイダー</vt:lpstr>
      <vt:lpstr>34. Prowler International 防犯カメラや入退室管理を中心としたセキュリティシステムの供給・統合を提供</vt:lpstr>
      <vt:lpstr>35. 3i Technologies カスタマイズ型セキュリティソリューションおよび技術サポートに特化した、シンガポール拠点の大手セキュリティシステムインテグレーター</vt:lpstr>
      <vt:lpstr>PowerPoint Presentation</vt:lpstr>
      <vt:lpstr>PowerPoint Presentation</vt:lpstr>
      <vt:lpstr>38. Inspilogix マレーシア拠点の統合型ITマネージドサービスおよびセキュリティソリューションに特化した、システムインテグレーター</vt:lpstr>
      <vt:lpstr>39. Sigmaline Technologies マーレシア拠点に商業ビルおよびスマートホーム向けに、セキュリティおよびオートメーションソリューションを提供する企業</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Gary Murakami</dc:creator>
  <cp:lastModifiedBy>SI JING GOH</cp:lastModifiedBy>
  <cp:revision>1</cp:revision>
  <cp:lastPrinted>2019-03-05T10:15:18Z</cp:lastPrinted>
  <dcterms:created xsi:type="dcterms:W3CDTF">2023-05-10T23:51:00Z</dcterms:created>
  <dcterms:modified xsi:type="dcterms:W3CDTF">2026-01-10T05:52:58Z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0x0101001659E499ED61974EA0FDB149289063FF</vt:lpwstr>
  </property>
</Properties>
</file>