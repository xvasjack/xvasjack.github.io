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480597" r:id="rId5"/>
  </p:sldIdLst>
  <p:sldSz cx="12192000" cy="6858000"/>
  <p:notesSz cx="7315200" cy="9601200"/>
  <p:custDataLst>
    <p:tags r:id="rId7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9A6B880-28BF-A121-9E5E-A95199ADB849}" name="Mickael Feige" initials="MF" userId="Mickael Feige" providerId="None"/>
  <p188:author id="{D42E1BEB-19C3-2EE0-706B-B3292742C0FA}" name="Anna Rellama" initials="AR" userId="Anna Rellam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91BEFF"/>
    <a:srgbClr val="011AB7"/>
    <a:srgbClr val="FFFF00"/>
    <a:srgbClr val="D3E5FF"/>
    <a:srgbClr val="FFFFFF"/>
    <a:srgbClr val="99CCFF"/>
    <a:srgbClr val="007FFF"/>
    <a:srgbClr val="CCE5FF"/>
    <a:srgbClr val="66B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119F7F-B19E-4F3B-AF97-42783DA225AC}" v="3298" dt="2025-12-17T06:40:27.107"/>
    <p1510:client id="{189D77FC-C54D-1044-AC3B-2179931BFD64}" v="901" dt="2025-12-17T09:15:24.581"/>
    <p1510:client id="{2EFCF752-5CF6-4AB7-9459-7C1B66EC232B}" v="607" dt="2025-12-17T15:03:39.309"/>
    <p1510:client id="{65BC50D4-A5ED-5E85-2E11-5813839ED62E}" v="82" dt="2025-12-17T11:05:26.2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howGuides="1">
      <p:cViewPr varScale="1">
        <p:scale>
          <a:sx n="92" d="100"/>
          <a:sy n="92" d="100"/>
        </p:scale>
        <p:origin x="2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naros Lertchai" userId="e603b5ad-0aa8-4f83-b111-226af2a13199" providerId="ADAL" clId="{9C461479-F4F3-5015-BAF0-5BAE78F468E2}"/>
    <pc:docChg chg="undo custSel addSld delSld modSld">
      <pc:chgData name="Pannaros Lertchai" userId="e603b5ad-0aa8-4f83-b111-226af2a13199" providerId="ADAL" clId="{9C461479-F4F3-5015-BAF0-5BAE78F468E2}" dt="2025-12-17T09:15:31.942" v="1505" actId="1076"/>
      <pc:docMkLst>
        <pc:docMk/>
      </pc:docMkLst>
      <pc:sldChg chg="addSp delSp modSp mod">
        <pc:chgData name="Pannaros Lertchai" userId="e603b5ad-0aa8-4f83-b111-226af2a13199" providerId="ADAL" clId="{9C461479-F4F3-5015-BAF0-5BAE78F468E2}" dt="2025-12-17T06:31:44.440" v="375" actId="20577"/>
        <pc:sldMkLst>
          <pc:docMk/>
          <pc:sldMk cId="2370558715" sldId="2147480597"/>
        </pc:sldMkLst>
        <pc:graphicFrameChg chg="mod modGraphic">
          <ac:chgData name="Pannaros Lertchai" userId="e603b5ad-0aa8-4f83-b111-226af2a13199" providerId="ADAL" clId="{9C461479-F4F3-5015-BAF0-5BAE78F468E2}" dt="2025-12-17T06:31:44.440" v="375" actId="20577"/>
          <ac:graphicFrameMkLst>
            <pc:docMk/>
            <pc:sldMk cId="2370558715" sldId="2147480597"/>
            <ac:graphicFrameMk id="3" creationId="{2A263170-B59B-4DD6-496A-BA278B4B79E5}"/>
          </ac:graphicFrameMkLst>
        </pc:graphicFrameChg>
      </pc:sldChg>
      <pc:sldChg chg="addSp delSp modSp mod">
        <pc:chgData name="Pannaros Lertchai" userId="e603b5ad-0aa8-4f83-b111-226af2a13199" providerId="ADAL" clId="{9C461479-F4F3-5015-BAF0-5BAE78F468E2}" dt="2025-12-17T09:06:05.684" v="1452" actId="20577"/>
        <pc:sldMkLst>
          <pc:docMk/>
          <pc:sldMk cId="464726404" sldId="2147480686"/>
        </pc:sldMkLst>
        <pc:spChg chg="mod">
          <ac:chgData name="Pannaros Lertchai" userId="e603b5ad-0aa8-4f83-b111-226af2a13199" providerId="ADAL" clId="{9C461479-F4F3-5015-BAF0-5BAE78F468E2}" dt="2025-12-17T06:05:04.104" v="192" actId="20577"/>
          <ac:spMkLst>
            <pc:docMk/>
            <pc:sldMk cId="464726404" sldId="2147480686"/>
            <ac:spMk id="3" creationId="{A347DEFC-5F2A-99AF-E67C-6C74A1FB0AFF}"/>
          </ac:spMkLst>
        </pc:spChg>
        <pc:spChg chg="del">
          <ac:chgData name="Pannaros Lertchai" userId="e603b5ad-0aa8-4f83-b111-226af2a13199" providerId="ADAL" clId="{9C461479-F4F3-5015-BAF0-5BAE78F468E2}" dt="2025-12-17T05:54:52.875" v="106" actId="478"/>
          <ac:spMkLst>
            <pc:docMk/>
            <pc:sldMk cId="464726404" sldId="2147480686"/>
            <ac:spMk id="6" creationId="{0CA2AB3F-594D-FDC0-81B7-770E937FF03B}"/>
          </ac:spMkLst>
        </pc:spChg>
        <pc:spChg chg="mod">
          <ac:chgData name="Pannaros Lertchai" userId="e603b5ad-0aa8-4f83-b111-226af2a13199" providerId="ADAL" clId="{9C461479-F4F3-5015-BAF0-5BAE78F468E2}" dt="2025-12-17T09:06:05.684" v="1452" actId="20577"/>
          <ac:spMkLst>
            <pc:docMk/>
            <pc:sldMk cId="464726404" sldId="2147480686"/>
            <ac:spMk id="27" creationId="{56C8E113-7168-DCFF-CB77-90E83196C1B1}"/>
          </ac:spMkLst>
        </pc:spChg>
        <pc:graphicFrameChg chg="add mod modGraphic">
          <ac:chgData name="Pannaros Lertchai" userId="e603b5ad-0aa8-4f83-b111-226af2a13199" providerId="ADAL" clId="{9C461479-F4F3-5015-BAF0-5BAE78F468E2}" dt="2025-12-17T08:46:04.796" v="1011" actId="20577"/>
          <ac:graphicFrameMkLst>
            <pc:docMk/>
            <pc:sldMk cId="464726404" sldId="2147480686"/>
            <ac:graphicFrameMk id="12" creationId="{B425EEFA-2AA4-A460-56A4-773DAE0D46E3}"/>
          </ac:graphicFrameMkLst>
        </pc:graphicFrameChg>
        <pc:graphicFrameChg chg="del mod modGraphic">
          <ac:chgData name="Pannaros Lertchai" userId="e603b5ad-0aa8-4f83-b111-226af2a13199" providerId="ADAL" clId="{9C461479-F4F3-5015-BAF0-5BAE78F468E2}" dt="2025-12-17T06:17:46.750" v="244" actId="478"/>
          <ac:graphicFrameMkLst>
            <pc:docMk/>
            <pc:sldMk cId="464726404" sldId="2147480686"/>
            <ac:graphicFrameMk id="23" creationId="{526FA3E5-6C3C-E199-E72F-CD17D28DDBAD}"/>
          </ac:graphicFrameMkLst>
        </pc:graphicFrameChg>
        <pc:picChg chg="add mod">
          <ac:chgData name="Pannaros Lertchai" userId="e603b5ad-0aa8-4f83-b111-226af2a13199" providerId="ADAL" clId="{9C461479-F4F3-5015-BAF0-5BAE78F468E2}" dt="2025-12-17T09:02:47.891" v="1434" actId="1076"/>
          <ac:picMkLst>
            <pc:docMk/>
            <pc:sldMk cId="464726404" sldId="2147480686"/>
            <ac:picMk id="1026" creationId="{6DB06905-9EB9-A84A-BF0D-07A163937133}"/>
          </ac:picMkLst>
        </pc:picChg>
        <pc:picChg chg="del">
          <ac:chgData name="Pannaros Lertchai" userId="e603b5ad-0aa8-4f83-b111-226af2a13199" providerId="ADAL" clId="{9C461479-F4F3-5015-BAF0-5BAE78F468E2}" dt="2025-12-17T06:00:05.121" v="187" actId="478"/>
          <ac:picMkLst>
            <pc:docMk/>
            <pc:sldMk cId="464726404" sldId="2147480686"/>
            <ac:picMk id="7170" creationId="{E6B50336-B649-B856-E2B5-DA51A1CE1A2B}"/>
          </ac:picMkLst>
        </pc:picChg>
      </pc:sldChg>
      <pc:sldChg chg="addSp delSp modSp mod">
        <pc:chgData name="Pannaros Lertchai" userId="e603b5ad-0aa8-4f83-b111-226af2a13199" providerId="ADAL" clId="{9C461479-F4F3-5015-BAF0-5BAE78F468E2}" dt="2025-12-17T09:09:45.368" v="1466" actId="2711"/>
        <pc:sldMkLst>
          <pc:docMk/>
          <pc:sldMk cId="2723235181" sldId="2147480687"/>
        </pc:sldMkLst>
        <pc:spChg chg="mod">
          <ac:chgData name="Pannaros Lertchai" userId="e603b5ad-0aa8-4f83-b111-226af2a13199" providerId="ADAL" clId="{9C461479-F4F3-5015-BAF0-5BAE78F468E2}" dt="2025-12-17T06:15:39.148" v="202" actId="3626"/>
          <ac:spMkLst>
            <pc:docMk/>
            <pc:sldMk cId="2723235181" sldId="2147480687"/>
            <ac:spMk id="3" creationId="{D995F76C-703F-0CA0-7DC9-7B64D1121792}"/>
          </ac:spMkLst>
        </pc:spChg>
        <pc:spChg chg="add del mod">
          <ac:chgData name="Pannaros Lertchai" userId="e603b5ad-0aa8-4f83-b111-226af2a13199" providerId="ADAL" clId="{9C461479-F4F3-5015-BAF0-5BAE78F468E2}" dt="2025-12-17T06:15:42.548" v="205"/>
          <ac:spMkLst>
            <pc:docMk/>
            <pc:sldMk cId="2723235181" sldId="2147480687"/>
            <ac:spMk id="12" creationId="{52D2334B-649B-5532-FD4C-A9B1487D4F42}"/>
          </ac:spMkLst>
        </pc:spChg>
        <pc:spChg chg="mod">
          <ac:chgData name="Pannaros Lertchai" userId="e603b5ad-0aa8-4f83-b111-226af2a13199" providerId="ADAL" clId="{9C461479-F4F3-5015-BAF0-5BAE78F468E2}" dt="2025-12-17T06:47:03.316" v="499" actId="20577"/>
          <ac:spMkLst>
            <pc:docMk/>
            <pc:sldMk cId="2723235181" sldId="2147480687"/>
            <ac:spMk id="15" creationId="{BEAA2EF6-B3AE-E489-874B-DE42CD992283}"/>
          </ac:spMkLst>
        </pc:spChg>
        <pc:spChg chg="del mod">
          <ac:chgData name="Pannaros Lertchai" userId="e603b5ad-0aa8-4f83-b111-226af2a13199" providerId="ADAL" clId="{9C461479-F4F3-5015-BAF0-5BAE78F468E2}" dt="2025-12-17T06:15:26.026" v="198" actId="478"/>
          <ac:spMkLst>
            <pc:docMk/>
            <pc:sldMk cId="2723235181" sldId="2147480687"/>
            <ac:spMk id="18" creationId="{2938177A-5BFD-B36E-DC55-C02A58AFAB06}"/>
          </ac:spMkLst>
        </pc:spChg>
        <pc:spChg chg="mod">
          <ac:chgData name="Pannaros Lertchai" userId="e603b5ad-0aa8-4f83-b111-226af2a13199" providerId="ADAL" clId="{9C461479-F4F3-5015-BAF0-5BAE78F468E2}" dt="2025-12-17T09:09:45.368" v="1466" actId="2711"/>
          <ac:spMkLst>
            <pc:docMk/>
            <pc:sldMk cId="2723235181" sldId="2147480687"/>
            <ac:spMk id="27" creationId="{435C43A0-06C1-32BD-A30F-F08EBA0C43B9}"/>
          </ac:spMkLst>
        </pc:spChg>
        <pc:grpChg chg="mod">
          <ac:chgData name="Pannaros Lertchai" userId="e603b5ad-0aa8-4f83-b111-226af2a13199" providerId="ADAL" clId="{9C461479-F4F3-5015-BAF0-5BAE78F468E2}" dt="2025-12-17T06:52:49.756" v="680" actId="1035"/>
          <ac:grpSpMkLst>
            <pc:docMk/>
            <pc:sldMk cId="2723235181" sldId="2147480687"/>
            <ac:grpSpMk id="14" creationId="{2F2A082D-9BC0-B52C-6AA6-625645255F8A}"/>
          </ac:grpSpMkLst>
        </pc:grpChg>
        <pc:graphicFrameChg chg="mod modGraphic">
          <ac:chgData name="Pannaros Lertchai" userId="e603b5ad-0aa8-4f83-b111-226af2a13199" providerId="ADAL" clId="{9C461479-F4F3-5015-BAF0-5BAE78F468E2}" dt="2025-12-17T08:46:09.065" v="1014" actId="20577"/>
          <ac:graphicFrameMkLst>
            <pc:docMk/>
            <pc:sldMk cId="2723235181" sldId="2147480687"/>
            <ac:graphicFrameMk id="5" creationId="{9D4F630C-1576-2168-1FD2-E5495534E1AF}"/>
          </ac:graphicFrameMkLst>
        </pc:graphicFrameChg>
        <pc:graphicFrameChg chg="add mod modGraphic">
          <ac:chgData name="Pannaros Lertchai" userId="e603b5ad-0aa8-4f83-b111-226af2a13199" providerId="ADAL" clId="{9C461479-F4F3-5015-BAF0-5BAE78F468E2}" dt="2025-12-17T06:53:33.438" v="691" actId="207"/>
          <ac:graphicFrameMkLst>
            <pc:docMk/>
            <pc:sldMk cId="2723235181" sldId="2147480687"/>
            <ac:graphicFrameMk id="19" creationId="{25C0052A-E91A-1437-B885-56A966F2AFE1}"/>
          </ac:graphicFrameMkLst>
        </pc:graphicFrameChg>
        <pc:picChg chg="del">
          <ac:chgData name="Pannaros Lertchai" userId="e603b5ad-0aa8-4f83-b111-226af2a13199" providerId="ADAL" clId="{9C461479-F4F3-5015-BAF0-5BAE78F468E2}" dt="2025-12-17T06:15:49.920" v="206" actId="478"/>
          <ac:picMkLst>
            <pc:docMk/>
            <pc:sldMk cId="2723235181" sldId="2147480687"/>
            <ac:picMk id="6" creationId="{73384A65-460B-61FD-2089-9D4593FC82E4}"/>
          </ac:picMkLst>
        </pc:picChg>
        <pc:picChg chg="del">
          <ac:chgData name="Pannaros Lertchai" userId="e603b5ad-0aa8-4f83-b111-226af2a13199" providerId="ADAL" clId="{9C461479-F4F3-5015-BAF0-5BAE78F468E2}" dt="2025-12-17T06:15:41.823" v="203" actId="478"/>
          <ac:picMkLst>
            <pc:docMk/>
            <pc:sldMk cId="2723235181" sldId="2147480687"/>
            <ac:picMk id="17" creationId="{FFA29714-722E-4019-6012-129A61EA1176}"/>
          </ac:picMkLst>
        </pc:picChg>
        <pc:picChg chg="add del mod">
          <ac:chgData name="Pannaros Lertchai" userId="e603b5ad-0aa8-4f83-b111-226af2a13199" providerId="ADAL" clId="{9C461479-F4F3-5015-BAF0-5BAE78F468E2}" dt="2025-12-17T09:06:18.160" v="1453" actId="478"/>
          <ac:picMkLst>
            <pc:docMk/>
            <pc:sldMk cId="2723235181" sldId="2147480687"/>
            <ac:picMk id="20" creationId="{DD06FB60-841C-18DF-E29E-4B089B351BDD}"/>
          </ac:picMkLst>
        </pc:picChg>
        <pc:picChg chg="add mod">
          <ac:chgData name="Pannaros Lertchai" userId="e603b5ad-0aa8-4f83-b111-226af2a13199" providerId="ADAL" clId="{9C461479-F4F3-5015-BAF0-5BAE78F468E2}" dt="2025-12-17T09:01:41.749" v="1431" actId="962"/>
          <ac:picMkLst>
            <pc:docMk/>
            <pc:sldMk cId="2723235181" sldId="2147480687"/>
            <ac:picMk id="22" creationId="{7BDB3127-0831-42E8-0046-0D887622B530}"/>
          </ac:picMkLst>
        </pc:picChg>
        <pc:picChg chg="add mod">
          <ac:chgData name="Pannaros Lertchai" userId="e603b5ad-0aa8-4f83-b111-226af2a13199" providerId="ADAL" clId="{9C461479-F4F3-5015-BAF0-5BAE78F468E2}" dt="2025-12-17T09:06:21.826" v="1454"/>
          <ac:picMkLst>
            <pc:docMk/>
            <pc:sldMk cId="2723235181" sldId="2147480687"/>
            <ac:picMk id="23" creationId="{352591A4-AF2A-ACFC-CF29-D7A4BE05CF47}"/>
          </ac:picMkLst>
        </pc:picChg>
      </pc:sldChg>
      <pc:sldChg chg="addSp delSp modSp mod">
        <pc:chgData name="Pannaros Lertchai" userId="e603b5ad-0aa8-4f83-b111-226af2a13199" providerId="ADAL" clId="{9C461479-F4F3-5015-BAF0-5BAE78F468E2}" dt="2025-12-17T09:15:03.380" v="1500" actId="1076"/>
        <pc:sldMkLst>
          <pc:docMk/>
          <pc:sldMk cId="4191170092" sldId="2147480688"/>
        </pc:sldMkLst>
        <pc:spChg chg="mod">
          <ac:chgData name="Pannaros Lertchai" userId="e603b5ad-0aa8-4f83-b111-226af2a13199" providerId="ADAL" clId="{9C461479-F4F3-5015-BAF0-5BAE78F468E2}" dt="2025-12-17T09:15:03.380" v="1500" actId="1076"/>
          <ac:spMkLst>
            <pc:docMk/>
            <pc:sldMk cId="4191170092" sldId="2147480688"/>
            <ac:spMk id="3" creationId="{B6BA066A-01C7-020E-91AC-AB22A65D2501}"/>
          </ac:spMkLst>
        </pc:spChg>
        <pc:spChg chg="mod">
          <ac:chgData name="Pannaros Lertchai" userId="e603b5ad-0aa8-4f83-b111-226af2a13199" providerId="ADAL" clId="{9C461479-F4F3-5015-BAF0-5BAE78F468E2}" dt="2025-12-17T08:50:31.783" v="1097" actId="20577"/>
          <ac:spMkLst>
            <pc:docMk/>
            <pc:sldMk cId="4191170092" sldId="2147480688"/>
            <ac:spMk id="15" creationId="{95218788-AB1E-B487-D095-EC16B401D6D9}"/>
          </ac:spMkLst>
        </pc:spChg>
        <pc:spChg chg="del">
          <ac:chgData name="Pannaros Lertchai" userId="e603b5ad-0aa8-4f83-b111-226af2a13199" providerId="ADAL" clId="{9C461479-F4F3-5015-BAF0-5BAE78F468E2}" dt="2025-12-17T07:09:26.874" v="913" actId="478"/>
          <ac:spMkLst>
            <pc:docMk/>
            <pc:sldMk cId="4191170092" sldId="2147480688"/>
            <ac:spMk id="18" creationId="{3F335F33-A7FC-96B2-1D0F-C2CC62003355}"/>
          </ac:spMkLst>
        </pc:spChg>
        <pc:spChg chg="mod">
          <ac:chgData name="Pannaros Lertchai" userId="e603b5ad-0aa8-4f83-b111-226af2a13199" providerId="ADAL" clId="{9C461479-F4F3-5015-BAF0-5BAE78F468E2}" dt="2025-12-17T09:15:00.388" v="1498" actId="207"/>
          <ac:spMkLst>
            <pc:docMk/>
            <pc:sldMk cId="4191170092" sldId="2147480688"/>
            <ac:spMk id="27" creationId="{C86DDEA8-2B8D-F9DE-FF00-DDCB5CBB8CA4}"/>
          </ac:spMkLst>
        </pc:spChg>
        <pc:grpChg chg="mod">
          <ac:chgData name="Pannaros Lertchai" userId="e603b5ad-0aa8-4f83-b111-226af2a13199" providerId="ADAL" clId="{9C461479-F4F3-5015-BAF0-5BAE78F468E2}" dt="2025-12-17T08:50:23.947" v="1073"/>
          <ac:grpSpMkLst>
            <pc:docMk/>
            <pc:sldMk cId="4191170092" sldId="2147480688"/>
            <ac:grpSpMk id="14" creationId="{4E0354C0-E22D-064A-0FD6-23F76CE80E1A}"/>
          </ac:grpSpMkLst>
        </pc:grpChg>
        <pc:graphicFrameChg chg="mod modGraphic">
          <ac:chgData name="Pannaros Lertchai" userId="e603b5ad-0aa8-4f83-b111-226af2a13199" providerId="ADAL" clId="{9C461479-F4F3-5015-BAF0-5BAE78F468E2}" dt="2025-12-17T08:56:29.989" v="1248" actId="20577"/>
          <ac:graphicFrameMkLst>
            <pc:docMk/>
            <pc:sldMk cId="4191170092" sldId="2147480688"/>
            <ac:graphicFrameMk id="5" creationId="{51E4E494-56B0-94D7-EDB4-E044EB76B6A1}"/>
          </ac:graphicFrameMkLst>
        </pc:graphicFrameChg>
        <pc:graphicFrameChg chg="add mod modGraphic">
          <ac:chgData name="Pannaros Lertchai" userId="e603b5ad-0aa8-4f83-b111-226af2a13199" providerId="ADAL" clId="{9C461479-F4F3-5015-BAF0-5BAE78F468E2}" dt="2025-12-17T09:00:11.643" v="1416" actId="14100"/>
          <ac:graphicFrameMkLst>
            <pc:docMk/>
            <pc:sldMk cId="4191170092" sldId="2147480688"/>
            <ac:graphicFrameMk id="19" creationId="{9212570D-DAF9-8C08-39F8-DD3ABA3C8A16}"/>
          </ac:graphicFrameMkLst>
        </pc:graphicFrameChg>
        <pc:picChg chg="del">
          <ac:chgData name="Pannaros Lertchai" userId="e603b5ad-0aa8-4f83-b111-226af2a13199" providerId="ADAL" clId="{9C461479-F4F3-5015-BAF0-5BAE78F468E2}" dt="2025-12-17T07:10:42.282" v="926" actId="478"/>
          <ac:picMkLst>
            <pc:docMk/>
            <pc:sldMk cId="4191170092" sldId="2147480688"/>
            <ac:picMk id="6" creationId="{B03BC289-3875-4484-21AF-3204F9831AE3}"/>
          </ac:picMkLst>
        </pc:picChg>
        <pc:picChg chg="add mod">
          <ac:chgData name="Pannaros Lertchai" userId="e603b5ad-0aa8-4f83-b111-226af2a13199" providerId="ADAL" clId="{9C461479-F4F3-5015-BAF0-5BAE78F468E2}" dt="2025-12-17T07:10:42.628" v="927"/>
          <ac:picMkLst>
            <pc:docMk/>
            <pc:sldMk cId="4191170092" sldId="2147480688"/>
            <ac:picMk id="12" creationId="{9DCC3769-C69E-3050-1DC7-A89A04DA7628}"/>
          </ac:picMkLst>
        </pc:picChg>
        <pc:picChg chg="del">
          <ac:chgData name="Pannaros Lertchai" userId="e603b5ad-0aa8-4f83-b111-226af2a13199" providerId="ADAL" clId="{9C461479-F4F3-5015-BAF0-5BAE78F468E2}" dt="2025-12-17T09:00:34.282" v="1417" actId="478"/>
          <ac:picMkLst>
            <pc:docMk/>
            <pc:sldMk cId="4191170092" sldId="2147480688"/>
            <ac:picMk id="17" creationId="{7529E1F7-42E8-C0AD-8F8B-613F10FC8906}"/>
          </ac:picMkLst>
        </pc:picChg>
        <pc:cxnChg chg="mod">
          <ac:chgData name="Pannaros Lertchai" userId="e603b5ad-0aa8-4f83-b111-226af2a13199" providerId="ADAL" clId="{9C461479-F4F3-5015-BAF0-5BAE78F468E2}" dt="2025-12-17T08:50:23.947" v="1073"/>
          <ac:cxnSpMkLst>
            <pc:docMk/>
            <pc:sldMk cId="4191170092" sldId="2147480688"/>
            <ac:cxnSpMk id="16" creationId="{296F9385-5919-122D-E033-A843F595FB57}"/>
          </ac:cxnSpMkLst>
        </pc:cxnChg>
      </pc:sldChg>
      <pc:sldChg chg="del">
        <pc:chgData name="Pannaros Lertchai" userId="e603b5ad-0aa8-4f83-b111-226af2a13199" providerId="ADAL" clId="{9C461479-F4F3-5015-BAF0-5BAE78F468E2}" dt="2025-12-17T06:09:07.768" v="193" actId="2696"/>
        <pc:sldMkLst>
          <pc:docMk/>
          <pc:sldMk cId="3511787908" sldId="2147480689"/>
        </pc:sldMkLst>
      </pc:sldChg>
      <pc:sldChg chg="addSp delSp modSp add mod">
        <pc:chgData name="Pannaros Lertchai" userId="e603b5ad-0aa8-4f83-b111-226af2a13199" providerId="ADAL" clId="{9C461479-F4F3-5015-BAF0-5BAE78F468E2}" dt="2025-12-17T09:15:31.942" v="1505" actId="1076"/>
        <pc:sldMkLst>
          <pc:docMk/>
          <pc:sldMk cId="4122909107" sldId="2147480696"/>
        </pc:sldMkLst>
        <pc:spChg chg="mod">
          <ac:chgData name="Pannaros Lertchai" userId="e603b5ad-0aa8-4f83-b111-226af2a13199" providerId="ADAL" clId="{9C461479-F4F3-5015-BAF0-5BAE78F468E2}" dt="2025-12-17T06:55:23.185" v="701" actId="3626"/>
          <ac:spMkLst>
            <pc:docMk/>
            <pc:sldMk cId="4122909107" sldId="2147480696"/>
            <ac:spMk id="3" creationId="{945F80FA-0AC8-815E-9B96-94645FF0595E}"/>
          </ac:spMkLst>
        </pc:spChg>
        <pc:spChg chg="add del mod">
          <ac:chgData name="Pannaros Lertchai" userId="e603b5ad-0aa8-4f83-b111-226af2a13199" providerId="ADAL" clId="{9C461479-F4F3-5015-BAF0-5BAE78F468E2}" dt="2025-12-17T06:55:51.270" v="703"/>
          <ac:spMkLst>
            <pc:docMk/>
            <pc:sldMk cId="4122909107" sldId="2147480696"/>
            <ac:spMk id="6" creationId="{0A0C5E59-BAD6-A630-9E3B-A3F93E7B593C}"/>
          </ac:spMkLst>
        </pc:spChg>
        <pc:spChg chg="mod">
          <ac:chgData name="Pannaros Lertchai" userId="e603b5ad-0aa8-4f83-b111-226af2a13199" providerId="ADAL" clId="{9C461479-F4F3-5015-BAF0-5BAE78F468E2}" dt="2025-12-17T09:15:31.942" v="1505" actId="1076"/>
          <ac:spMkLst>
            <pc:docMk/>
            <pc:sldMk cId="4122909107" sldId="2147480696"/>
            <ac:spMk id="13" creationId="{EB1E09D4-2EB6-2EFC-E8E9-67A89CA94763}"/>
          </ac:spMkLst>
        </pc:spChg>
        <pc:spChg chg="mod">
          <ac:chgData name="Pannaros Lertchai" userId="e603b5ad-0aa8-4f83-b111-226af2a13199" providerId="ADAL" clId="{9C461479-F4F3-5015-BAF0-5BAE78F468E2}" dt="2025-12-17T07:03:11.028" v="824" actId="20577"/>
          <ac:spMkLst>
            <pc:docMk/>
            <pc:sldMk cId="4122909107" sldId="2147480696"/>
            <ac:spMk id="15" creationId="{3ACF5BAC-2F2F-873E-1B37-CFA64C4F1ED7}"/>
          </ac:spMkLst>
        </pc:spChg>
        <pc:spChg chg="mod">
          <ac:chgData name="Pannaros Lertchai" userId="e603b5ad-0aa8-4f83-b111-226af2a13199" providerId="ADAL" clId="{9C461479-F4F3-5015-BAF0-5BAE78F468E2}" dt="2025-12-17T09:13:23.606" v="1490" actId="2711"/>
          <ac:spMkLst>
            <pc:docMk/>
            <pc:sldMk cId="4122909107" sldId="2147480696"/>
            <ac:spMk id="27" creationId="{9C606AC2-3295-7168-6505-81AB74CCDBC9}"/>
          </ac:spMkLst>
        </pc:spChg>
        <pc:spChg chg="mod">
          <ac:chgData name="Pannaros Lertchai" userId="e603b5ad-0aa8-4f83-b111-226af2a13199" providerId="ADAL" clId="{9C461479-F4F3-5015-BAF0-5BAE78F468E2}" dt="2025-12-17T07:05:40.377" v="890"/>
          <ac:spMkLst>
            <pc:docMk/>
            <pc:sldMk cId="4122909107" sldId="2147480696"/>
            <ac:spMk id="28" creationId="{7193368B-A392-4C05-E5D2-6600622B32E6}"/>
          </ac:spMkLst>
        </pc:spChg>
        <pc:spChg chg="add del mod">
          <ac:chgData name="Pannaros Lertchai" userId="e603b5ad-0aa8-4f83-b111-226af2a13199" providerId="ADAL" clId="{9C461479-F4F3-5015-BAF0-5BAE78F468E2}" dt="2025-12-17T07:05:45.833" v="893"/>
          <ac:spMkLst>
            <pc:docMk/>
            <pc:sldMk cId="4122909107" sldId="2147480696"/>
            <ac:spMk id="31" creationId="{1A97466F-F5D9-3E3A-2CE2-4B8771D6B90E}"/>
          </ac:spMkLst>
        </pc:spChg>
        <pc:spChg chg="add mod">
          <ac:chgData name="Pannaros Lertchai" userId="e603b5ad-0aa8-4f83-b111-226af2a13199" providerId="ADAL" clId="{9C461479-F4F3-5015-BAF0-5BAE78F468E2}" dt="2025-12-17T07:09:17.855" v="911" actId="1076"/>
          <ac:spMkLst>
            <pc:docMk/>
            <pc:sldMk cId="4122909107" sldId="2147480696"/>
            <ac:spMk id="32" creationId="{ABAADD4C-1C59-DFA2-5B44-01E7A50320AC}"/>
          </ac:spMkLst>
        </pc:spChg>
        <pc:spChg chg="add">
          <ac:chgData name="Pannaros Lertchai" userId="e603b5ad-0aa8-4f83-b111-226af2a13199" providerId="ADAL" clId="{9C461479-F4F3-5015-BAF0-5BAE78F468E2}" dt="2025-12-17T09:10:51.188" v="1467"/>
          <ac:spMkLst>
            <pc:docMk/>
            <pc:sldMk cId="4122909107" sldId="2147480696"/>
            <ac:spMk id="36" creationId="{24A11D6B-0184-AF88-476D-5661609ECFB2}"/>
          </ac:spMkLst>
        </pc:spChg>
        <pc:spChg chg="add">
          <ac:chgData name="Pannaros Lertchai" userId="e603b5ad-0aa8-4f83-b111-226af2a13199" providerId="ADAL" clId="{9C461479-F4F3-5015-BAF0-5BAE78F468E2}" dt="2025-12-17T09:10:55.238" v="1468"/>
          <ac:spMkLst>
            <pc:docMk/>
            <pc:sldMk cId="4122909107" sldId="2147480696"/>
            <ac:spMk id="37" creationId="{382F42CA-4997-0939-D97E-557E9039E421}"/>
          </ac:spMkLst>
        </pc:spChg>
        <pc:spChg chg="add">
          <ac:chgData name="Pannaros Lertchai" userId="e603b5ad-0aa8-4f83-b111-226af2a13199" providerId="ADAL" clId="{9C461479-F4F3-5015-BAF0-5BAE78F468E2}" dt="2025-12-17T09:10:58.760" v="1471"/>
          <ac:spMkLst>
            <pc:docMk/>
            <pc:sldMk cId="4122909107" sldId="2147480696"/>
            <ac:spMk id="38" creationId="{1C690DDA-757A-E7F2-E9E9-16181A065AB9}"/>
          </ac:spMkLst>
        </pc:spChg>
        <pc:grpChg chg="del mod">
          <ac:chgData name="Pannaros Lertchai" userId="e603b5ad-0aa8-4f83-b111-226af2a13199" providerId="ADAL" clId="{9C461479-F4F3-5015-BAF0-5BAE78F468E2}" dt="2025-12-17T07:05:33.457" v="889" actId="478"/>
          <ac:grpSpMkLst>
            <pc:docMk/>
            <pc:sldMk cId="4122909107" sldId="2147480696"/>
            <ac:grpSpMk id="14" creationId="{286BAD1F-DF4C-7462-2905-FE3FB518B36C}"/>
          </ac:grpSpMkLst>
        </pc:grpChg>
        <pc:grpChg chg="add mod">
          <ac:chgData name="Pannaros Lertchai" userId="e603b5ad-0aa8-4f83-b111-226af2a13199" providerId="ADAL" clId="{9C461479-F4F3-5015-BAF0-5BAE78F468E2}" dt="2025-12-17T07:09:20.549" v="912" actId="1076"/>
          <ac:grpSpMkLst>
            <pc:docMk/>
            <pc:sldMk cId="4122909107" sldId="2147480696"/>
            <ac:grpSpMk id="25" creationId="{D6C9D7BF-BB8D-5625-D290-B55008B38778}"/>
          </ac:grpSpMkLst>
        </pc:grpChg>
        <pc:graphicFrameChg chg="mod modGraphic">
          <ac:chgData name="Pannaros Lertchai" userId="e603b5ad-0aa8-4f83-b111-226af2a13199" providerId="ADAL" clId="{9C461479-F4F3-5015-BAF0-5BAE78F468E2}" dt="2025-12-17T09:15:28.825" v="1504" actId="14100"/>
          <ac:graphicFrameMkLst>
            <pc:docMk/>
            <pc:sldMk cId="4122909107" sldId="2147480696"/>
            <ac:graphicFrameMk id="5" creationId="{23F97AD1-1789-37C0-9A9C-0F8A58F0937B}"/>
          </ac:graphicFrameMkLst>
        </pc:graphicFrameChg>
        <pc:graphicFrameChg chg="del modGraphic">
          <ac:chgData name="Pannaros Lertchai" userId="e603b5ad-0aa8-4f83-b111-226af2a13199" providerId="ADAL" clId="{9C461479-F4F3-5015-BAF0-5BAE78F468E2}" dt="2025-12-17T07:03:46.918" v="825" actId="478"/>
          <ac:graphicFrameMkLst>
            <pc:docMk/>
            <pc:sldMk cId="4122909107" sldId="2147480696"/>
            <ac:graphicFrameMk id="19" creationId="{0A4C66F3-7576-E3BE-21D2-E1B69D0A3B68}"/>
          </ac:graphicFrameMkLst>
        </pc:graphicFrameChg>
        <pc:graphicFrameChg chg="add mod">
          <ac:chgData name="Pannaros Lertchai" userId="e603b5ad-0aa8-4f83-b111-226af2a13199" providerId="ADAL" clId="{9C461479-F4F3-5015-BAF0-5BAE78F468E2}" dt="2025-12-17T07:09:10.432" v="910" actId="14100"/>
          <ac:graphicFrameMkLst>
            <pc:docMk/>
            <pc:sldMk cId="4122909107" sldId="2147480696"/>
            <ac:graphicFrameMk id="30" creationId="{7D16A122-8131-281D-12CA-15845E509AEF}"/>
          </ac:graphicFrameMkLst>
        </pc:graphicFrameChg>
        <pc:picChg chg="add del mod">
          <ac:chgData name="Pannaros Lertchai" userId="e603b5ad-0aa8-4f83-b111-226af2a13199" providerId="ADAL" clId="{9C461479-F4F3-5015-BAF0-5BAE78F468E2}" dt="2025-12-17T07:05:32.206" v="888" actId="478"/>
          <ac:picMkLst>
            <pc:docMk/>
            <pc:sldMk cId="4122909107" sldId="2147480696"/>
            <ac:picMk id="17" creationId="{2033663F-7555-5E24-78FA-2DC2FB6D3B1F}"/>
          </ac:picMkLst>
        </pc:picChg>
        <pc:picChg chg="add del mod">
          <ac:chgData name="Pannaros Lertchai" userId="e603b5ad-0aa8-4f83-b111-226af2a13199" providerId="ADAL" clId="{9C461479-F4F3-5015-BAF0-5BAE78F468E2}" dt="2025-12-17T07:05:31.040" v="887" actId="478"/>
          <ac:picMkLst>
            <pc:docMk/>
            <pc:sldMk cId="4122909107" sldId="2147480696"/>
            <ac:picMk id="20" creationId="{1099920C-448A-647B-A753-D790629C629D}"/>
          </ac:picMkLst>
        </pc:picChg>
        <pc:picChg chg="add del mod">
          <ac:chgData name="Pannaros Lertchai" userId="e603b5ad-0aa8-4f83-b111-226af2a13199" providerId="ADAL" clId="{9C461479-F4F3-5015-BAF0-5BAE78F468E2}" dt="2025-12-17T07:05:31.040" v="887" actId="478"/>
          <ac:picMkLst>
            <pc:docMk/>
            <pc:sldMk cId="4122909107" sldId="2147480696"/>
            <ac:picMk id="22" creationId="{CA2BF92D-47E7-7792-575F-E51300AA91CA}"/>
          </ac:picMkLst>
        </pc:picChg>
        <pc:picChg chg="add del mod">
          <ac:chgData name="Pannaros Lertchai" userId="e603b5ad-0aa8-4f83-b111-226af2a13199" providerId="ADAL" clId="{9C461479-F4F3-5015-BAF0-5BAE78F468E2}" dt="2025-12-17T07:05:31.040" v="887" actId="478"/>
          <ac:picMkLst>
            <pc:docMk/>
            <pc:sldMk cId="4122909107" sldId="2147480696"/>
            <ac:picMk id="24" creationId="{69B4724B-B613-1FC1-535E-ACE78C3570B4}"/>
          </ac:picMkLst>
        </pc:picChg>
        <pc:picChg chg="add mod">
          <ac:chgData name="Pannaros Lertchai" userId="e603b5ad-0aa8-4f83-b111-226af2a13199" providerId="ADAL" clId="{9C461479-F4F3-5015-BAF0-5BAE78F468E2}" dt="2025-12-17T07:10:44.778" v="928"/>
          <ac:picMkLst>
            <pc:docMk/>
            <pc:sldMk cId="4122909107" sldId="2147480696"/>
            <ac:picMk id="33" creationId="{4D196580-78B3-8C77-9069-D7976B2803CB}"/>
          </ac:picMkLst>
        </pc:picChg>
        <pc:picChg chg="add mod">
          <ac:chgData name="Pannaros Lertchai" userId="e603b5ad-0aa8-4f83-b111-226af2a13199" providerId="ADAL" clId="{9C461479-F4F3-5015-BAF0-5BAE78F468E2}" dt="2025-12-17T09:01:11.097" v="1424" actId="1076"/>
          <ac:picMkLst>
            <pc:docMk/>
            <pc:sldMk cId="4122909107" sldId="2147480696"/>
            <ac:picMk id="35" creationId="{8F41C523-D79B-037D-BF14-B62D5917B753}"/>
          </ac:picMkLst>
        </pc:picChg>
        <pc:cxnChg chg="mod">
          <ac:chgData name="Pannaros Lertchai" userId="e603b5ad-0aa8-4f83-b111-226af2a13199" providerId="ADAL" clId="{9C461479-F4F3-5015-BAF0-5BAE78F468E2}" dt="2025-12-17T07:05:40.377" v="890"/>
          <ac:cxnSpMkLst>
            <pc:docMk/>
            <pc:sldMk cId="4122909107" sldId="2147480696"/>
            <ac:cxnSpMk id="29" creationId="{BB4CFD94-865F-039D-3E70-6B05DEAC1A04}"/>
          </ac:cxnSpMkLst>
        </pc:cxnChg>
      </pc:sldChg>
    </pc:docChg>
  </pc:docChgLst>
  <pc:docChgLst>
    <pc:chgData name="Gary Murakami" userId="d419d4ba-09b1-43c4-8d75-fbde53fd6fe7" providerId="ADAL" clId="{BD050EA7-3D8A-499D-8BD4-C72FECFE8589}"/>
    <pc:docChg chg="modSld">
      <pc:chgData name="Gary Murakami" userId="d419d4ba-09b1-43c4-8d75-fbde53fd6fe7" providerId="ADAL" clId="{BD050EA7-3D8A-499D-8BD4-C72FECFE8589}" dt="2025-12-18T01:48:59.371" v="0" actId="20577"/>
      <pc:docMkLst>
        <pc:docMk/>
      </pc:docMkLst>
      <pc:sldChg chg="modSp mod">
        <pc:chgData name="Gary Murakami" userId="d419d4ba-09b1-43c4-8d75-fbde53fd6fe7" providerId="ADAL" clId="{BD050EA7-3D8A-499D-8BD4-C72FECFE8589}" dt="2025-12-18T01:48:59.371" v="0" actId="20577"/>
        <pc:sldMkLst>
          <pc:docMk/>
          <pc:sldMk cId="2370558715" sldId="2147480597"/>
        </pc:sldMkLst>
        <pc:graphicFrameChg chg="modGraphic">
          <ac:chgData name="Gary Murakami" userId="d419d4ba-09b1-43c4-8d75-fbde53fd6fe7" providerId="ADAL" clId="{BD050EA7-3D8A-499D-8BD4-C72FECFE8589}" dt="2025-12-18T01:48:59.371" v="0" actId="20577"/>
          <ac:graphicFrameMkLst>
            <pc:docMk/>
            <pc:sldMk cId="2370558715" sldId="2147480597"/>
            <ac:graphicFrameMk id="3" creationId="{2A263170-B59B-4DD6-496A-BA278B4B79E5}"/>
          </ac:graphicFrameMkLst>
        </pc:graphicFrameChg>
      </pc:sldChg>
    </pc:docChg>
  </pc:docChgLst>
  <pc:docChgLst>
    <pc:chgData name="Si Jing Goh" userId="fe228f63-d733-4912-9848-3eb5c05e5c90" providerId="ADAL" clId="{D3CB8232-7DC5-4573-8DB2-EB195F94AE5A}"/>
    <pc:docChg chg="undo redo custSel addSld delSld modSld sldOrd">
      <pc:chgData name="Si Jing Goh" userId="fe228f63-d733-4912-9848-3eb5c05e5c90" providerId="ADAL" clId="{D3CB8232-7DC5-4573-8DB2-EB195F94AE5A}" dt="2025-12-17T15:06:39.282" v="2806" actId="478"/>
      <pc:docMkLst>
        <pc:docMk/>
      </pc:docMkLst>
      <pc:sldChg chg="modSp mod">
        <pc:chgData name="Si Jing Goh" userId="fe228f63-d733-4912-9848-3eb5c05e5c90" providerId="ADAL" clId="{D3CB8232-7DC5-4573-8DB2-EB195F94AE5A}" dt="2025-12-17T11:05:55.409" v="10" actId="20577"/>
        <pc:sldMkLst>
          <pc:docMk/>
          <pc:sldMk cId="2331318179" sldId="262"/>
        </pc:sldMkLst>
        <pc:spChg chg="mod">
          <ac:chgData name="Si Jing Goh" userId="fe228f63-d733-4912-9848-3eb5c05e5c90" providerId="ADAL" clId="{D3CB8232-7DC5-4573-8DB2-EB195F94AE5A}" dt="2025-12-17T11:05:55.409" v="10" actId="20577"/>
          <ac:spMkLst>
            <pc:docMk/>
            <pc:sldMk cId="2331318179" sldId="262"/>
            <ac:spMk id="2" creationId="{107A3768-D323-C3EC-4A32-DF05EBC9EA2D}"/>
          </ac:spMkLst>
        </pc:spChg>
        <pc:spChg chg="mod">
          <ac:chgData name="Si Jing Goh" userId="fe228f63-d733-4912-9848-3eb5c05e5c90" providerId="ADAL" clId="{D3CB8232-7DC5-4573-8DB2-EB195F94AE5A}" dt="2025-12-17T11:05:49.627" v="9" actId="20577"/>
          <ac:spMkLst>
            <pc:docMk/>
            <pc:sldMk cId="2331318179" sldId="262"/>
            <ac:spMk id="3" creationId="{B12DD020-A423-6551-5A07-2A475D5CD2D6}"/>
          </ac:spMkLst>
        </pc:spChg>
      </pc:sldChg>
      <pc:sldChg chg="del">
        <pc:chgData name="Si Jing Goh" userId="fe228f63-d733-4912-9848-3eb5c05e5c90" providerId="ADAL" clId="{D3CB8232-7DC5-4573-8DB2-EB195F94AE5A}" dt="2025-12-17T10:54:43.156" v="1" actId="47"/>
        <pc:sldMkLst>
          <pc:docMk/>
          <pc:sldMk cId="1776117583" sldId="2147478577"/>
        </pc:sldMkLst>
      </pc:sldChg>
      <pc:sldChg chg="del">
        <pc:chgData name="Si Jing Goh" userId="fe228f63-d733-4912-9848-3eb5c05e5c90" providerId="ADAL" clId="{D3CB8232-7DC5-4573-8DB2-EB195F94AE5A}" dt="2025-12-17T10:54:31.668" v="0" actId="47"/>
        <pc:sldMkLst>
          <pc:docMk/>
          <pc:sldMk cId="411849551" sldId="2147480360"/>
        </pc:sldMkLst>
      </pc:sldChg>
      <pc:sldChg chg="del">
        <pc:chgData name="Si Jing Goh" userId="fe228f63-d733-4912-9848-3eb5c05e5c90" providerId="ADAL" clId="{D3CB8232-7DC5-4573-8DB2-EB195F94AE5A}" dt="2025-12-17T10:54:31.668" v="0" actId="47"/>
        <pc:sldMkLst>
          <pc:docMk/>
          <pc:sldMk cId="2746746289" sldId="2147480422"/>
        </pc:sldMkLst>
      </pc:sldChg>
      <pc:sldChg chg="del">
        <pc:chgData name="Si Jing Goh" userId="fe228f63-d733-4912-9848-3eb5c05e5c90" providerId="ADAL" clId="{D3CB8232-7DC5-4573-8DB2-EB195F94AE5A}" dt="2025-12-17T10:54:31.668" v="0" actId="47"/>
        <pc:sldMkLst>
          <pc:docMk/>
          <pc:sldMk cId="2599610427" sldId="2147480577"/>
        </pc:sldMkLst>
      </pc:sldChg>
      <pc:sldChg chg="del">
        <pc:chgData name="Si Jing Goh" userId="fe228f63-d733-4912-9848-3eb5c05e5c90" providerId="ADAL" clId="{D3CB8232-7DC5-4573-8DB2-EB195F94AE5A}" dt="2025-12-17T10:54:31.668" v="0" actId="47"/>
        <pc:sldMkLst>
          <pc:docMk/>
          <pc:sldMk cId="3179776152" sldId="2147480594"/>
        </pc:sldMkLst>
      </pc:sldChg>
      <pc:sldChg chg="addSp delSp modSp mod">
        <pc:chgData name="Si Jing Goh" userId="fe228f63-d733-4912-9848-3eb5c05e5c90" providerId="ADAL" clId="{D3CB8232-7DC5-4573-8DB2-EB195F94AE5A}" dt="2025-12-17T15:06:39.282" v="2806" actId="478"/>
        <pc:sldMkLst>
          <pc:docMk/>
          <pc:sldMk cId="2370558715" sldId="2147480597"/>
        </pc:sldMkLst>
        <pc:spChg chg="add del mod">
          <ac:chgData name="Si Jing Goh" userId="fe228f63-d733-4912-9848-3eb5c05e5c90" providerId="ADAL" clId="{D3CB8232-7DC5-4573-8DB2-EB195F94AE5A}" dt="2025-12-17T14:07:37.735" v="1031" actId="478"/>
          <ac:spMkLst>
            <pc:docMk/>
            <pc:sldMk cId="2370558715" sldId="2147480597"/>
            <ac:spMk id="4" creationId="{4FA70056-3F03-6213-4CD8-13C460E07F85}"/>
          </ac:spMkLst>
        </pc:spChg>
        <pc:spChg chg="del mod">
          <ac:chgData name="Si Jing Goh" userId="fe228f63-d733-4912-9848-3eb5c05e5c90" providerId="ADAL" clId="{D3CB8232-7DC5-4573-8DB2-EB195F94AE5A}" dt="2025-12-17T11:10:26.444" v="27" actId="478"/>
          <ac:spMkLst>
            <pc:docMk/>
            <pc:sldMk cId="2370558715" sldId="2147480597"/>
            <ac:spMk id="4" creationId="{8249E15B-6EDF-B7E5-9E63-64B509C995C3}"/>
          </ac:spMkLst>
        </pc:spChg>
        <pc:spChg chg="add del mod">
          <ac:chgData name="Si Jing Goh" userId="fe228f63-d733-4912-9848-3eb5c05e5c90" providerId="ADAL" clId="{D3CB8232-7DC5-4573-8DB2-EB195F94AE5A}" dt="2025-12-17T15:06:39.282" v="2806" actId="478"/>
          <ac:spMkLst>
            <pc:docMk/>
            <pc:sldMk cId="2370558715" sldId="2147480597"/>
            <ac:spMk id="6" creationId="{7C758A1B-8F21-DC4F-703D-0EF61EFA76F6}"/>
          </ac:spMkLst>
        </pc:spChg>
        <pc:graphicFrameChg chg="mod modGraphic">
          <ac:chgData name="Si Jing Goh" userId="fe228f63-d733-4912-9848-3eb5c05e5c90" providerId="ADAL" clId="{D3CB8232-7DC5-4573-8DB2-EB195F94AE5A}" dt="2025-12-17T15:04:58.299" v="2782" actId="20577"/>
          <ac:graphicFrameMkLst>
            <pc:docMk/>
            <pc:sldMk cId="2370558715" sldId="2147480597"/>
            <ac:graphicFrameMk id="3" creationId="{2A263170-B59B-4DD6-496A-BA278B4B79E5}"/>
          </ac:graphicFrameMkLst>
        </pc:graphicFrameChg>
      </pc:sldChg>
      <pc:sldChg chg="del">
        <pc:chgData name="Si Jing Goh" userId="fe228f63-d733-4912-9848-3eb5c05e5c90" providerId="ADAL" clId="{D3CB8232-7DC5-4573-8DB2-EB195F94AE5A}" dt="2025-12-17T10:54:31.668" v="0" actId="47"/>
        <pc:sldMkLst>
          <pc:docMk/>
          <pc:sldMk cId="4232239161" sldId="2147480640"/>
        </pc:sldMkLst>
      </pc:sldChg>
      <pc:sldChg chg="del">
        <pc:chgData name="Si Jing Goh" userId="fe228f63-d733-4912-9848-3eb5c05e5c90" providerId="ADAL" clId="{D3CB8232-7DC5-4573-8DB2-EB195F94AE5A}" dt="2025-12-17T10:54:43.156" v="1" actId="47"/>
        <pc:sldMkLst>
          <pc:docMk/>
          <pc:sldMk cId="4122459573" sldId="2147480643"/>
        </pc:sldMkLst>
      </pc:sldChg>
      <pc:sldChg chg="del">
        <pc:chgData name="Si Jing Goh" userId="fe228f63-d733-4912-9848-3eb5c05e5c90" providerId="ADAL" clId="{D3CB8232-7DC5-4573-8DB2-EB195F94AE5A}" dt="2025-12-17T10:54:43.156" v="1" actId="47"/>
        <pc:sldMkLst>
          <pc:docMk/>
          <pc:sldMk cId="2216678468" sldId="2147480646"/>
        </pc:sldMkLst>
      </pc:sldChg>
      <pc:sldChg chg="del">
        <pc:chgData name="Si Jing Goh" userId="fe228f63-d733-4912-9848-3eb5c05e5c90" providerId="ADAL" clId="{D3CB8232-7DC5-4573-8DB2-EB195F94AE5A}" dt="2025-12-17T10:54:43.156" v="1" actId="47"/>
        <pc:sldMkLst>
          <pc:docMk/>
          <pc:sldMk cId="914168484" sldId="2147480647"/>
        </pc:sldMkLst>
      </pc:sldChg>
      <pc:sldChg chg="del">
        <pc:chgData name="Si Jing Goh" userId="fe228f63-d733-4912-9848-3eb5c05e5c90" providerId="ADAL" clId="{D3CB8232-7DC5-4573-8DB2-EB195F94AE5A}" dt="2025-12-17T10:54:43.156" v="1" actId="47"/>
        <pc:sldMkLst>
          <pc:docMk/>
          <pc:sldMk cId="3030460824" sldId="2147480648"/>
        </pc:sldMkLst>
      </pc:sldChg>
      <pc:sldChg chg="del">
        <pc:chgData name="Si Jing Goh" userId="fe228f63-d733-4912-9848-3eb5c05e5c90" providerId="ADAL" clId="{D3CB8232-7DC5-4573-8DB2-EB195F94AE5A}" dt="2025-12-17T10:54:43.156" v="1" actId="47"/>
        <pc:sldMkLst>
          <pc:docMk/>
          <pc:sldMk cId="4164365381" sldId="2147480649"/>
        </pc:sldMkLst>
      </pc:sldChg>
      <pc:sldChg chg="del">
        <pc:chgData name="Si Jing Goh" userId="fe228f63-d733-4912-9848-3eb5c05e5c90" providerId="ADAL" clId="{D3CB8232-7DC5-4573-8DB2-EB195F94AE5A}" dt="2025-12-17T10:54:43.156" v="1" actId="47"/>
        <pc:sldMkLst>
          <pc:docMk/>
          <pc:sldMk cId="1761082969" sldId="2147480651"/>
        </pc:sldMkLst>
      </pc:sldChg>
      <pc:sldChg chg="del">
        <pc:chgData name="Si Jing Goh" userId="fe228f63-d733-4912-9848-3eb5c05e5c90" providerId="ADAL" clId="{D3CB8232-7DC5-4573-8DB2-EB195F94AE5A}" dt="2025-12-17T10:54:43.156" v="1" actId="47"/>
        <pc:sldMkLst>
          <pc:docMk/>
          <pc:sldMk cId="1993442308" sldId="2147480652"/>
        </pc:sldMkLst>
      </pc:sldChg>
      <pc:sldChg chg="del">
        <pc:chgData name="Si Jing Goh" userId="fe228f63-d733-4912-9848-3eb5c05e5c90" providerId="ADAL" clId="{D3CB8232-7DC5-4573-8DB2-EB195F94AE5A}" dt="2025-12-17T10:54:43.156" v="1" actId="47"/>
        <pc:sldMkLst>
          <pc:docMk/>
          <pc:sldMk cId="1279192221" sldId="2147480653"/>
        </pc:sldMkLst>
      </pc:sldChg>
      <pc:sldChg chg="del">
        <pc:chgData name="Si Jing Goh" userId="fe228f63-d733-4912-9848-3eb5c05e5c90" providerId="ADAL" clId="{D3CB8232-7DC5-4573-8DB2-EB195F94AE5A}" dt="2025-12-17T10:54:43.156" v="1" actId="47"/>
        <pc:sldMkLst>
          <pc:docMk/>
          <pc:sldMk cId="3813424882" sldId="2147480658"/>
        </pc:sldMkLst>
      </pc:sldChg>
      <pc:sldChg chg="del">
        <pc:chgData name="Si Jing Goh" userId="fe228f63-d733-4912-9848-3eb5c05e5c90" providerId="ADAL" clId="{D3CB8232-7DC5-4573-8DB2-EB195F94AE5A}" dt="2025-12-17T11:00:00.634" v="2" actId="47"/>
        <pc:sldMkLst>
          <pc:docMk/>
          <pc:sldMk cId="930936157" sldId="2147480659"/>
        </pc:sldMkLst>
      </pc:sldChg>
      <pc:sldChg chg="del">
        <pc:chgData name="Si Jing Goh" userId="fe228f63-d733-4912-9848-3eb5c05e5c90" providerId="ADAL" clId="{D3CB8232-7DC5-4573-8DB2-EB195F94AE5A}" dt="2025-12-17T13:50:06.239" v="492" actId="47"/>
        <pc:sldMkLst>
          <pc:docMk/>
          <pc:sldMk cId="3847041435" sldId="2147480664"/>
        </pc:sldMkLst>
      </pc:sldChg>
      <pc:sldChg chg="del">
        <pc:chgData name="Si Jing Goh" userId="fe228f63-d733-4912-9848-3eb5c05e5c90" providerId="ADAL" clId="{D3CB8232-7DC5-4573-8DB2-EB195F94AE5A}" dt="2025-12-17T10:54:43.156" v="1" actId="47"/>
        <pc:sldMkLst>
          <pc:docMk/>
          <pc:sldMk cId="1214651154" sldId="2147480672"/>
        </pc:sldMkLst>
      </pc:sldChg>
      <pc:sldChg chg="del">
        <pc:chgData name="Si Jing Goh" userId="fe228f63-d733-4912-9848-3eb5c05e5c90" providerId="ADAL" clId="{D3CB8232-7DC5-4573-8DB2-EB195F94AE5A}" dt="2025-12-17T10:54:43.156" v="1" actId="47"/>
        <pc:sldMkLst>
          <pc:docMk/>
          <pc:sldMk cId="214100240" sldId="2147480676"/>
        </pc:sldMkLst>
      </pc:sldChg>
      <pc:sldChg chg="del">
        <pc:chgData name="Si Jing Goh" userId="fe228f63-d733-4912-9848-3eb5c05e5c90" providerId="ADAL" clId="{D3CB8232-7DC5-4573-8DB2-EB195F94AE5A}" dt="2025-12-17T10:54:43.156" v="1" actId="47"/>
        <pc:sldMkLst>
          <pc:docMk/>
          <pc:sldMk cId="2060982092" sldId="2147480678"/>
        </pc:sldMkLst>
      </pc:sldChg>
      <pc:sldChg chg="add del mod modShow">
        <pc:chgData name="Si Jing Goh" userId="fe228f63-d733-4912-9848-3eb5c05e5c90" providerId="ADAL" clId="{D3CB8232-7DC5-4573-8DB2-EB195F94AE5A}" dt="2025-12-17T13:49:49.117" v="486" actId="47"/>
        <pc:sldMkLst>
          <pc:docMk/>
          <pc:sldMk cId="3205889719" sldId="2147480679"/>
        </pc:sldMkLst>
      </pc:sldChg>
      <pc:sldChg chg="add del mod modShow">
        <pc:chgData name="Si Jing Goh" userId="fe228f63-d733-4912-9848-3eb5c05e5c90" providerId="ADAL" clId="{D3CB8232-7DC5-4573-8DB2-EB195F94AE5A}" dt="2025-12-17T13:49:27.006" v="484" actId="47"/>
        <pc:sldMkLst>
          <pc:docMk/>
          <pc:sldMk cId="176431709" sldId="2147480680"/>
        </pc:sldMkLst>
      </pc:sldChg>
      <pc:sldChg chg="add del mod modShow">
        <pc:chgData name="Si Jing Goh" userId="fe228f63-d733-4912-9848-3eb5c05e5c90" providerId="ADAL" clId="{D3CB8232-7DC5-4573-8DB2-EB195F94AE5A}" dt="2025-12-17T13:49:39.037" v="485" actId="47"/>
        <pc:sldMkLst>
          <pc:docMk/>
          <pc:sldMk cId="3840666349" sldId="2147480681"/>
        </pc:sldMkLst>
      </pc:sldChg>
      <pc:sldChg chg="addSp delSp modSp mod">
        <pc:chgData name="Si Jing Goh" userId="fe228f63-d733-4912-9848-3eb5c05e5c90" providerId="ADAL" clId="{D3CB8232-7DC5-4573-8DB2-EB195F94AE5A}" dt="2025-12-17T15:03:17.297" v="2724" actId="478"/>
        <pc:sldMkLst>
          <pc:docMk/>
          <pc:sldMk cId="3424090978" sldId="2147480683"/>
        </pc:sldMkLst>
        <pc:spChg chg="mod">
          <ac:chgData name="Si Jing Goh" userId="fe228f63-d733-4912-9848-3eb5c05e5c90" providerId="ADAL" clId="{D3CB8232-7DC5-4573-8DB2-EB195F94AE5A}" dt="2025-12-17T11:20:56.748" v="425" actId="2711"/>
          <ac:spMkLst>
            <pc:docMk/>
            <pc:sldMk cId="3424090978" sldId="2147480683"/>
            <ac:spMk id="3" creationId="{C9C4DDCD-6FAD-AA40-7719-1A6F44D45F88}"/>
          </ac:spMkLst>
        </pc:spChg>
        <pc:spChg chg="add del mod">
          <ac:chgData name="Si Jing Goh" userId="fe228f63-d733-4912-9848-3eb5c05e5c90" providerId="ADAL" clId="{D3CB8232-7DC5-4573-8DB2-EB195F94AE5A}" dt="2025-12-17T15:03:17.297" v="2724" actId="478"/>
          <ac:spMkLst>
            <pc:docMk/>
            <pc:sldMk cId="3424090978" sldId="2147480683"/>
            <ac:spMk id="6" creationId="{2EFC14A1-B231-1AD2-ECA5-10E483543466}"/>
          </ac:spMkLst>
        </pc:spChg>
        <pc:spChg chg="mod">
          <ac:chgData name="Si Jing Goh" userId="fe228f63-d733-4912-9848-3eb5c05e5c90" providerId="ADAL" clId="{D3CB8232-7DC5-4573-8DB2-EB195F94AE5A}" dt="2025-12-17T11:18:20.699" v="315" actId="20577"/>
          <ac:spMkLst>
            <pc:docMk/>
            <pc:sldMk cId="3424090978" sldId="2147480683"/>
            <ac:spMk id="10" creationId="{3D4A3C9B-B383-E56C-2D77-2DB46350A5A3}"/>
          </ac:spMkLst>
        </pc:spChg>
        <pc:spChg chg="mod">
          <ac:chgData name="Si Jing Goh" userId="fe228f63-d733-4912-9848-3eb5c05e5c90" providerId="ADAL" clId="{D3CB8232-7DC5-4573-8DB2-EB195F94AE5A}" dt="2025-12-17T11:20:56.748" v="425" actId="2711"/>
          <ac:spMkLst>
            <pc:docMk/>
            <pc:sldMk cId="3424090978" sldId="2147480683"/>
            <ac:spMk id="13" creationId="{A37452F2-9DE7-4249-F4EC-A7F49EEE4DA8}"/>
          </ac:spMkLst>
        </pc:spChg>
        <pc:spChg chg="mod">
          <ac:chgData name="Si Jing Goh" userId="fe228f63-d733-4912-9848-3eb5c05e5c90" providerId="ADAL" clId="{D3CB8232-7DC5-4573-8DB2-EB195F94AE5A}" dt="2025-12-17T13:46:02.608" v="469" actId="1076"/>
          <ac:spMkLst>
            <pc:docMk/>
            <pc:sldMk cId="3424090978" sldId="2147480683"/>
            <ac:spMk id="18" creationId="{1262AB08-FFC4-134E-6C4A-CF5477E5F765}"/>
          </ac:spMkLst>
        </pc:spChg>
        <pc:spChg chg="del">
          <ac:chgData name="Si Jing Goh" userId="fe228f63-d733-4912-9848-3eb5c05e5c90" providerId="ADAL" clId="{D3CB8232-7DC5-4573-8DB2-EB195F94AE5A}" dt="2025-12-17T11:18:50.021" v="353" actId="478"/>
          <ac:spMkLst>
            <pc:docMk/>
            <pc:sldMk cId="3424090978" sldId="2147480683"/>
            <ac:spMk id="26" creationId="{68B2E3B1-0985-2D75-002C-E1004A3474FB}"/>
          </ac:spMkLst>
        </pc:spChg>
        <pc:spChg chg="mod">
          <ac:chgData name="Si Jing Goh" userId="fe228f63-d733-4912-9848-3eb5c05e5c90" providerId="ADAL" clId="{D3CB8232-7DC5-4573-8DB2-EB195F94AE5A}" dt="2025-12-17T11:20:56.748" v="425" actId="2711"/>
          <ac:spMkLst>
            <pc:docMk/>
            <pc:sldMk cId="3424090978" sldId="2147480683"/>
            <ac:spMk id="27" creationId="{70C68FCB-9F2F-4B00-EBAC-2BE8BDFBB632}"/>
          </ac:spMkLst>
        </pc:spChg>
        <pc:grpChg chg="mod">
          <ac:chgData name="Si Jing Goh" userId="fe228f63-d733-4912-9848-3eb5c05e5c90" providerId="ADAL" clId="{D3CB8232-7DC5-4573-8DB2-EB195F94AE5A}" dt="2025-12-17T11:21:28.735" v="433" actId="1076"/>
          <ac:grpSpMkLst>
            <pc:docMk/>
            <pc:sldMk cId="3424090978" sldId="2147480683"/>
            <ac:grpSpMk id="2" creationId="{66E92763-3B52-B074-C920-80C7D68C6EAC}"/>
          </ac:grpSpMkLst>
        </pc:grpChg>
        <pc:grpChg chg="mod">
          <ac:chgData name="Si Jing Goh" userId="fe228f63-d733-4912-9848-3eb5c05e5c90" providerId="ADAL" clId="{D3CB8232-7DC5-4573-8DB2-EB195F94AE5A}" dt="2025-12-17T13:45:58.779" v="467" actId="1076"/>
          <ac:grpSpMkLst>
            <pc:docMk/>
            <pc:sldMk cId="3424090978" sldId="2147480683"/>
            <ac:grpSpMk id="14" creationId="{264D61DC-B9DF-1577-1D59-0C1126F97B03}"/>
          </ac:grpSpMkLst>
        </pc:grpChg>
        <pc:graphicFrameChg chg="mod modGraphic">
          <ac:chgData name="Si Jing Goh" userId="fe228f63-d733-4912-9848-3eb5c05e5c90" providerId="ADAL" clId="{D3CB8232-7DC5-4573-8DB2-EB195F94AE5A}" dt="2025-12-17T14:14:04.406" v="1365"/>
          <ac:graphicFrameMkLst>
            <pc:docMk/>
            <pc:sldMk cId="3424090978" sldId="2147480683"/>
            <ac:graphicFrameMk id="5" creationId="{9427488E-3E87-B646-F448-201C4F256150}"/>
          </ac:graphicFrameMkLst>
        </pc:graphicFrameChg>
        <pc:graphicFrameChg chg="mod">
          <ac:chgData name="Si Jing Goh" userId="fe228f63-d733-4912-9848-3eb5c05e5c90" providerId="ADAL" clId="{D3CB8232-7DC5-4573-8DB2-EB195F94AE5A}" dt="2025-12-17T13:46:00.802" v="468" actId="14100"/>
          <ac:graphicFrameMkLst>
            <pc:docMk/>
            <pc:sldMk cId="3424090978" sldId="2147480683"/>
            <ac:graphicFrameMk id="17" creationId="{5BBE21C4-FE6C-EB40-4FB7-E5E40B67E6BD}"/>
          </ac:graphicFrameMkLst>
        </pc:graphicFrameChg>
        <pc:picChg chg="mod">
          <ac:chgData name="Si Jing Goh" userId="fe228f63-d733-4912-9848-3eb5c05e5c90" providerId="ADAL" clId="{D3CB8232-7DC5-4573-8DB2-EB195F94AE5A}" dt="2025-12-17T11:20:56.748" v="425" actId="2711"/>
          <ac:picMkLst>
            <pc:docMk/>
            <pc:sldMk cId="3424090978" sldId="2147480683"/>
            <ac:picMk id="12" creationId="{75BF246F-CA62-D89B-D123-25A89DA638E4}"/>
          </ac:picMkLst>
        </pc:picChg>
        <pc:picChg chg="mod">
          <ac:chgData name="Si Jing Goh" userId="fe228f63-d733-4912-9848-3eb5c05e5c90" providerId="ADAL" clId="{D3CB8232-7DC5-4573-8DB2-EB195F94AE5A}" dt="2025-12-17T11:20:56.748" v="425" actId="2711"/>
          <ac:picMkLst>
            <pc:docMk/>
            <pc:sldMk cId="3424090978" sldId="2147480683"/>
            <ac:picMk id="25" creationId="{53F22001-0FD0-1F90-231F-450244B33494}"/>
          </ac:picMkLst>
        </pc:picChg>
      </pc:sldChg>
      <pc:sldChg chg="del">
        <pc:chgData name="Si Jing Goh" userId="fe228f63-d733-4912-9848-3eb5c05e5c90" providerId="ADAL" clId="{D3CB8232-7DC5-4573-8DB2-EB195F94AE5A}" dt="2025-12-17T11:00:00.634" v="2" actId="47"/>
        <pc:sldMkLst>
          <pc:docMk/>
          <pc:sldMk cId="2689245914" sldId="2147480684"/>
        </pc:sldMkLst>
      </pc:sldChg>
      <pc:sldChg chg="addSp delSp modSp mod">
        <pc:chgData name="Si Jing Goh" userId="fe228f63-d733-4912-9848-3eb5c05e5c90" providerId="ADAL" clId="{D3CB8232-7DC5-4573-8DB2-EB195F94AE5A}" dt="2025-12-17T15:06:16.424" v="2788" actId="20577"/>
        <pc:sldMkLst>
          <pc:docMk/>
          <pc:sldMk cId="346108561" sldId="2147480685"/>
        </pc:sldMkLst>
        <pc:spChg chg="mod">
          <ac:chgData name="Si Jing Goh" userId="fe228f63-d733-4912-9848-3eb5c05e5c90" providerId="ADAL" clId="{D3CB8232-7DC5-4573-8DB2-EB195F94AE5A}" dt="2025-12-17T15:06:16.424" v="2788" actId="20577"/>
          <ac:spMkLst>
            <pc:docMk/>
            <pc:sldMk cId="346108561" sldId="2147480685"/>
            <ac:spMk id="3" creationId="{BCCE033D-50F4-A9EE-C51D-BB6F8D0C5E7B}"/>
          </ac:spMkLst>
        </pc:spChg>
        <pc:spChg chg="mod">
          <ac:chgData name="Si Jing Goh" userId="fe228f63-d733-4912-9848-3eb5c05e5c90" providerId="ADAL" clId="{D3CB8232-7DC5-4573-8DB2-EB195F94AE5A}" dt="2025-12-17T14:54:48.164" v="2475"/>
          <ac:spMkLst>
            <pc:docMk/>
            <pc:sldMk cId="346108561" sldId="2147480685"/>
            <ac:spMk id="10" creationId="{E91C205B-A596-F252-D02C-559F18972DC9}"/>
          </ac:spMkLst>
        </pc:spChg>
        <pc:spChg chg="add del mod">
          <ac:chgData name="Si Jing Goh" userId="fe228f63-d733-4912-9848-3eb5c05e5c90" providerId="ADAL" clId="{D3CB8232-7DC5-4573-8DB2-EB195F94AE5A}" dt="2025-12-17T14:54:43.914" v="2474" actId="478"/>
          <ac:spMkLst>
            <pc:docMk/>
            <pc:sldMk cId="346108561" sldId="2147480685"/>
            <ac:spMk id="12" creationId="{6DED6055-C790-281F-5F35-E05B1170F621}"/>
          </ac:spMkLst>
        </pc:spChg>
        <pc:spChg chg="add del mod">
          <ac:chgData name="Si Jing Goh" userId="fe228f63-d733-4912-9848-3eb5c05e5c90" providerId="ADAL" clId="{D3CB8232-7DC5-4573-8DB2-EB195F94AE5A}" dt="2025-12-17T15:03:31.173" v="2730" actId="478"/>
          <ac:spMkLst>
            <pc:docMk/>
            <pc:sldMk cId="346108561" sldId="2147480685"/>
            <ac:spMk id="19" creationId="{DB4B0389-7C7C-1EED-BF15-1048B9761A45}"/>
          </ac:spMkLst>
        </pc:spChg>
        <pc:spChg chg="del">
          <ac:chgData name="Si Jing Goh" userId="fe228f63-d733-4912-9848-3eb5c05e5c90" providerId="ADAL" clId="{D3CB8232-7DC5-4573-8DB2-EB195F94AE5A}" dt="2025-12-17T14:26:25.447" v="1893" actId="478"/>
          <ac:spMkLst>
            <pc:docMk/>
            <pc:sldMk cId="346108561" sldId="2147480685"/>
            <ac:spMk id="26" creationId="{38A0849F-AAC2-5128-FFDF-0A2CE5B11231}"/>
          </ac:spMkLst>
        </pc:spChg>
        <pc:spChg chg="del">
          <ac:chgData name="Si Jing Goh" userId="fe228f63-d733-4912-9848-3eb5c05e5c90" providerId="ADAL" clId="{D3CB8232-7DC5-4573-8DB2-EB195F94AE5A}" dt="2025-12-17T14:52:38.878" v="2398" actId="478"/>
          <ac:spMkLst>
            <pc:docMk/>
            <pc:sldMk cId="346108561" sldId="2147480685"/>
            <ac:spMk id="27" creationId="{B4FDC828-5B80-42B2-E63F-D922676E9AB8}"/>
          </ac:spMkLst>
        </pc:spChg>
        <pc:spChg chg="del">
          <ac:chgData name="Si Jing Goh" userId="fe228f63-d733-4912-9848-3eb5c05e5c90" providerId="ADAL" clId="{D3CB8232-7DC5-4573-8DB2-EB195F94AE5A}" dt="2025-12-17T14:52:38.878" v="2398" actId="478"/>
          <ac:spMkLst>
            <pc:docMk/>
            <pc:sldMk cId="346108561" sldId="2147480685"/>
            <ac:spMk id="45" creationId="{3EA2402F-9BF1-17F7-06EB-A16761AE1D49}"/>
          </ac:spMkLst>
        </pc:spChg>
        <pc:spChg chg="del">
          <ac:chgData name="Si Jing Goh" userId="fe228f63-d733-4912-9848-3eb5c05e5c90" providerId="ADAL" clId="{D3CB8232-7DC5-4573-8DB2-EB195F94AE5A}" dt="2025-12-17T14:52:38.878" v="2398" actId="478"/>
          <ac:spMkLst>
            <pc:docMk/>
            <pc:sldMk cId="346108561" sldId="2147480685"/>
            <ac:spMk id="55" creationId="{4607C02B-E7FB-971E-68F0-D9D8521BCFC0}"/>
          </ac:spMkLst>
        </pc:spChg>
        <pc:grpChg chg="del">
          <ac:chgData name="Si Jing Goh" userId="fe228f63-d733-4912-9848-3eb5c05e5c90" providerId="ADAL" clId="{D3CB8232-7DC5-4573-8DB2-EB195F94AE5A}" dt="2025-12-17T14:52:38.878" v="2398" actId="478"/>
          <ac:grpSpMkLst>
            <pc:docMk/>
            <pc:sldMk cId="346108561" sldId="2147480685"/>
            <ac:grpSpMk id="14" creationId="{24543D71-195B-EC51-BCC9-2E1F858DE2A5}"/>
          </ac:grpSpMkLst>
        </pc:grpChg>
        <pc:grpChg chg="del">
          <ac:chgData name="Si Jing Goh" userId="fe228f63-d733-4912-9848-3eb5c05e5c90" providerId="ADAL" clId="{D3CB8232-7DC5-4573-8DB2-EB195F94AE5A}" dt="2025-12-17T14:52:38.878" v="2398" actId="478"/>
          <ac:grpSpMkLst>
            <pc:docMk/>
            <pc:sldMk cId="346108561" sldId="2147480685"/>
            <ac:grpSpMk id="46" creationId="{1E8A886A-012B-DEDB-A9E8-130E94C67360}"/>
          </ac:grpSpMkLst>
        </pc:grpChg>
        <pc:grpChg chg="del">
          <ac:chgData name="Si Jing Goh" userId="fe228f63-d733-4912-9848-3eb5c05e5c90" providerId="ADAL" clId="{D3CB8232-7DC5-4573-8DB2-EB195F94AE5A}" dt="2025-12-17T14:52:38.878" v="2398" actId="478"/>
          <ac:grpSpMkLst>
            <pc:docMk/>
            <pc:sldMk cId="346108561" sldId="2147480685"/>
            <ac:grpSpMk id="56" creationId="{7AD3F3F3-8129-DDDD-A438-43EBFB4B57EF}"/>
          </ac:grpSpMkLst>
        </pc:grpChg>
        <pc:graphicFrameChg chg="mod modGraphic">
          <ac:chgData name="Si Jing Goh" userId="fe228f63-d733-4912-9848-3eb5c05e5c90" providerId="ADAL" clId="{D3CB8232-7DC5-4573-8DB2-EB195F94AE5A}" dt="2025-12-17T14:38:34.561" v="1966" actId="14100"/>
          <ac:graphicFrameMkLst>
            <pc:docMk/>
            <pc:sldMk cId="346108561" sldId="2147480685"/>
            <ac:graphicFrameMk id="5" creationId="{08747D27-A700-D2CC-1421-006D38EF69F2}"/>
          </ac:graphicFrameMkLst>
        </pc:graphicFrameChg>
        <pc:graphicFrameChg chg="add mod modGraphic">
          <ac:chgData name="Si Jing Goh" userId="fe228f63-d733-4912-9848-3eb5c05e5c90" providerId="ADAL" clId="{D3CB8232-7DC5-4573-8DB2-EB195F94AE5A}" dt="2025-12-17T14:54:58.221" v="2479" actId="14100"/>
          <ac:graphicFrameMkLst>
            <pc:docMk/>
            <pc:sldMk cId="346108561" sldId="2147480685"/>
            <ac:graphicFrameMk id="18" creationId="{47B50D83-A0BC-F4EF-20D3-3F4A688BA6BF}"/>
          </ac:graphicFrameMkLst>
        </pc:graphicFrameChg>
        <pc:picChg chg="mod">
          <ac:chgData name="Si Jing Goh" userId="fe228f63-d733-4912-9848-3eb5c05e5c90" providerId="ADAL" clId="{D3CB8232-7DC5-4573-8DB2-EB195F94AE5A}" dt="2025-12-17T14:26:27.556" v="1894" actId="1076"/>
          <ac:picMkLst>
            <pc:docMk/>
            <pc:sldMk cId="346108561" sldId="2147480685"/>
            <ac:picMk id="17" creationId="{01497139-BF69-2B25-65FA-68D5CE9743F5}"/>
          </ac:picMkLst>
        </pc:picChg>
      </pc:sldChg>
      <pc:sldChg chg="addSp delSp modSp mod">
        <pc:chgData name="Si Jing Goh" userId="fe228f63-d733-4912-9848-3eb5c05e5c90" providerId="ADAL" clId="{D3CB8232-7DC5-4573-8DB2-EB195F94AE5A}" dt="2025-12-17T15:03:19.081" v="2725" actId="478"/>
        <pc:sldMkLst>
          <pc:docMk/>
          <pc:sldMk cId="464726404" sldId="2147480686"/>
        </pc:sldMkLst>
        <pc:spChg chg="add del mod">
          <ac:chgData name="Si Jing Goh" userId="fe228f63-d733-4912-9848-3eb5c05e5c90" providerId="ADAL" clId="{D3CB8232-7DC5-4573-8DB2-EB195F94AE5A}" dt="2025-12-17T15:03:19.081" v="2725" actId="478"/>
          <ac:spMkLst>
            <pc:docMk/>
            <pc:sldMk cId="464726404" sldId="2147480686"/>
            <ac:spMk id="6" creationId="{79A426A9-7B36-A03D-3437-A99391267D0F}"/>
          </ac:spMkLst>
        </pc:spChg>
        <pc:spChg chg="mod">
          <ac:chgData name="Si Jing Goh" userId="fe228f63-d733-4912-9848-3eb5c05e5c90" providerId="ADAL" clId="{D3CB8232-7DC5-4573-8DB2-EB195F94AE5A}" dt="2025-12-17T11:20:59.947" v="426"/>
          <ac:spMkLst>
            <pc:docMk/>
            <pc:sldMk cId="464726404" sldId="2147480686"/>
            <ac:spMk id="10" creationId="{AF6AD0F2-87C9-0B72-9FD0-F2B04037AF7C}"/>
          </ac:spMkLst>
        </pc:spChg>
        <pc:spChg chg="mod">
          <ac:chgData name="Si Jing Goh" userId="fe228f63-d733-4912-9848-3eb5c05e5c90" providerId="ADAL" clId="{D3CB8232-7DC5-4573-8DB2-EB195F94AE5A}" dt="2025-12-17T13:45:47.086" v="466" actId="1035"/>
          <ac:spMkLst>
            <pc:docMk/>
            <pc:sldMk cId="464726404" sldId="2147480686"/>
            <ac:spMk id="13" creationId="{4B1A7E11-E47F-CC2A-35BA-921C386A77ED}"/>
          </ac:spMkLst>
        </pc:spChg>
        <pc:spChg chg="mod">
          <ac:chgData name="Si Jing Goh" userId="fe228f63-d733-4912-9848-3eb5c05e5c90" providerId="ADAL" clId="{D3CB8232-7DC5-4573-8DB2-EB195F94AE5A}" dt="2025-12-17T13:46:48.648" v="472" actId="1076"/>
          <ac:spMkLst>
            <pc:docMk/>
            <pc:sldMk cId="464726404" sldId="2147480686"/>
            <ac:spMk id="18" creationId="{199BCFA0-1106-3EE6-4465-07992B90B574}"/>
          </ac:spMkLst>
        </pc:spChg>
        <pc:spChg chg="del">
          <ac:chgData name="Si Jing Goh" userId="fe228f63-d733-4912-9848-3eb5c05e5c90" providerId="ADAL" clId="{D3CB8232-7DC5-4573-8DB2-EB195F94AE5A}" dt="2025-12-17T13:47:14.993" v="476" actId="478"/>
          <ac:spMkLst>
            <pc:docMk/>
            <pc:sldMk cId="464726404" sldId="2147480686"/>
            <ac:spMk id="26" creationId="{672D14BA-B5BF-FA5A-3795-B1A09842FF18}"/>
          </ac:spMkLst>
        </pc:spChg>
        <pc:spChg chg="mod">
          <ac:chgData name="Si Jing Goh" userId="fe228f63-d733-4912-9848-3eb5c05e5c90" providerId="ADAL" clId="{D3CB8232-7DC5-4573-8DB2-EB195F94AE5A}" dt="2025-12-17T13:45:33.441" v="442"/>
          <ac:spMkLst>
            <pc:docMk/>
            <pc:sldMk cId="464726404" sldId="2147480686"/>
            <ac:spMk id="27" creationId="{56C8E113-7168-DCFF-CB77-90E83196C1B1}"/>
          </ac:spMkLst>
        </pc:spChg>
        <pc:grpChg chg="mod">
          <ac:chgData name="Si Jing Goh" userId="fe228f63-d733-4912-9848-3eb5c05e5c90" providerId="ADAL" clId="{D3CB8232-7DC5-4573-8DB2-EB195F94AE5A}" dt="2025-12-17T13:46:42.697" v="470" actId="1076"/>
          <ac:grpSpMkLst>
            <pc:docMk/>
            <pc:sldMk cId="464726404" sldId="2147480686"/>
            <ac:grpSpMk id="14" creationId="{19B182B9-5668-C677-2249-D37519285CF6}"/>
          </ac:grpSpMkLst>
        </pc:grpChg>
        <pc:graphicFrameChg chg="mod">
          <ac:chgData name="Si Jing Goh" userId="fe228f63-d733-4912-9848-3eb5c05e5c90" providerId="ADAL" clId="{D3CB8232-7DC5-4573-8DB2-EB195F94AE5A}" dt="2025-12-17T14:14:13.738" v="1372"/>
          <ac:graphicFrameMkLst>
            <pc:docMk/>
            <pc:sldMk cId="464726404" sldId="2147480686"/>
            <ac:graphicFrameMk id="12" creationId="{B425EEFA-2AA4-A460-56A4-773DAE0D46E3}"/>
          </ac:graphicFrameMkLst>
        </pc:graphicFrameChg>
        <pc:graphicFrameChg chg="mod">
          <ac:chgData name="Si Jing Goh" userId="fe228f63-d733-4912-9848-3eb5c05e5c90" providerId="ADAL" clId="{D3CB8232-7DC5-4573-8DB2-EB195F94AE5A}" dt="2025-12-17T13:46:50.732" v="473"/>
          <ac:graphicFrameMkLst>
            <pc:docMk/>
            <pc:sldMk cId="464726404" sldId="2147480686"/>
            <ac:graphicFrameMk id="17" creationId="{47D6998E-95E8-4DAD-1114-58A499C0187D}"/>
          </ac:graphicFrameMkLst>
        </pc:graphicFrameChg>
        <pc:picChg chg="mod">
          <ac:chgData name="Si Jing Goh" userId="fe228f63-d733-4912-9848-3eb5c05e5c90" providerId="ADAL" clId="{D3CB8232-7DC5-4573-8DB2-EB195F94AE5A}" dt="2025-12-17T13:47:16.767" v="477" actId="1076"/>
          <ac:picMkLst>
            <pc:docMk/>
            <pc:sldMk cId="464726404" sldId="2147480686"/>
            <ac:picMk id="1026" creationId="{6DB06905-9EB9-A84A-BF0D-07A163937133}"/>
          </ac:picMkLst>
        </pc:picChg>
      </pc:sldChg>
      <pc:sldChg chg="addSp delSp modSp mod">
        <pc:chgData name="Si Jing Goh" userId="fe228f63-d733-4912-9848-3eb5c05e5c90" providerId="ADAL" clId="{D3CB8232-7DC5-4573-8DB2-EB195F94AE5A}" dt="2025-12-17T15:03:21.581" v="2726" actId="478"/>
        <pc:sldMkLst>
          <pc:docMk/>
          <pc:sldMk cId="2723235181" sldId="2147480687"/>
        </pc:sldMkLst>
        <pc:spChg chg="add del mod">
          <ac:chgData name="Si Jing Goh" userId="fe228f63-d733-4912-9848-3eb5c05e5c90" providerId="ADAL" clId="{D3CB8232-7DC5-4573-8DB2-EB195F94AE5A}" dt="2025-12-17T13:55:21.660" v="539"/>
          <ac:spMkLst>
            <pc:docMk/>
            <pc:sldMk cId="2723235181" sldId="2147480687"/>
            <ac:spMk id="6" creationId="{597E22EE-AF69-E01E-DE90-490681C5FDD6}"/>
          </ac:spMkLst>
        </pc:spChg>
        <pc:spChg chg="mod">
          <ac:chgData name="Si Jing Goh" userId="fe228f63-d733-4912-9848-3eb5c05e5c90" providerId="ADAL" clId="{D3CB8232-7DC5-4573-8DB2-EB195F94AE5A}" dt="2025-12-17T13:57:34.521" v="555"/>
          <ac:spMkLst>
            <pc:docMk/>
            <pc:sldMk cId="2723235181" sldId="2147480687"/>
            <ac:spMk id="10" creationId="{5C63F2EA-E4E2-062D-B480-C75589244118}"/>
          </ac:spMkLst>
        </pc:spChg>
        <pc:spChg chg="add del mod">
          <ac:chgData name="Si Jing Goh" userId="fe228f63-d733-4912-9848-3eb5c05e5c90" providerId="ADAL" clId="{D3CB8232-7DC5-4573-8DB2-EB195F94AE5A}" dt="2025-12-17T13:57:37.693" v="557" actId="478"/>
          <ac:spMkLst>
            <pc:docMk/>
            <pc:sldMk cId="2723235181" sldId="2147480687"/>
            <ac:spMk id="12" creationId="{61310D8D-30BB-7C47-6004-2E668C660652}"/>
          </ac:spMkLst>
        </pc:spChg>
        <pc:spChg chg="mod">
          <ac:chgData name="Si Jing Goh" userId="fe228f63-d733-4912-9848-3eb5c05e5c90" providerId="ADAL" clId="{D3CB8232-7DC5-4573-8DB2-EB195F94AE5A}" dt="2025-12-17T13:57:56.970" v="564" actId="20577"/>
          <ac:spMkLst>
            <pc:docMk/>
            <pc:sldMk cId="2723235181" sldId="2147480687"/>
            <ac:spMk id="13" creationId="{A3932C95-AB79-1B4A-4C7F-F9AE6A373B4C}"/>
          </ac:spMkLst>
        </pc:spChg>
        <pc:spChg chg="add del mod">
          <ac:chgData name="Si Jing Goh" userId="fe228f63-d733-4912-9848-3eb5c05e5c90" providerId="ADAL" clId="{D3CB8232-7DC5-4573-8DB2-EB195F94AE5A}" dt="2025-12-17T15:03:21.581" v="2726" actId="478"/>
          <ac:spMkLst>
            <pc:docMk/>
            <pc:sldMk cId="2723235181" sldId="2147480687"/>
            <ac:spMk id="18" creationId="{7B97EC47-A8D0-134E-3A29-EECEA3492913}"/>
          </ac:spMkLst>
        </pc:spChg>
        <pc:spChg chg="del">
          <ac:chgData name="Si Jing Goh" userId="fe228f63-d733-4912-9848-3eb5c05e5c90" providerId="ADAL" clId="{D3CB8232-7DC5-4573-8DB2-EB195F94AE5A}" dt="2025-12-17T13:47:43.088" v="479" actId="478"/>
          <ac:spMkLst>
            <pc:docMk/>
            <pc:sldMk cId="2723235181" sldId="2147480687"/>
            <ac:spMk id="26" creationId="{B36C9C8A-B444-5412-1C4E-D77D94D2AB2B}"/>
          </ac:spMkLst>
        </pc:spChg>
        <pc:spChg chg="del">
          <ac:chgData name="Si Jing Goh" userId="fe228f63-d733-4912-9848-3eb5c05e5c90" providerId="ADAL" clId="{D3CB8232-7DC5-4573-8DB2-EB195F94AE5A}" dt="2025-12-17T13:57:36.451" v="556" actId="478"/>
          <ac:spMkLst>
            <pc:docMk/>
            <pc:sldMk cId="2723235181" sldId="2147480687"/>
            <ac:spMk id="27" creationId="{435C43A0-06C1-32BD-A30F-F08EBA0C43B9}"/>
          </ac:spMkLst>
        </pc:spChg>
        <pc:grpChg chg="del">
          <ac:chgData name="Si Jing Goh" userId="fe228f63-d733-4912-9848-3eb5c05e5c90" providerId="ADAL" clId="{D3CB8232-7DC5-4573-8DB2-EB195F94AE5A}" dt="2025-12-17T13:57:36.451" v="556" actId="478"/>
          <ac:grpSpMkLst>
            <pc:docMk/>
            <pc:sldMk cId="2723235181" sldId="2147480687"/>
            <ac:grpSpMk id="14" creationId="{2F2A082D-9BC0-B52C-6AA6-625645255F8A}"/>
          </ac:grpSpMkLst>
        </pc:grpChg>
        <pc:graphicFrameChg chg="mod modGraphic">
          <ac:chgData name="Si Jing Goh" userId="fe228f63-d733-4912-9848-3eb5c05e5c90" providerId="ADAL" clId="{D3CB8232-7DC5-4573-8DB2-EB195F94AE5A}" dt="2025-12-17T14:14:19.462" v="1374"/>
          <ac:graphicFrameMkLst>
            <pc:docMk/>
            <pc:sldMk cId="2723235181" sldId="2147480687"/>
            <ac:graphicFrameMk id="5" creationId="{9D4F630C-1576-2168-1FD2-E5495534E1AF}"/>
          </ac:graphicFrameMkLst>
        </pc:graphicFrameChg>
        <pc:graphicFrameChg chg="add mod modGraphic">
          <ac:chgData name="Si Jing Goh" userId="fe228f63-d733-4912-9848-3eb5c05e5c90" providerId="ADAL" clId="{D3CB8232-7DC5-4573-8DB2-EB195F94AE5A}" dt="2025-12-17T14:14:21.981" v="1375"/>
          <ac:graphicFrameMkLst>
            <pc:docMk/>
            <pc:sldMk cId="2723235181" sldId="2147480687"/>
            <ac:graphicFrameMk id="17" creationId="{F7BFE7AD-ACF6-219B-D0C8-715B017BEC51}"/>
          </ac:graphicFrameMkLst>
        </pc:graphicFrameChg>
        <pc:graphicFrameChg chg="del mod modGraphic">
          <ac:chgData name="Si Jing Goh" userId="fe228f63-d733-4912-9848-3eb5c05e5c90" providerId="ADAL" clId="{D3CB8232-7DC5-4573-8DB2-EB195F94AE5A}" dt="2025-12-17T13:55:26.513" v="541" actId="478"/>
          <ac:graphicFrameMkLst>
            <pc:docMk/>
            <pc:sldMk cId="2723235181" sldId="2147480687"/>
            <ac:graphicFrameMk id="19" creationId="{25C0052A-E91A-1437-B885-56A966F2AFE1}"/>
          </ac:graphicFrameMkLst>
        </pc:graphicFrameChg>
        <pc:picChg chg="mod">
          <ac:chgData name="Si Jing Goh" userId="fe228f63-d733-4912-9848-3eb5c05e5c90" providerId="ADAL" clId="{D3CB8232-7DC5-4573-8DB2-EB195F94AE5A}" dt="2025-12-17T13:50:47.528" v="522" actId="1076"/>
          <ac:picMkLst>
            <pc:docMk/>
            <pc:sldMk cId="2723235181" sldId="2147480687"/>
            <ac:picMk id="22" creationId="{7BDB3127-0831-42E8-0046-0D887622B530}"/>
          </ac:picMkLst>
        </pc:picChg>
        <pc:picChg chg="mod">
          <ac:chgData name="Si Jing Goh" userId="fe228f63-d733-4912-9848-3eb5c05e5c90" providerId="ADAL" clId="{D3CB8232-7DC5-4573-8DB2-EB195F94AE5A}" dt="2025-12-17T13:50:42.370" v="519" actId="208"/>
          <ac:picMkLst>
            <pc:docMk/>
            <pc:sldMk cId="2723235181" sldId="2147480687"/>
            <ac:picMk id="23" creationId="{352591A4-AF2A-ACFC-CF29-D7A4BE05CF47}"/>
          </ac:picMkLst>
        </pc:picChg>
      </pc:sldChg>
      <pc:sldChg chg="addSp delSp modSp mod">
        <pc:chgData name="Si Jing Goh" userId="fe228f63-d733-4912-9848-3eb5c05e5c90" providerId="ADAL" clId="{D3CB8232-7DC5-4573-8DB2-EB195F94AE5A}" dt="2025-12-17T15:06:07.135" v="2784" actId="20577"/>
        <pc:sldMkLst>
          <pc:docMk/>
          <pc:sldMk cId="4191170092" sldId="2147480688"/>
        </pc:sldMkLst>
        <pc:spChg chg="mod">
          <ac:chgData name="Si Jing Goh" userId="fe228f63-d733-4912-9848-3eb5c05e5c90" providerId="ADAL" clId="{D3CB8232-7DC5-4573-8DB2-EB195F94AE5A}" dt="2025-12-17T15:06:07.135" v="2784" actId="20577"/>
          <ac:spMkLst>
            <pc:docMk/>
            <pc:sldMk cId="4191170092" sldId="2147480688"/>
            <ac:spMk id="3" creationId="{B6BA066A-01C7-020E-91AC-AB22A65D2501}"/>
          </ac:spMkLst>
        </pc:spChg>
        <pc:spChg chg="add del mod">
          <ac:chgData name="Si Jing Goh" userId="fe228f63-d733-4912-9848-3eb5c05e5c90" providerId="ADAL" clId="{D3CB8232-7DC5-4573-8DB2-EB195F94AE5A}" dt="2025-12-17T15:03:23.273" v="2727" actId="478"/>
          <ac:spMkLst>
            <pc:docMk/>
            <pc:sldMk cId="4191170092" sldId="2147480688"/>
            <ac:spMk id="6" creationId="{3B0CA3E1-1934-1769-EE51-7A569EA2BA1C}"/>
          </ac:spMkLst>
        </pc:spChg>
        <pc:spChg chg="mod">
          <ac:chgData name="Si Jing Goh" userId="fe228f63-d733-4912-9848-3eb5c05e5c90" providerId="ADAL" clId="{D3CB8232-7DC5-4573-8DB2-EB195F94AE5A}" dt="2025-12-17T14:08:22.438" v="1040" actId="20577"/>
          <ac:spMkLst>
            <pc:docMk/>
            <pc:sldMk cId="4191170092" sldId="2147480688"/>
            <ac:spMk id="13" creationId="{8DC4B6A9-83A6-B37B-ED8D-7A116E3293CB}"/>
          </ac:spMkLst>
        </pc:spChg>
        <pc:spChg chg="del">
          <ac:chgData name="Si Jing Goh" userId="fe228f63-d733-4912-9848-3eb5c05e5c90" providerId="ADAL" clId="{D3CB8232-7DC5-4573-8DB2-EB195F94AE5A}" dt="2025-12-17T14:11:43.931" v="1137" actId="478"/>
          <ac:spMkLst>
            <pc:docMk/>
            <pc:sldMk cId="4191170092" sldId="2147480688"/>
            <ac:spMk id="26" creationId="{8F145548-A673-73EB-F908-358555938802}"/>
          </ac:spMkLst>
        </pc:spChg>
        <pc:spChg chg="mod">
          <ac:chgData name="Si Jing Goh" userId="fe228f63-d733-4912-9848-3eb5c05e5c90" providerId="ADAL" clId="{D3CB8232-7DC5-4573-8DB2-EB195F94AE5A}" dt="2025-12-17T14:13:33.496" v="1359" actId="13926"/>
          <ac:spMkLst>
            <pc:docMk/>
            <pc:sldMk cId="4191170092" sldId="2147480688"/>
            <ac:spMk id="27" creationId="{C86DDEA8-2B8D-F9DE-FF00-DDCB5CBB8CA4}"/>
          </ac:spMkLst>
        </pc:spChg>
        <pc:graphicFrameChg chg="mod modGraphic">
          <ac:chgData name="Si Jing Goh" userId="fe228f63-d733-4912-9848-3eb5c05e5c90" providerId="ADAL" clId="{D3CB8232-7DC5-4573-8DB2-EB195F94AE5A}" dt="2025-12-17T14:14:29.194" v="1377"/>
          <ac:graphicFrameMkLst>
            <pc:docMk/>
            <pc:sldMk cId="4191170092" sldId="2147480688"/>
            <ac:graphicFrameMk id="5" creationId="{51E4E494-56B0-94D7-EDB4-E044EB76B6A1}"/>
          </ac:graphicFrameMkLst>
        </pc:graphicFrameChg>
        <pc:graphicFrameChg chg="mod modGraphic">
          <ac:chgData name="Si Jing Goh" userId="fe228f63-d733-4912-9848-3eb5c05e5c90" providerId="ADAL" clId="{D3CB8232-7DC5-4573-8DB2-EB195F94AE5A}" dt="2025-12-17T14:14:33.409" v="1379"/>
          <ac:graphicFrameMkLst>
            <pc:docMk/>
            <pc:sldMk cId="4191170092" sldId="2147480688"/>
            <ac:graphicFrameMk id="19" creationId="{9212570D-DAF9-8C08-39F8-DD3ABA3C8A16}"/>
          </ac:graphicFrameMkLst>
        </pc:graphicFrameChg>
        <pc:picChg chg="mod">
          <ac:chgData name="Si Jing Goh" userId="fe228f63-d733-4912-9848-3eb5c05e5c90" providerId="ADAL" clId="{D3CB8232-7DC5-4573-8DB2-EB195F94AE5A}" dt="2025-12-17T14:13:35.918" v="1360" actId="1076"/>
          <ac:picMkLst>
            <pc:docMk/>
            <pc:sldMk cId="4191170092" sldId="2147480688"/>
            <ac:picMk id="12" creationId="{9DCC3769-C69E-3050-1DC7-A89A04DA7628}"/>
          </ac:picMkLst>
        </pc:picChg>
      </pc:sldChg>
      <pc:sldChg chg="del">
        <pc:chgData name="Si Jing Goh" userId="fe228f63-d733-4912-9848-3eb5c05e5c90" providerId="ADAL" clId="{D3CB8232-7DC5-4573-8DB2-EB195F94AE5A}" dt="2025-12-17T11:00:00.634" v="2" actId="47"/>
        <pc:sldMkLst>
          <pc:docMk/>
          <pc:sldMk cId="1774130832" sldId="2147480690"/>
        </pc:sldMkLst>
      </pc:sldChg>
      <pc:sldChg chg="addSp delSp modSp mod">
        <pc:chgData name="Si Jing Goh" userId="fe228f63-d733-4912-9848-3eb5c05e5c90" providerId="ADAL" clId="{D3CB8232-7DC5-4573-8DB2-EB195F94AE5A}" dt="2025-12-17T15:06:10.819" v="2786" actId="20577"/>
        <pc:sldMkLst>
          <pc:docMk/>
          <pc:sldMk cId="3996174619" sldId="2147480691"/>
        </pc:sldMkLst>
        <pc:spChg chg="mod">
          <ac:chgData name="Si Jing Goh" userId="fe228f63-d733-4912-9848-3eb5c05e5c90" providerId="ADAL" clId="{D3CB8232-7DC5-4573-8DB2-EB195F94AE5A}" dt="2025-12-17T15:06:10.819" v="2786" actId="20577"/>
          <ac:spMkLst>
            <pc:docMk/>
            <pc:sldMk cId="3996174619" sldId="2147480691"/>
            <ac:spMk id="3" creationId="{8D4DC3BC-F2ED-73EC-9347-F293EDA41C64}"/>
          </ac:spMkLst>
        </pc:spChg>
        <pc:spChg chg="mod">
          <ac:chgData name="Si Jing Goh" userId="fe228f63-d733-4912-9848-3eb5c05e5c90" providerId="ADAL" clId="{D3CB8232-7DC5-4573-8DB2-EB195F94AE5A}" dt="2025-12-17T14:25:36.502" v="1892" actId="20577"/>
          <ac:spMkLst>
            <pc:docMk/>
            <pc:sldMk cId="3996174619" sldId="2147480691"/>
            <ac:spMk id="5" creationId="{4018EF7F-F85E-43B3-A185-15D77F68C7A6}"/>
          </ac:spMkLst>
        </pc:spChg>
        <pc:spChg chg="mod">
          <ac:chgData name="Si Jing Goh" userId="fe228f63-d733-4912-9848-3eb5c05e5c90" providerId="ADAL" clId="{D3CB8232-7DC5-4573-8DB2-EB195F94AE5A}" dt="2025-12-17T14:17:38.653" v="1499" actId="2711"/>
          <ac:spMkLst>
            <pc:docMk/>
            <pc:sldMk cId="3996174619" sldId="2147480691"/>
            <ac:spMk id="8" creationId="{76BD131C-0AB7-BBF0-96F3-03011245F25C}"/>
          </ac:spMkLst>
        </pc:spChg>
        <pc:spChg chg="mod">
          <ac:chgData name="Si Jing Goh" userId="fe228f63-d733-4912-9848-3eb5c05e5c90" providerId="ADAL" clId="{D3CB8232-7DC5-4573-8DB2-EB195F94AE5A}" dt="2025-12-17T14:17:38.653" v="1499" actId="2711"/>
          <ac:spMkLst>
            <pc:docMk/>
            <pc:sldMk cId="3996174619" sldId="2147480691"/>
            <ac:spMk id="10" creationId="{C2697C9C-2E18-667C-AACB-2B4419B7B109}"/>
          </ac:spMkLst>
        </pc:spChg>
        <pc:spChg chg="add del mod">
          <ac:chgData name="Si Jing Goh" userId="fe228f63-d733-4912-9848-3eb5c05e5c90" providerId="ADAL" clId="{D3CB8232-7DC5-4573-8DB2-EB195F94AE5A}" dt="2025-12-17T15:03:26.511" v="2728" actId="478"/>
          <ac:spMkLst>
            <pc:docMk/>
            <pc:sldMk cId="3996174619" sldId="2147480691"/>
            <ac:spMk id="13" creationId="{58FCC281-EDD4-57B8-439A-91595E167050}"/>
          </ac:spMkLst>
        </pc:spChg>
        <pc:spChg chg="mod">
          <ac:chgData name="Si Jing Goh" userId="fe228f63-d733-4912-9848-3eb5c05e5c90" providerId="ADAL" clId="{D3CB8232-7DC5-4573-8DB2-EB195F94AE5A}" dt="2025-12-17T14:17:38.653" v="1499" actId="2711"/>
          <ac:spMkLst>
            <pc:docMk/>
            <pc:sldMk cId="3996174619" sldId="2147480691"/>
            <ac:spMk id="19" creationId="{7C3577F5-4190-F282-28B2-AD653755FD21}"/>
          </ac:spMkLst>
        </pc:spChg>
        <pc:spChg chg="del">
          <ac:chgData name="Si Jing Goh" userId="fe228f63-d733-4912-9848-3eb5c05e5c90" providerId="ADAL" clId="{D3CB8232-7DC5-4573-8DB2-EB195F94AE5A}" dt="2025-12-17T14:16:08.671" v="1484" actId="478"/>
          <ac:spMkLst>
            <pc:docMk/>
            <pc:sldMk cId="3996174619" sldId="2147480691"/>
            <ac:spMk id="21" creationId="{61F8B699-18AD-78E7-922C-708B0CF53905}"/>
          </ac:spMkLst>
        </pc:spChg>
        <pc:spChg chg="del">
          <ac:chgData name="Si Jing Goh" userId="fe228f63-d733-4912-9848-3eb5c05e5c90" providerId="ADAL" clId="{D3CB8232-7DC5-4573-8DB2-EB195F94AE5A}" dt="2025-12-17T14:17:30.855" v="1489" actId="478"/>
          <ac:spMkLst>
            <pc:docMk/>
            <pc:sldMk cId="3996174619" sldId="2147480691"/>
            <ac:spMk id="27" creationId="{BC8051A5-9F97-44BF-B89E-EB7799994164}"/>
          </ac:spMkLst>
        </pc:spChg>
        <pc:grpChg chg="del">
          <ac:chgData name="Si Jing Goh" userId="fe228f63-d733-4912-9848-3eb5c05e5c90" providerId="ADAL" clId="{D3CB8232-7DC5-4573-8DB2-EB195F94AE5A}" dt="2025-12-17T14:22:08.911" v="1601" actId="478"/>
          <ac:grpSpMkLst>
            <pc:docMk/>
            <pc:sldMk cId="3996174619" sldId="2147480691"/>
            <ac:grpSpMk id="16" creationId="{0CD88DAE-A7C1-0215-D3CC-15561E51E084}"/>
          </ac:grpSpMkLst>
        </pc:grpChg>
        <pc:graphicFrameChg chg="add mod modGraphic">
          <ac:chgData name="Si Jing Goh" userId="fe228f63-d733-4912-9848-3eb5c05e5c90" providerId="ADAL" clId="{D3CB8232-7DC5-4573-8DB2-EB195F94AE5A}" dt="2025-12-17T14:35:54.605" v="1938" actId="14100"/>
          <ac:graphicFrameMkLst>
            <pc:docMk/>
            <pc:sldMk cId="3996174619" sldId="2147480691"/>
            <ac:graphicFrameMk id="12" creationId="{0173A8D1-2D23-F576-A095-20A35813D653}"/>
          </ac:graphicFrameMkLst>
        </pc:graphicFrameChg>
        <pc:graphicFrameChg chg="del mod modGraphic">
          <ac:chgData name="Si Jing Goh" userId="fe228f63-d733-4912-9848-3eb5c05e5c90" providerId="ADAL" clId="{D3CB8232-7DC5-4573-8DB2-EB195F94AE5A}" dt="2025-12-17T14:20:41.384" v="1555" actId="478"/>
          <ac:graphicFrameMkLst>
            <pc:docMk/>
            <pc:sldMk cId="3996174619" sldId="2147480691"/>
            <ac:graphicFrameMk id="15" creationId="{9E9A03D9-6425-DB0A-ABB8-372F09ADD0DF}"/>
          </ac:graphicFrameMkLst>
        </pc:graphicFrameChg>
        <pc:graphicFrameChg chg="mod modGraphic">
          <ac:chgData name="Si Jing Goh" userId="fe228f63-d733-4912-9848-3eb5c05e5c90" providerId="ADAL" clId="{D3CB8232-7DC5-4573-8DB2-EB195F94AE5A}" dt="2025-12-17T14:25:10.658" v="1881" actId="14100"/>
          <ac:graphicFrameMkLst>
            <pc:docMk/>
            <pc:sldMk cId="3996174619" sldId="2147480691"/>
            <ac:graphicFrameMk id="23" creationId="{C830EA49-75E4-423E-D5BF-2ED8497123D4}"/>
          </ac:graphicFrameMkLst>
        </pc:graphicFrameChg>
        <pc:picChg chg="mod">
          <ac:chgData name="Si Jing Goh" userId="fe228f63-d733-4912-9848-3eb5c05e5c90" providerId="ADAL" clId="{D3CB8232-7DC5-4573-8DB2-EB195F94AE5A}" dt="2025-12-17T14:16:13.663" v="1487" actId="1076"/>
          <ac:picMkLst>
            <pc:docMk/>
            <pc:sldMk cId="3996174619" sldId="2147480691"/>
            <ac:picMk id="14" creationId="{870B3D06-1A03-558A-28D8-953E2357E54E}"/>
          </ac:picMkLst>
        </pc:picChg>
      </pc:sldChg>
      <pc:sldChg chg="del">
        <pc:chgData name="Si Jing Goh" userId="fe228f63-d733-4912-9848-3eb5c05e5c90" providerId="ADAL" clId="{D3CB8232-7DC5-4573-8DB2-EB195F94AE5A}" dt="2025-12-17T11:00:00.634" v="2" actId="47"/>
        <pc:sldMkLst>
          <pc:docMk/>
          <pc:sldMk cId="2063271818" sldId="2147480692"/>
        </pc:sldMkLst>
      </pc:sldChg>
      <pc:sldChg chg="addSp delSp modSp mod">
        <pc:chgData name="Si Jing Goh" userId="fe228f63-d733-4912-9848-3eb5c05e5c90" providerId="ADAL" clId="{D3CB8232-7DC5-4573-8DB2-EB195F94AE5A}" dt="2025-12-17T15:06:18.921" v="2790" actId="20577"/>
        <pc:sldMkLst>
          <pc:docMk/>
          <pc:sldMk cId="2862291262" sldId="2147480693"/>
        </pc:sldMkLst>
        <pc:spChg chg="mod">
          <ac:chgData name="Si Jing Goh" userId="fe228f63-d733-4912-9848-3eb5c05e5c90" providerId="ADAL" clId="{D3CB8232-7DC5-4573-8DB2-EB195F94AE5A}" dt="2025-12-17T15:06:18.921" v="2790" actId="20577"/>
          <ac:spMkLst>
            <pc:docMk/>
            <pc:sldMk cId="2862291262" sldId="2147480693"/>
            <ac:spMk id="3" creationId="{D673424B-3E60-E1DD-9BC8-EF804B6EE760}"/>
          </ac:spMkLst>
        </pc:spChg>
        <pc:spChg chg="mod">
          <ac:chgData name="Si Jing Goh" userId="fe228f63-d733-4912-9848-3eb5c05e5c90" providerId="ADAL" clId="{D3CB8232-7DC5-4573-8DB2-EB195F94AE5A}" dt="2025-12-17T14:41:38.921" v="2003" actId="20577"/>
          <ac:spMkLst>
            <pc:docMk/>
            <pc:sldMk cId="2862291262" sldId="2147480693"/>
            <ac:spMk id="10" creationId="{C2055334-5394-AD5F-4C36-4FB20C6D2320}"/>
          </ac:spMkLst>
        </pc:spChg>
        <pc:spChg chg="add mod">
          <ac:chgData name="Si Jing Goh" userId="fe228f63-d733-4912-9848-3eb5c05e5c90" providerId="ADAL" clId="{D3CB8232-7DC5-4573-8DB2-EB195F94AE5A}" dt="2025-12-17T14:46:24.882" v="2125" actId="1076"/>
          <ac:spMkLst>
            <pc:docMk/>
            <pc:sldMk cId="2862291262" sldId="2147480693"/>
            <ac:spMk id="19" creationId="{1A474D33-0307-BBCB-E4BF-2A778D9EF21F}"/>
          </ac:spMkLst>
        </pc:spChg>
        <pc:spChg chg="add mod">
          <ac:chgData name="Si Jing Goh" userId="fe228f63-d733-4912-9848-3eb5c05e5c90" providerId="ADAL" clId="{D3CB8232-7DC5-4573-8DB2-EB195F94AE5A}" dt="2025-12-17T14:47:27.524" v="2193" actId="1076"/>
          <ac:spMkLst>
            <pc:docMk/>
            <pc:sldMk cId="2862291262" sldId="2147480693"/>
            <ac:spMk id="23" creationId="{8F45A9B8-058C-9E11-CEAA-11CA2428C164}"/>
          </ac:spMkLst>
        </pc:spChg>
        <pc:spChg chg="add mod">
          <ac:chgData name="Si Jing Goh" userId="fe228f63-d733-4912-9848-3eb5c05e5c90" providerId="ADAL" clId="{D3CB8232-7DC5-4573-8DB2-EB195F94AE5A}" dt="2025-12-17T14:46:29.193" v="2132" actId="1035"/>
          <ac:spMkLst>
            <pc:docMk/>
            <pc:sldMk cId="2862291262" sldId="2147480693"/>
            <ac:spMk id="25" creationId="{9F8F50D0-C17F-582A-9B37-2A2020002404}"/>
          </ac:spMkLst>
        </pc:spChg>
        <pc:spChg chg="del">
          <ac:chgData name="Si Jing Goh" userId="fe228f63-d733-4912-9848-3eb5c05e5c90" providerId="ADAL" clId="{D3CB8232-7DC5-4573-8DB2-EB195F94AE5A}" dt="2025-12-17T14:39:36.617" v="1978" actId="478"/>
          <ac:spMkLst>
            <pc:docMk/>
            <pc:sldMk cId="2862291262" sldId="2147480693"/>
            <ac:spMk id="26" creationId="{8F489D9E-4112-AFA6-3E13-99804D58FB55}"/>
          </ac:spMkLst>
        </pc:spChg>
        <pc:spChg chg="del">
          <ac:chgData name="Si Jing Goh" userId="fe228f63-d733-4912-9848-3eb5c05e5c90" providerId="ADAL" clId="{D3CB8232-7DC5-4573-8DB2-EB195F94AE5A}" dt="2025-12-17T14:41:34.440" v="1989" actId="478"/>
          <ac:spMkLst>
            <pc:docMk/>
            <pc:sldMk cId="2862291262" sldId="2147480693"/>
            <ac:spMk id="27" creationId="{35A5EDC9-32F6-F5AC-77EB-C6CA32FB985B}"/>
          </ac:spMkLst>
        </pc:spChg>
        <pc:spChg chg="add mod">
          <ac:chgData name="Si Jing Goh" userId="fe228f63-d733-4912-9848-3eb5c05e5c90" providerId="ADAL" clId="{D3CB8232-7DC5-4573-8DB2-EB195F94AE5A}" dt="2025-12-17T14:47:36.424" v="2198" actId="1076"/>
          <ac:spMkLst>
            <pc:docMk/>
            <pc:sldMk cId="2862291262" sldId="2147480693"/>
            <ac:spMk id="29" creationId="{E35A3690-E0F3-C5E1-DA2A-D70C4C6BC3E7}"/>
          </ac:spMkLst>
        </pc:spChg>
        <pc:spChg chg="add mod">
          <ac:chgData name="Si Jing Goh" userId="fe228f63-d733-4912-9848-3eb5c05e5c90" providerId="ADAL" clId="{D3CB8232-7DC5-4573-8DB2-EB195F94AE5A}" dt="2025-12-17T14:47:18.932" v="2178" actId="571"/>
          <ac:spMkLst>
            <pc:docMk/>
            <pc:sldMk cId="2862291262" sldId="2147480693"/>
            <ac:spMk id="30" creationId="{18DE8E34-AD63-3B9A-067D-860D80E4ACC9}"/>
          </ac:spMkLst>
        </pc:spChg>
        <pc:spChg chg="add mod">
          <ac:chgData name="Si Jing Goh" userId="fe228f63-d733-4912-9848-3eb5c05e5c90" providerId="ADAL" clId="{D3CB8232-7DC5-4573-8DB2-EB195F94AE5A}" dt="2025-12-17T14:47:18.932" v="2178" actId="571"/>
          <ac:spMkLst>
            <pc:docMk/>
            <pc:sldMk cId="2862291262" sldId="2147480693"/>
            <ac:spMk id="31" creationId="{58AB6791-3631-F93E-97F1-51071A97512D}"/>
          </ac:spMkLst>
        </pc:spChg>
        <pc:spChg chg="add del mod">
          <ac:chgData name="Si Jing Goh" userId="fe228f63-d733-4912-9848-3eb5c05e5c90" providerId="ADAL" clId="{D3CB8232-7DC5-4573-8DB2-EB195F94AE5A}" dt="2025-12-17T15:03:29.147" v="2729" actId="478"/>
          <ac:spMkLst>
            <pc:docMk/>
            <pc:sldMk cId="2862291262" sldId="2147480693"/>
            <ac:spMk id="32" creationId="{279BE511-C4DD-4823-3700-FCB6B7238B05}"/>
          </ac:spMkLst>
        </pc:spChg>
        <pc:spChg chg="mod">
          <ac:chgData name="Si Jing Goh" userId="fe228f63-d733-4912-9848-3eb5c05e5c90" providerId="ADAL" clId="{D3CB8232-7DC5-4573-8DB2-EB195F94AE5A}" dt="2025-12-17T14:46:20.267" v="2122" actId="12788"/>
          <ac:spMkLst>
            <pc:docMk/>
            <pc:sldMk cId="2862291262" sldId="2147480693"/>
            <ac:spMk id="45" creationId="{090CAD84-B7C4-390C-9A15-C7F50864C06A}"/>
          </ac:spMkLst>
        </pc:spChg>
        <pc:spChg chg="mod">
          <ac:chgData name="Si Jing Goh" userId="fe228f63-d733-4912-9848-3eb5c05e5c90" providerId="ADAL" clId="{D3CB8232-7DC5-4573-8DB2-EB195F94AE5A}" dt="2025-12-17T14:47:25.113" v="2192" actId="1037"/>
          <ac:spMkLst>
            <pc:docMk/>
            <pc:sldMk cId="2862291262" sldId="2147480693"/>
            <ac:spMk id="55" creationId="{CF9BB2C9-6C73-E2EC-3B76-F487F5D97C7D}"/>
          </ac:spMkLst>
        </pc:spChg>
        <pc:grpChg chg="del">
          <ac:chgData name="Si Jing Goh" userId="fe228f63-d733-4912-9848-3eb5c05e5c90" providerId="ADAL" clId="{D3CB8232-7DC5-4573-8DB2-EB195F94AE5A}" dt="2025-12-17T14:41:41.342" v="2004" actId="478"/>
          <ac:grpSpMkLst>
            <pc:docMk/>
            <pc:sldMk cId="2862291262" sldId="2147480693"/>
            <ac:grpSpMk id="14" creationId="{AFB80264-FAE8-1E08-BFC1-903370451B6C}"/>
          </ac:grpSpMkLst>
        </pc:grpChg>
        <pc:graphicFrameChg chg="mod modGraphic">
          <ac:chgData name="Si Jing Goh" userId="fe228f63-d733-4912-9848-3eb5c05e5c90" providerId="ADAL" clId="{D3CB8232-7DC5-4573-8DB2-EB195F94AE5A}" dt="2025-12-17T14:41:49.435" v="2006" actId="14100"/>
          <ac:graphicFrameMkLst>
            <pc:docMk/>
            <pc:sldMk cId="2862291262" sldId="2147480693"/>
            <ac:graphicFrameMk id="5" creationId="{9EE7C3A0-B640-DA9E-0A64-91034C193858}"/>
          </ac:graphicFrameMkLst>
        </pc:graphicFrameChg>
        <pc:picChg chg="add">
          <ac:chgData name="Si Jing Goh" userId="fe228f63-d733-4912-9848-3eb5c05e5c90" providerId="ADAL" clId="{D3CB8232-7DC5-4573-8DB2-EB195F94AE5A}" dt="2025-12-17T14:43:12.238" v="2007"/>
          <ac:picMkLst>
            <pc:docMk/>
            <pc:sldMk cId="2862291262" sldId="2147480693"/>
            <ac:picMk id="12" creationId="{3326DA29-E289-9103-1AC1-8E8F191269ED}"/>
          </ac:picMkLst>
        </pc:picChg>
        <pc:picChg chg="add mod">
          <ac:chgData name="Si Jing Goh" userId="fe228f63-d733-4912-9848-3eb5c05e5c90" providerId="ADAL" clId="{D3CB8232-7DC5-4573-8DB2-EB195F94AE5A}" dt="2025-12-17T14:46:07.551" v="2115" actId="1076"/>
          <ac:picMkLst>
            <pc:docMk/>
            <pc:sldMk cId="2862291262" sldId="2147480693"/>
            <ac:picMk id="17" creationId="{D2061FC8-7889-4F13-3E7C-FAFA6F344600}"/>
          </ac:picMkLst>
        </pc:picChg>
        <pc:picChg chg="mod modCrop">
          <ac:chgData name="Si Jing Goh" userId="fe228f63-d733-4912-9848-3eb5c05e5c90" providerId="ADAL" clId="{D3CB8232-7DC5-4573-8DB2-EB195F94AE5A}" dt="2025-12-17T14:45:48.365" v="2107" actId="1076"/>
          <ac:picMkLst>
            <pc:docMk/>
            <pc:sldMk cId="2862291262" sldId="2147480693"/>
            <ac:picMk id="18" creationId="{8522F408-F64B-D0A3-F763-8013965C0C06}"/>
          </ac:picMkLst>
        </pc:picChg>
        <pc:picChg chg="mod modCrop">
          <ac:chgData name="Si Jing Goh" userId="fe228f63-d733-4912-9848-3eb5c05e5c90" providerId="ADAL" clId="{D3CB8232-7DC5-4573-8DB2-EB195F94AE5A}" dt="2025-12-17T14:46:04.564" v="2114" actId="1076"/>
          <ac:picMkLst>
            <pc:docMk/>
            <pc:sldMk cId="2862291262" sldId="2147480693"/>
            <ac:picMk id="20" creationId="{E7D733E1-D068-3059-7E9C-994C1DDAADE7}"/>
          </ac:picMkLst>
        </pc:picChg>
        <pc:picChg chg="add mod">
          <ac:chgData name="Si Jing Goh" userId="fe228f63-d733-4912-9848-3eb5c05e5c90" providerId="ADAL" clId="{D3CB8232-7DC5-4573-8DB2-EB195F94AE5A}" dt="2025-12-17T14:47:28.666" v="2194" actId="1076"/>
          <ac:picMkLst>
            <pc:docMk/>
            <pc:sldMk cId="2862291262" sldId="2147480693"/>
            <ac:picMk id="21" creationId="{AF284E8F-E5DE-16BA-8075-358C73E0C74A}"/>
          </ac:picMkLst>
        </pc:picChg>
        <pc:picChg chg="mod">
          <ac:chgData name="Si Jing Goh" userId="fe228f63-d733-4912-9848-3eb5c05e5c90" providerId="ADAL" clId="{D3CB8232-7DC5-4573-8DB2-EB195F94AE5A}" dt="2025-12-17T14:39:42.339" v="1988" actId="1038"/>
          <ac:picMkLst>
            <pc:docMk/>
            <pc:sldMk cId="2862291262" sldId="2147480693"/>
            <ac:picMk id="22" creationId="{E50F8189-AD32-F845-192E-F76BB4FE478B}"/>
          </ac:picMkLst>
        </pc:picChg>
        <pc:picChg chg="add mod modCrop">
          <ac:chgData name="Si Jing Goh" userId="fe228f63-d733-4912-9848-3eb5c05e5c90" providerId="ADAL" clId="{D3CB8232-7DC5-4573-8DB2-EB195F94AE5A}" dt="2025-12-17T14:46:34.278" v="2134" actId="1076"/>
          <ac:picMkLst>
            <pc:docMk/>
            <pc:sldMk cId="2862291262" sldId="2147480693"/>
            <ac:picMk id="24" creationId="{A10B4677-B659-F4EB-A192-A3DAAE742959}"/>
          </ac:picMkLst>
        </pc:picChg>
        <pc:picChg chg="add mod modCrop">
          <ac:chgData name="Si Jing Goh" userId="fe228f63-d733-4912-9848-3eb5c05e5c90" providerId="ADAL" clId="{D3CB8232-7DC5-4573-8DB2-EB195F94AE5A}" dt="2025-12-17T14:47:33.764" v="2197" actId="1076"/>
          <ac:picMkLst>
            <pc:docMk/>
            <pc:sldMk cId="2862291262" sldId="2147480693"/>
            <ac:picMk id="28" creationId="{B44CD28C-46C0-EC07-D77E-0F08A884407F}"/>
          </ac:picMkLst>
        </pc:picChg>
      </pc:sldChg>
      <pc:sldChg chg="delSp modSp mod">
        <pc:chgData name="Si Jing Goh" userId="fe228f63-d733-4912-9848-3eb5c05e5c90" providerId="ADAL" clId="{D3CB8232-7DC5-4573-8DB2-EB195F94AE5A}" dt="2025-12-17T15:06:25.047" v="2796" actId="20577"/>
        <pc:sldMkLst>
          <pc:docMk/>
          <pc:sldMk cId="1710166856" sldId="2147480694"/>
        </pc:sldMkLst>
        <pc:spChg chg="mod">
          <ac:chgData name="Si Jing Goh" userId="fe228f63-d733-4912-9848-3eb5c05e5c90" providerId="ADAL" clId="{D3CB8232-7DC5-4573-8DB2-EB195F94AE5A}" dt="2025-12-17T15:06:25.047" v="2796" actId="20577"/>
          <ac:spMkLst>
            <pc:docMk/>
            <pc:sldMk cId="1710166856" sldId="2147480694"/>
            <ac:spMk id="3" creationId="{36E5402E-4A23-A1AB-3CD0-D7846BEBE361}"/>
          </ac:spMkLst>
        </pc:spChg>
        <pc:spChg chg="mod">
          <ac:chgData name="Si Jing Goh" userId="fe228f63-d733-4912-9848-3eb5c05e5c90" providerId="ADAL" clId="{D3CB8232-7DC5-4573-8DB2-EB195F94AE5A}" dt="2025-12-17T15:02:42.796" v="2708" actId="20577"/>
          <ac:spMkLst>
            <pc:docMk/>
            <pc:sldMk cId="1710166856" sldId="2147480694"/>
            <ac:spMk id="10" creationId="{048D1843-6DE5-F61E-4A15-54B3E14825A6}"/>
          </ac:spMkLst>
        </pc:spChg>
        <pc:spChg chg="mod">
          <ac:chgData name="Si Jing Goh" userId="fe228f63-d733-4912-9848-3eb5c05e5c90" providerId="ADAL" clId="{D3CB8232-7DC5-4573-8DB2-EB195F94AE5A}" dt="2025-12-17T15:02:48.960" v="2709" actId="2711"/>
          <ac:spMkLst>
            <pc:docMk/>
            <pc:sldMk cId="1710166856" sldId="2147480694"/>
            <ac:spMk id="13" creationId="{C9A940D0-6505-D89F-93D3-0B9F12B93A84}"/>
          </ac:spMkLst>
        </pc:spChg>
        <pc:spChg chg="mod">
          <ac:chgData name="Si Jing Goh" userId="fe228f63-d733-4912-9848-3eb5c05e5c90" providerId="ADAL" clId="{D3CB8232-7DC5-4573-8DB2-EB195F94AE5A}" dt="2025-12-17T15:02:48.960" v="2709" actId="2711"/>
          <ac:spMkLst>
            <pc:docMk/>
            <pc:sldMk cId="1710166856" sldId="2147480694"/>
            <ac:spMk id="16" creationId="{11035A8C-87CE-FF75-D2BC-08B8C811602D}"/>
          </ac:spMkLst>
        </pc:spChg>
        <pc:spChg chg="mod">
          <ac:chgData name="Si Jing Goh" userId="fe228f63-d733-4912-9848-3eb5c05e5c90" providerId="ADAL" clId="{D3CB8232-7DC5-4573-8DB2-EB195F94AE5A}" dt="2025-12-17T15:02:48.960" v="2709" actId="2711"/>
          <ac:spMkLst>
            <pc:docMk/>
            <pc:sldMk cId="1710166856" sldId="2147480694"/>
            <ac:spMk id="21" creationId="{4EEAAB86-EF99-027E-3154-10BD34F8E18D}"/>
          </ac:spMkLst>
        </pc:spChg>
        <pc:spChg chg="del mod">
          <ac:chgData name="Si Jing Goh" userId="fe228f63-d733-4912-9848-3eb5c05e5c90" providerId="ADAL" clId="{D3CB8232-7DC5-4573-8DB2-EB195F94AE5A}" dt="2025-12-17T15:03:43.450" v="2736" actId="478"/>
          <ac:spMkLst>
            <pc:docMk/>
            <pc:sldMk cId="1710166856" sldId="2147480694"/>
            <ac:spMk id="26" creationId="{F8F261BB-29ED-B56F-7666-7C0DAB6A0E68}"/>
          </ac:spMkLst>
        </pc:spChg>
        <pc:spChg chg="mod">
          <ac:chgData name="Si Jing Goh" userId="fe228f63-d733-4912-9848-3eb5c05e5c90" providerId="ADAL" clId="{D3CB8232-7DC5-4573-8DB2-EB195F94AE5A}" dt="2025-12-17T15:03:01.937" v="2722" actId="20577"/>
          <ac:spMkLst>
            <pc:docMk/>
            <pc:sldMk cId="1710166856" sldId="2147480694"/>
            <ac:spMk id="27" creationId="{97236F8B-DB38-B011-D7E8-D880F0A63B00}"/>
          </ac:spMkLst>
        </pc:spChg>
        <pc:grpChg chg="mod">
          <ac:chgData name="Si Jing Goh" userId="fe228f63-d733-4912-9848-3eb5c05e5c90" providerId="ADAL" clId="{D3CB8232-7DC5-4573-8DB2-EB195F94AE5A}" dt="2025-12-17T15:04:45.119" v="2765" actId="1076"/>
          <ac:grpSpMkLst>
            <pc:docMk/>
            <pc:sldMk cId="1710166856" sldId="2147480694"/>
            <ac:grpSpMk id="6" creationId="{DE37CF58-8002-774C-E8AC-64C948EE22AD}"/>
          </ac:grpSpMkLst>
        </pc:grpChg>
        <pc:graphicFrameChg chg="mod modGraphic">
          <ac:chgData name="Si Jing Goh" userId="fe228f63-d733-4912-9848-3eb5c05e5c90" providerId="ADAL" clId="{D3CB8232-7DC5-4573-8DB2-EB195F94AE5A}" dt="2025-12-17T15:02:09.253" v="2690" actId="14100"/>
          <ac:graphicFrameMkLst>
            <pc:docMk/>
            <pc:sldMk cId="1710166856" sldId="2147480694"/>
            <ac:graphicFrameMk id="23" creationId="{0A92F041-1956-F68B-1522-CEF9AC2E28FB}"/>
          </ac:graphicFrameMkLst>
        </pc:graphicFrameChg>
        <pc:picChg chg="mod">
          <ac:chgData name="Si Jing Goh" userId="fe228f63-d733-4912-9848-3eb5c05e5c90" providerId="ADAL" clId="{D3CB8232-7DC5-4573-8DB2-EB195F94AE5A}" dt="2025-12-17T15:02:48.960" v="2709" actId="2711"/>
          <ac:picMkLst>
            <pc:docMk/>
            <pc:sldMk cId="1710166856" sldId="2147480694"/>
            <ac:picMk id="5" creationId="{1A80DFDD-AA52-DD57-26BD-C70F3CB093BD}"/>
          </ac:picMkLst>
        </pc:picChg>
        <pc:picChg chg="mod">
          <ac:chgData name="Si Jing Goh" userId="fe228f63-d733-4912-9848-3eb5c05e5c90" providerId="ADAL" clId="{D3CB8232-7DC5-4573-8DB2-EB195F94AE5A}" dt="2025-12-17T15:03:46.681" v="2738" actId="1076"/>
          <ac:picMkLst>
            <pc:docMk/>
            <pc:sldMk cId="1710166856" sldId="2147480694"/>
            <ac:picMk id="12" creationId="{00DC8245-B931-7056-E10F-3C86311CC266}"/>
          </ac:picMkLst>
        </pc:picChg>
        <pc:picChg chg="mod modCrop">
          <ac:chgData name="Si Jing Goh" userId="fe228f63-d733-4912-9848-3eb5c05e5c90" providerId="ADAL" clId="{D3CB8232-7DC5-4573-8DB2-EB195F94AE5A}" dt="2025-12-17T15:04:39.170" v="2761" actId="14100"/>
          <ac:picMkLst>
            <pc:docMk/>
            <pc:sldMk cId="1710166856" sldId="2147480694"/>
            <ac:picMk id="18" creationId="{24D3692E-42A7-0369-3F77-DBDD2DA85BB9}"/>
          </ac:picMkLst>
        </pc:picChg>
        <pc:picChg chg="mod modCrop">
          <ac:chgData name="Si Jing Goh" userId="fe228f63-d733-4912-9848-3eb5c05e5c90" providerId="ADAL" clId="{D3CB8232-7DC5-4573-8DB2-EB195F94AE5A}" dt="2025-12-17T15:04:42.763" v="2763" actId="14100"/>
          <ac:picMkLst>
            <pc:docMk/>
            <pc:sldMk cId="1710166856" sldId="2147480694"/>
            <ac:picMk id="20" creationId="{3FCF4A14-E09C-D475-D06E-2864B7952105}"/>
          </ac:picMkLst>
        </pc:picChg>
      </pc:sldChg>
      <pc:sldChg chg="addSp delSp modSp mod">
        <pc:chgData name="Si Jing Goh" userId="fe228f63-d733-4912-9848-3eb5c05e5c90" providerId="ADAL" clId="{D3CB8232-7DC5-4573-8DB2-EB195F94AE5A}" dt="2025-12-17T15:06:29.187" v="2802" actId="20577"/>
        <pc:sldMkLst>
          <pc:docMk/>
          <pc:sldMk cId="21902356" sldId="2147480695"/>
        </pc:sldMkLst>
        <pc:spChg chg="mod">
          <ac:chgData name="Si Jing Goh" userId="fe228f63-d733-4912-9848-3eb5c05e5c90" providerId="ADAL" clId="{D3CB8232-7DC5-4573-8DB2-EB195F94AE5A}" dt="2025-12-17T15:06:29.187" v="2802" actId="20577"/>
          <ac:spMkLst>
            <pc:docMk/>
            <pc:sldMk cId="21902356" sldId="2147480695"/>
            <ac:spMk id="3" creationId="{A9DD6AE5-EE92-5810-D367-65D71C570044}"/>
          </ac:spMkLst>
        </pc:spChg>
        <pc:spChg chg="mod">
          <ac:chgData name="Si Jing Goh" userId="fe228f63-d733-4912-9848-3eb5c05e5c90" providerId="ADAL" clId="{D3CB8232-7DC5-4573-8DB2-EB195F94AE5A}" dt="2025-12-17T14:56:42.238" v="2489" actId="20577"/>
          <ac:spMkLst>
            <pc:docMk/>
            <pc:sldMk cId="21902356" sldId="2147480695"/>
            <ac:spMk id="10" creationId="{F51EEBE6-598A-2757-2D90-A058C602B697}"/>
          </ac:spMkLst>
        </pc:spChg>
        <pc:spChg chg="add del mod">
          <ac:chgData name="Si Jing Goh" userId="fe228f63-d733-4912-9848-3eb5c05e5c90" providerId="ADAL" clId="{D3CB8232-7DC5-4573-8DB2-EB195F94AE5A}" dt="2025-12-17T15:03:13.046" v="2723" actId="478"/>
          <ac:spMkLst>
            <pc:docMk/>
            <pc:sldMk cId="21902356" sldId="2147480695"/>
            <ac:spMk id="12" creationId="{7BAED9CE-9B9A-8008-1490-C1CAD867D31D}"/>
          </ac:spMkLst>
        </pc:spChg>
        <pc:spChg chg="mod">
          <ac:chgData name="Si Jing Goh" userId="fe228f63-d733-4912-9848-3eb5c05e5c90" providerId="ADAL" clId="{D3CB8232-7DC5-4573-8DB2-EB195F94AE5A}" dt="2025-12-17T15:01:06.791" v="2658" actId="1036"/>
          <ac:spMkLst>
            <pc:docMk/>
            <pc:sldMk cId="21902356" sldId="2147480695"/>
            <ac:spMk id="13" creationId="{27BE4FC1-BF5E-82ED-3057-9B56DE039BEE}"/>
          </ac:spMkLst>
        </pc:spChg>
        <pc:spChg chg="mod">
          <ac:chgData name="Si Jing Goh" userId="fe228f63-d733-4912-9848-3eb5c05e5c90" providerId="ADAL" clId="{D3CB8232-7DC5-4573-8DB2-EB195F94AE5A}" dt="2025-12-17T15:01:11.153" v="2671" actId="20577"/>
          <ac:spMkLst>
            <pc:docMk/>
            <pc:sldMk cId="21902356" sldId="2147480695"/>
            <ac:spMk id="14" creationId="{C7944534-E55C-F945-902A-71E5BCE65C6C}"/>
          </ac:spMkLst>
        </pc:spChg>
        <pc:spChg chg="del">
          <ac:chgData name="Si Jing Goh" userId="fe228f63-d733-4912-9848-3eb5c05e5c90" providerId="ADAL" clId="{D3CB8232-7DC5-4573-8DB2-EB195F94AE5A}" dt="2025-12-17T15:01:29.406" v="2682" actId="478"/>
          <ac:spMkLst>
            <pc:docMk/>
            <pc:sldMk cId="21902356" sldId="2147480695"/>
            <ac:spMk id="26" creationId="{7C112DE9-CFF7-4783-777F-F8C77A666F12}"/>
          </ac:spMkLst>
        </pc:spChg>
        <pc:spChg chg="mod">
          <ac:chgData name="Si Jing Goh" userId="fe228f63-d733-4912-9848-3eb5c05e5c90" providerId="ADAL" clId="{D3CB8232-7DC5-4573-8DB2-EB195F94AE5A}" dt="2025-12-17T14:56:50.397" v="2493" actId="20577"/>
          <ac:spMkLst>
            <pc:docMk/>
            <pc:sldMk cId="21902356" sldId="2147480695"/>
            <ac:spMk id="27" creationId="{0F3AF2EE-467D-065F-4952-215315FE906F}"/>
          </ac:spMkLst>
        </pc:spChg>
        <pc:graphicFrameChg chg="mod modGraphic">
          <ac:chgData name="Si Jing Goh" userId="fe228f63-d733-4912-9848-3eb5c05e5c90" providerId="ADAL" clId="{D3CB8232-7DC5-4573-8DB2-EB195F94AE5A}" dt="2025-12-17T15:01:23.309" v="2681" actId="20577"/>
          <ac:graphicFrameMkLst>
            <pc:docMk/>
            <pc:sldMk cId="21902356" sldId="2147480695"/>
            <ac:graphicFrameMk id="22" creationId="{5510AFC3-3051-9F5B-388B-9FB39E8B913B}"/>
          </ac:graphicFrameMkLst>
        </pc:graphicFrameChg>
        <pc:graphicFrameChg chg="mod modGraphic">
          <ac:chgData name="Si Jing Goh" userId="fe228f63-d733-4912-9848-3eb5c05e5c90" providerId="ADAL" clId="{D3CB8232-7DC5-4573-8DB2-EB195F94AE5A}" dt="2025-12-17T15:01:03.706" v="2657" actId="14100"/>
          <ac:graphicFrameMkLst>
            <pc:docMk/>
            <pc:sldMk cId="21902356" sldId="2147480695"/>
            <ac:graphicFrameMk id="23" creationId="{4B7465EE-A077-E5D0-D22F-C1C0F3C18DE5}"/>
          </ac:graphicFrameMkLst>
        </pc:graphicFrameChg>
        <pc:picChg chg="mod">
          <ac:chgData name="Si Jing Goh" userId="fe228f63-d733-4912-9848-3eb5c05e5c90" providerId="ADAL" clId="{D3CB8232-7DC5-4573-8DB2-EB195F94AE5A}" dt="2025-12-17T15:01:31.062" v="2683" actId="1076"/>
          <ac:picMkLst>
            <pc:docMk/>
            <pc:sldMk cId="21902356" sldId="2147480695"/>
            <ac:picMk id="19" creationId="{2746D7B4-607B-FB74-5018-F2D38A6A7C78}"/>
          </ac:picMkLst>
        </pc:picChg>
      </pc:sldChg>
      <pc:sldChg chg="addSp delSp modSp del mod ord modShow">
        <pc:chgData name="Si Jing Goh" userId="fe228f63-d733-4912-9848-3eb5c05e5c90" providerId="ADAL" clId="{D3CB8232-7DC5-4573-8DB2-EB195F94AE5A}" dt="2025-12-17T15:06:32.657" v="2803" actId="47"/>
        <pc:sldMkLst>
          <pc:docMk/>
          <pc:sldMk cId="4122909107" sldId="2147480696"/>
        </pc:sldMkLst>
        <pc:spChg chg="mod">
          <ac:chgData name="Si Jing Goh" userId="fe228f63-d733-4912-9848-3eb5c05e5c90" providerId="ADAL" clId="{D3CB8232-7DC5-4573-8DB2-EB195F94AE5A}" dt="2025-12-17T14:05:08.641" v="813" actId="2711"/>
          <ac:spMkLst>
            <pc:docMk/>
            <pc:sldMk cId="4122909107" sldId="2147480696"/>
            <ac:spMk id="3" creationId="{945F80FA-0AC8-815E-9B96-94645FF0595E}"/>
          </ac:spMkLst>
        </pc:spChg>
        <pc:spChg chg="add mod">
          <ac:chgData name="Si Jing Goh" userId="fe228f63-d733-4912-9848-3eb5c05e5c90" providerId="ADAL" clId="{D3CB8232-7DC5-4573-8DB2-EB195F94AE5A}" dt="2025-12-17T14:07:26.447" v="1027" actId="14100"/>
          <ac:spMkLst>
            <pc:docMk/>
            <pc:sldMk cId="4122909107" sldId="2147480696"/>
            <ac:spMk id="6" creationId="{F65F6BF5-46CA-4158-0D63-F2C6A060D9D1}"/>
          </ac:spMkLst>
        </pc:spChg>
        <pc:spChg chg="mod">
          <ac:chgData name="Si Jing Goh" userId="fe228f63-d733-4912-9848-3eb5c05e5c90" providerId="ADAL" clId="{D3CB8232-7DC5-4573-8DB2-EB195F94AE5A}" dt="2025-12-17T14:05:05.995" v="812" actId="20577"/>
          <ac:spMkLst>
            <pc:docMk/>
            <pc:sldMk cId="4122909107" sldId="2147480696"/>
            <ac:spMk id="10" creationId="{CE710792-4F66-0EB7-DBDE-50494B16A8BE}"/>
          </ac:spMkLst>
        </pc:spChg>
        <pc:spChg chg="mod">
          <ac:chgData name="Si Jing Goh" userId="fe228f63-d733-4912-9848-3eb5c05e5c90" providerId="ADAL" clId="{D3CB8232-7DC5-4573-8DB2-EB195F94AE5A}" dt="2025-12-17T14:05:08.641" v="813" actId="2711"/>
          <ac:spMkLst>
            <pc:docMk/>
            <pc:sldMk cId="4122909107" sldId="2147480696"/>
            <ac:spMk id="13" creationId="{EB1E09D4-2EB6-2EFC-E8E9-67A89CA94763}"/>
          </ac:spMkLst>
        </pc:spChg>
        <pc:spChg chg="del">
          <ac:chgData name="Si Jing Goh" userId="fe228f63-d733-4912-9848-3eb5c05e5c90" providerId="ADAL" clId="{D3CB8232-7DC5-4573-8DB2-EB195F94AE5A}" dt="2025-12-17T14:02:35.165" v="616" actId="478"/>
          <ac:spMkLst>
            <pc:docMk/>
            <pc:sldMk cId="4122909107" sldId="2147480696"/>
            <ac:spMk id="26" creationId="{05AF008E-D517-5943-6730-DACEC722FE22}"/>
          </ac:spMkLst>
        </pc:spChg>
        <pc:spChg chg="mod">
          <ac:chgData name="Si Jing Goh" userId="fe228f63-d733-4912-9848-3eb5c05e5c90" providerId="ADAL" clId="{D3CB8232-7DC5-4573-8DB2-EB195F94AE5A}" dt="2025-12-17T14:05:34.627" v="937" actId="20577"/>
          <ac:spMkLst>
            <pc:docMk/>
            <pc:sldMk cId="4122909107" sldId="2147480696"/>
            <ac:spMk id="27" creationId="{9C606AC2-3295-7168-6505-81AB74CCDBC9}"/>
          </ac:spMkLst>
        </pc:spChg>
        <pc:spChg chg="mod">
          <ac:chgData name="Si Jing Goh" userId="fe228f63-d733-4912-9848-3eb5c05e5c90" providerId="ADAL" clId="{D3CB8232-7DC5-4573-8DB2-EB195F94AE5A}" dt="2025-12-17T14:06:20.051" v="944" actId="20577"/>
          <ac:spMkLst>
            <pc:docMk/>
            <pc:sldMk cId="4122909107" sldId="2147480696"/>
            <ac:spMk id="28" creationId="{7193368B-A392-4C05-E5D2-6600622B32E6}"/>
          </ac:spMkLst>
        </pc:spChg>
        <pc:spChg chg="mod">
          <ac:chgData name="Si Jing Goh" userId="fe228f63-d733-4912-9848-3eb5c05e5c90" providerId="ADAL" clId="{D3CB8232-7DC5-4573-8DB2-EB195F94AE5A}" dt="2025-12-17T14:05:08.641" v="813" actId="2711"/>
          <ac:spMkLst>
            <pc:docMk/>
            <pc:sldMk cId="4122909107" sldId="2147480696"/>
            <ac:spMk id="32" creationId="{ABAADD4C-1C59-DFA2-5B44-01E7A50320AC}"/>
          </ac:spMkLst>
        </pc:spChg>
        <pc:grpChg chg="mod">
          <ac:chgData name="Si Jing Goh" userId="fe228f63-d733-4912-9848-3eb5c05e5c90" providerId="ADAL" clId="{D3CB8232-7DC5-4573-8DB2-EB195F94AE5A}" dt="2025-12-17T14:05:08.641" v="813" actId="2711"/>
          <ac:grpSpMkLst>
            <pc:docMk/>
            <pc:sldMk cId="4122909107" sldId="2147480696"/>
            <ac:grpSpMk id="2" creationId="{ACBF00B1-9297-A2D3-73F8-6964D7EBEC84}"/>
          </ac:grpSpMkLst>
        </pc:grpChg>
        <pc:grpChg chg="mod">
          <ac:chgData name="Si Jing Goh" userId="fe228f63-d733-4912-9848-3eb5c05e5c90" providerId="ADAL" clId="{D3CB8232-7DC5-4573-8DB2-EB195F94AE5A}" dt="2025-12-17T14:05:08.641" v="813" actId="2711"/>
          <ac:grpSpMkLst>
            <pc:docMk/>
            <pc:sldMk cId="4122909107" sldId="2147480696"/>
            <ac:grpSpMk id="7" creationId="{1FE7452B-FE89-7DD0-2199-667D8BAB335F}"/>
          </ac:grpSpMkLst>
        </pc:grpChg>
        <pc:graphicFrameChg chg="mod modGraphic">
          <ac:chgData name="Si Jing Goh" userId="fe228f63-d733-4912-9848-3eb5c05e5c90" providerId="ADAL" clId="{D3CB8232-7DC5-4573-8DB2-EB195F94AE5A}" dt="2025-12-17T14:07:10.847" v="958" actId="2165"/>
          <ac:graphicFrameMkLst>
            <pc:docMk/>
            <pc:sldMk cId="4122909107" sldId="2147480696"/>
            <ac:graphicFrameMk id="5" creationId="{23F97AD1-1789-37C0-9A9C-0F8A58F0937B}"/>
          </ac:graphicFrameMkLst>
        </pc:graphicFrameChg>
        <pc:graphicFrameChg chg="mod">
          <ac:chgData name="Si Jing Goh" userId="fe228f63-d733-4912-9848-3eb5c05e5c90" providerId="ADAL" clId="{D3CB8232-7DC5-4573-8DB2-EB195F94AE5A}" dt="2025-12-17T14:05:08.641" v="813" actId="2711"/>
          <ac:graphicFrameMkLst>
            <pc:docMk/>
            <pc:sldMk cId="4122909107" sldId="2147480696"/>
            <ac:graphicFrameMk id="30" creationId="{7D16A122-8131-281D-12CA-15845E509AEF}"/>
          </ac:graphicFrameMkLst>
        </pc:graphicFrameChg>
        <pc:picChg chg="mod">
          <ac:chgData name="Si Jing Goh" userId="fe228f63-d733-4912-9848-3eb5c05e5c90" providerId="ADAL" clId="{D3CB8232-7DC5-4573-8DB2-EB195F94AE5A}" dt="2025-12-17T14:05:08.641" v="813" actId="2711"/>
          <ac:picMkLst>
            <pc:docMk/>
            <pc:sldMk cId="4122909107" sldId="2147480696"/>
            <ac:picMk id="33" creationId="{4D196580-78B3-8C77-9069-D7976B2803CB}"/>
          </ac:picMkLst>
        </pc:picChg>
        <pc:picChg chg="mod">
          <ac:chgData name="Si Jing Goh" userId="fe228f63-d733-4912-9848-3eb5c05e5c90" providerId="ADAL" clId="{D3CB8232-7DC5-4573-8DB2-EB195F94AE5A}" dt="2025-12-17T14:05:08.641" v="813" actId="2711"/>
          <ac:picMkLst>
            <pc:docMk/>
            <pc:sldMk cId="4122909107" sldId="2147480696"/>
            <ac:picMk id="35" creationId="{8F41C523-D79B-037D-BF14-B62D5917B753}"/>
          </ac:picMkLst>
        </pc:picChg>
      </pc:sldChg>
      <pc:sldChg chg="addSp delSp modSp add mod ord modShow">
        <pc:chgData name="Si Jing Goh" userId="fe228f63-d733-4912-9848-3eb5c05e5c90" providerId="ADAL" clId="{D3CB8232-7DC5-4573-8DB2-EB195F94AE5A}" dt="2025-12-17T15:06:21.973" v="2793" actId="20577"/>
        <pc:sldMkLst>
          <pc:docMk/>
          <pc:sldMk cId="2703426717" sldId="2147480697"/>
        </pc:sldMkLst>
        <pc:spChg chg="mod">
          <ac:chgData name="Si Jing Goh" userId="fe228f63-d733-4912-9848-3eb5c05e5c90" providerId="ADAL" clId="{D3CB8232-7DC5-4573-8DB2-EB195F94AE5A}" dt="2025-12-17T15:06:21.973" v="2793" actId="20577"/>
          <ac:spMkLst>
            <pc:docMk/>
            <pc:sldMk cId="2703426717" sldId="2147480697"/>
            <ac:spMk id="3" creationId="{80E9849B-D006-5855-507A-691DA84282BE}"/>
          </ac:spMkLst>
        </pc:spChg>
        <pc:spChg chg="add del mod">
          <ac:chgData name="Si Jing Goh" userId="fe228f63-d733-4912-9848-3eb5c05e5c90" providerId="ADAL" clId="{D3CB8232-7DC5-4573-8DB2-EB195F94AE5A}" dt="2025-12-17T15:03:33.643" v="2731" actId="478"/>
          <ac:spMkLst>
            <pc:docMk/>
            <pc:sldMk cId="2703426717" sldId="2147480697"/>
            <ac:spMk id="6" creationId="{2CEE5322-7625-3E33-07B9-7C3606186646}"/>
          </ac:spMkLst>
        </pc:spChg>
        <pc:spChg chg="del">
          <ac:chgData name="Si Jing Goh" userId="fe228f63-d733-4912-9848-3eb5c05e5c90" providerId="ADAL" clId="{D3CB8232-7DC5-4573-8DB2-EB195F94AE5A}" dt="2025-12-17T15:03:35.567" v="2732" actId="478"/>
          <ac:spMkLst>
            <pc:docMk/>
            <pc:sldMk cId="2703426717" sldId="2147480697"/>
            <ac:spMk id="26" creationId="{8D236C36-8D90-8FFD-D491-8D9521C3BE76}"/>
          </ac:spMkLst>
        </pc:spChg>
        <pc:picChg chg="mod">
          <ac:chgData name="Si Jing Goh" userId="fe228f63-d733-4912-9848-3eb5c05e5c90" providerId="ADAL" clId="{D3CB8232-7DC5-4573-8DB2-EB195F94AE5A}" dt="2025-12-17T15:03:39.308" v="2735" actId="1076"/>
          <ac:picMkLst>
            <pc:docMk/>
            <pc:sldMk cId="2703426717" sldId="2147480697"/>
            <ac:picMk id="3074" creationId="{01702772-B7CB-4E67-C0AE-0A3B356A4E51}"/>
          </ac:picMkLst>
        </pc:picChg>
      </pc:sldChg>
    </pc:docChg>
  </pc:docChgLst>
  <pc:docChgLst>
    <pc:chgData name="Pannaros Lertchai" userId="S::pannaros.l@ycp.com::e603b5ad-0aa8-4f83-b111-226af2a13199" providerId="AD" clId="Web-{65BC50D4-A5ED-5E85-2E11-5813839ED62E}"/>
    <pc:docChg chg="modSld">
      <pc:chgData name="Pannaros Lertchai" userId="S::pannaros.l@ycp.com::e603b5ad-0aa8-4f83-b111-226af2a13199" providerId="AD" clId="Web-{65BC50D4-A5ED-5E85-2E11-5813839ED62E}" dt="2025-12-17T11:05:23.927" v="1"/>
      <pc:docMkLst>
        <pc:docMk/>
      </pc:docMkLst>
      <pc:sldChg chg="modSp">
        <pc:chgData name="Pannaros Lertchai" userId="S::pannaros.l@ycp.com::e603b5ad-0aa8-4f83-b111-226af2a13199" providerId="AD" clId="Web-{65BC50D4-A5ED-5E85-2E11-5813839ED62E}" dt="2025-12-17T11:05:23.927" v="1"/>
        <pc:sldMkLst>
          <pc:docMk/>
          <pc:sldMk cId="2370558715" sldId="2147480597"/>
        </pc:sldMkLst>
        <pc:graphicFrameChg chg="mod modGraphic">
          <ac:chgData name="Pannaros Lertchai" userId="S::pannaros.l@ycp.com::e603b5ad-0aa8-4f83-b111-226af2a13199" providerId="AD" clId="Web-{65BC50D4-A5ED-5E85-2E11-5813839ED62E}" dt="2025-12-17T11:05:23.927" v="1"/>
          <ac:graphicFrameMkLst>
            <pc:docMk/>
            <pc:sldMk cId="2370558715" sldId="2147480597"/>
            <ac:graphicFrameMk id="3" creationId="{2A263170-B59B-4DD6-496A-BA278B4B79E5}"/>
          </ac:graphicFrameMkLst>
        </pc:graphicFrameChg>
      </pc:sldChg>
    </pc:docChg>
  </pc:docChgLst>
  <pc:docChgLst>
    <pc:chgData name="Yu-Hsuan Yang" userId="8863b532-b564-4633-befd-19e9d65e0593" providerId="ADAL" clId="{94B66394-5F83-4A7E-98C9-10BE8FB78F3D}"/>
    <pc:docChg chg="undo custSel addSld delSld modSld sldOrd">
      <pc:chgData name="Yu-Hsuan Yang" userId="8863b532-b564-4633-befd-19e9d65e0593" providerId="ADAL" clId="{94B66394-5F83-4A7E-98C9-10BE8FB78F3D}" dt="2025-12-17T06:40:27.107" v="5470" actId="14100"/>
      <pc:docMkLst>
        <pc:docMk/>
      </pc:docMkLst>
      <pc:sldChg chg="addSp modSp mod">
        <pc:chgData name="Yu-Hsuan Yang" userId="8863b532-b564-4633-befd-19e9d65e0593" providerId="ADAL" clId="{94B66394-5F83-4A7E-98C9-10BE8FB78F3D}" dt="2025-12-17T06:40:27.107" v="5470" actId="14100"/>
        <pc:sldMkLst>
          <pc:docMk/>
          <pc:sldMk cId="2370558715" sldId="2147480597"/>
        </pc:sldMkLst>
        <pc:spChg chg="mod">
          <ac:chgData name="Yu-Hsuan Yang" userId="8863b532-b564-4633-befd-19e9d65e0593" providerId="ADAL" clId="{94B66394-5F83-4A7E-98C9-10BE8FB78F3D}" dt="2025-12-16T06:10:10.930" v="130" actId="20577"/>
          <ac:spMkLst>
            <pc:docMk/>
            <pc:sldMk cId="2370558715" sldId="2147480597"/>
            <ac:spMk id="2" creationId="{87A70850-F15E-1820-805F-2500595A7112}"/>
          </ac:spMkLst>
        </pc:spChg>
        <pc:spChg chg="add mod">
          <ac:chgData name="Yu-Hsuan Yang" userId="8863b532-b564-4633-befd-19e9d65e0593" providerId="ADAL" clId="{94B66394-5F83-4A7E-98C9-10BE8FB78F3D}" dt="2025-12-17T06:40:27.107" v="5470" actId="14100"/>
          <ac:spMkLst>
            <pc:docMk/>
            <pc:sldMk cId="2370558715" sldId="2147480597"/>
            <ac:spMk id="4" creationId="{8249E15B-6EDF-B7E5-9E63-64B509C995C3}"/>
          </ac:spMkLst>
        </pc:spChg>
        <pc:graphicFrameChg chg="mod modGraphic">
          <ac:chgData name="Yu-Hsuan Yang" userId="8863b532-b564-4633-befd-19e9d65e0593" providerId="ADAL" clId="{94B66394-5F83-4A7E-98C9-10BE8FB78F3D}" dt="2025-12-17T05:17:08.258" v="3156" actId="20577"/>
          <ac:graphicFrameMkLst>
            <pc:docMk/>
            <pc:sldMk cId="2370558715" sldId="2147480597"/>
            <ac:graphicFrameMk id="3" creationId="{2A263170-B59B-4DD6-496A-BA278B4B79E5}"/>
          </ac:graphicFrameMkLst>
        </pc:graphicFrameChg>
      </pc:sldChg>
      <pc:sldChg chg="modSp mod ord modShow">
        <pc:chgData name="Yu-Hsuan Yang" userId="8863b532-b564-4633-befd-19e9d65e0593" providerId="ADAL" clId="{94B66394-5F83-4A7E-98C9-10BE8FB78F3D}" dt="2025-12-16T06:09:28.172" v="98"/>
        <pc:sldMkLst>
          <pc:docMk/>
          <pc:sldMk cId="930936157" sldId="2147480659"/>
        </pc:sldMkLst>
      </pc:sldChg>
      <pc:sldChg chg="modSp mod">
        <pc:chgData name="Yu-Hsuan Yang" userId="8863b532-b564-4633-befd-19e9d65e0593" providerId="ADAL" clId="{94B66394-5F83-4A7E-98C9-10BE8FB78F3D}" dt="2025-12-17T05:47:15.973" v="3624"/>
        <pc:sldMkLst>
          <pc:docMk/>
          <pc:sldMk cId="3847041435" sldId="2147480664"/>
        </pc:sldMkLst>
        <pc:spChg chg="mod">
          <ac:chgData name="Yu-Hsuan Yang" userId="8863b532-b564-4633-befd-19e9d65e0593" providerId="ADAL" clId="{94B66394-5F83-4A7E-98C9-10BE8FB78F3D}" dt="2025-12-17T05:17:22.619" v="3162" actId="20577"/>
          <ac:spMkLst>
            <pc:docMk/>
            <pc:sldMk cId="3847041435" sldId="2147480664"/>
            <ac:spMk id="3" creationId="{80E9849B-D006-5855-507A-691DA84282BE}"/>
          </ac:spMkLst>
        </pc:spChg>
        <pc:graphicFrameChg chg="mod modGraphic">
          <ac:chgData name="Yu-Hsuan Yang" userId="8863b532-b564-4633-befd-19e9d65e0593" providerId="ADAL" clId="{94B66394-5F83-4A7E-98C9-10BE8FB78F3D}" dt="2025-12-17T05:47:15.973" v="3624"/>
          <ac:graphicFrameMkLst>
            <pc:docMk/>
            <pc:sldMk cId="3847041435" sldId="2147480664"/>
            <ac:graphicFrameMk id="23" creationId="{BD11B085-D87E-5F93-6AF3-58A32A493B9E}"/>
          </ac:graphicFrameMkLst>
        </pc:graphicFrameChg>
      </pc:sldChg>
      <pc:sldChg chg="mod ord modShow">
        <pc:chgData name="Yu-Hsuan Yang" userId="8863b532-b564-4633-befd-19e9d65e0593" providerId="ADAL" clId="{94B66394-5F83-4A7E-98C9-10BE8FB78F3D}" dt="2025-12-17T04:36:00.991" v="2270"/>
        <pc:sldMkLst>
          <pc:docMk/>
          <pc:sldMk cId="3205889719" sldId="2147480679"/>
        </pc:sldMkLst>
      </pc:sldChg>
      <pc:sldChg chg="mod ord modShow">
        <pc:chgData name="Yu-Hsuan Yang" userId="8863b532-b564-4633-befd-19e9d65e0593" providerId="ADAL" clId="{94B66394-5F83-4A7E-98C9-10BE8FB78F3D}" dt="2025-12-17T04:36:00.991" v="2270"/>
        <pc:sldMkLst>
          <pc:docMk/>
          <pc:sldMk cId="176431709" sldId="2147480680"/>
        </pc:sldMkLst>
      </pc:sldChg>
      <pc:sldChg chg="mod ord modShow">
        <pc:chgData name="Yu-Hsuan Yang" userId="8863b532-b564-4633-befd-19e9d65e0593" providerId="ADAL" clId="{94B66394-5F83-4A7E-98C9-10BE8FB78F3D}" dt="2025-12-17T04:36:00.991" v="2270"/>
        <pc:sldMkLst>
          <pc:docMk/>
          <pc:sldMk cId="3840666349" sldId="2147480681"/>
        </pc:sldMkLst>
      </pc:sldChg>
      <pc:sldChg chg="addSp delSp modSp add mod">
        <pc:chgData name="Yu-Hsuan Yang" userId="8863b532-b564-4633-befd-19e9d65e0593" providerId="ADAL" clId="{94B66394-5F83-4A7E-98C9-10BE8FB78F3D}" dt="2025-12-17T05:06:29.784" v="2800"/>
        <pc:sldMkLst>
          <pc:docMk/>
          <pc:sldMk cId="3424090978" sldId="2147480683"/>
        </pc:sldMkLst>
        <pc:spChg chg="mod">
          <ac:chgData name="Yu-Hsuan Yang" userId="8863b532-b564-4633-befd-19e9d65e0593" providerId="ADAL" clId="{94B66394-5F83-4A7E-98C9-10BE8FB78F3D}" dt="2025-12-16T06:10:05.324" v="129" actId="20577"/>
          <ac:spMkLst>
            <pc:docMk/>
            <pc:sldMk cId="3424090978" sldId="2147480683"/>
            <ac:spMk id="3" creationId="{C9C4DDCD-6FAD-AA40-7719-1A6F44D45F88}"/>
          </ac:spMkLst>
        </pc:spChg>
        <pc:spChg chg="mod">
          <ac:chgData name="Yu-Hsuan Yang" userId="8863b532-b564-4633-befd-19e9d65e0593" providerId="ADAL" clId="{94B66394-5F83-4A7E-98C9-10BE8FB78F3D}" dt="2025-12-16T06:13:26.648" v="132" actId="6549"/>
          <ac:spMkLst>
            <pc:docMk/>
            <pc:sldMk cId="3424090978" sldId="2147480683"/>
            <ac:spMk id="13" creationId="{A37452F2-9DE7-4249-F4EC-A7F49EEE4DA8}"/>
          </ac:spMkLst>
        </pc:spChg>
        <pc:spChg chg="mod">
          <ac:chgData name="Yu-Hsuan Yang" userId="8863b532-b564-4633-befd-19e9d65e0593" providerId="ADAL" clId="{94B66394-5F83-4A7E-98C9-10BE8FB78F3D}" dt="2025-12-16T06:36:33.335" v="743" actId="1036"/>
          <ac:spMkLst>
            <pc:docMk/>
            <pc:sldMk cId="3424090978" sldId="2147480683"/>
            <ac:spMk id="18" creationId="{1262AB08-FFC4-134E-6C4A-CF5477E5F765}"/>
          </ac:spMkLst>
        </pc:spChg>
        <pc:spChg chg="mod">
          <ac:chgData name="Yu-Hsuan Yang" userId="8863b532-b564-4633-befd-19e9d65e0593" providerId="ADAL" clId="{94B66394-5F83-4A7E-98C9-10BE8FB78F3D}" dt="2025-12-16T06:36:17.167" v="717"/>
          <ac:spMkLst>
            <pc:docMk/>
            <pc:sldMk cId="3424090978" sldId="2147480683"/>
            <ac:spMk id="27" creationId="{70C68FCB-9F2F-4B00-EBAC-2BE8BDFBB632}"/>
          </ac:spMkLst>
        </pc:spChg>
        <pc:grpChg chg="mod">
          <ac:chgData name="Yu-Hsuan Yang" userId="8863b532-b564-4633-befd-19e9d65e0593" providerId="ADAL" clId="{94B66394-5F83-4A7E-98C9-10BE8FB78F3D}" dt="2025-12-16T06:36:40.531" v="786" actId="1036"/>
          <ac:grpSpMkLst>
            <pc:docMk/>
            <pc:sldMk cId="3424090978" sldId="2147480683"/>
            <ac:grpSpMk id="14" creationId="{264D61DC-B9DF-1577-1D59-0C1126F97B03}"/>
          </ac:grpSpMkLst>
        </pc:grpChg>
        <pc:graphicFrameChg chg="add mod modGraphic">
          <ac:chgData name="Yu-Hsuan Yang" userId="8863b532-b564-4633-befd-19e9d65e0593" providerId="ADAL" clId="{94B66394-5F83-4A7E-98C9-10BE8FB78F3D}" dt="2025-12-17T05:06:29.784" v="2800"/>
          <ac:graphicFrameMkLst>
            <pc:docMk/>
            <pc:sldMk cId="3424090978" sldId="2147480683"/>
            <ac:graphicFrameMk id="5" creationId="{9427488E-3E87-B646-F448-201C4F256150}"/>
          </ac:graphicFrameMkLst>
        </pc:graphicFrameChg>
        <pc:graphicFrameChg chg="mod">
          <ac:chgData name="Yu-Hsuan Yang" userId="8863b532-b564-4633-befd-19e9d65e0593" providerId="ADAL" clId="{94B66394-5F83-4A7E-98C9-10BE8FB78F3D}" dt="2025-12-16T07:11:11.047" v="873"/>
          <ac:graphicFrameMkLst>
            <pc:docMk/>
            <pc:sldMk cId="3424090978" sldId="2147480683"/>
            <ac:graphicFrameMk id="17" creationId="{5BBE21C4-FE6C-EB40-4FB7-E5E40B67E6BD}"/>
          </ac:graphicFrameMkLst>
        </pc:graphicFrameChg>
        <pc:picChg chg="add mod">
          <ac:chgData name="Yu-Hsuan Yang" userId="8863b532-b564-4633-befd-19e9d65e0593" providerId="ADAL" clId="{94B66394-5F83-4A7E-98C9-10BE8FB78F3D}" dt="2025-12-16T06:18:28.230" v="264" actId="1035"/>
          <ac:picMkLst>
            <pc:docMk/>
            <pc:sldMk cId="3424090978" sldId="2147480683"/>
            <ac:picMk id="12" creationId="{75BF246F-CA62-D89B-D123-25A89DA638E4}"/>
          </ac:picMkLst>
        </pc:picChg>
      </pc:sldChg>
      <pc:sldChg chg="addSp delSp modSp add mod ord modShow">
        <pc:chgData name="Yu-Hsuan Yang" userId="8863b532-b564-4633-befd-19e9d65e0593" providerId="ADAL" clId="{94B66394-5F83-4A7E-98C9-10BE8FB78F3D}" dt="2025-12-17T04:17:52.086" v="2181"/>
        <pc:sldMkLst>
          <pc:docMk/>
          <pc:sldMk cId="2689245914" sldId="2147480684"/>
        </pc:sldMkLst>
        <pc:spChg chg="add del mod">
          <ac:chgData name="Yu-Hsuan Yang" userId="8863b532-b564-4633-befd-19e9d65e0593" providerId="ADAL" clId="{94B66394-5F83-4A7E-98C9-10BE8FB78F3D}" dt="2025-12-17T04:00:05.965" v="2009" actId="962"/>
          <ac:spMkLst>
            <pc:docMk/>
            <pc:sldMk cId="2689245914" sldId="2147480684"/>
            <ac:spMk id="18" creationId="{D62B1280-3383-0B18-1146-BBC5BBA915A7}"/>
          </ac:spMkLst>
        </pc:spChg>
      </pc:sldChg>
      <pc:sldChg chg="addSp delSp modSp add mod ord">
        <pc:chgData name="Yu-Hsuan Yang" userId="8863b532-b564-4633-befd-19e9d65e0593" providerId="ADAL" clId="{94B66394-5F83-4A7E-98C9-10BE8FB78F3D}" dt="2025-12-17T05:24:27.629" v="3270" actId="20577"/>
        <pc:sldMkLst>
          <pc:docMk/>
          <pc:sldMk cId="346108561" sldId="2147480685"/>
        </pc:sldMkLst>
        <pc:spChg chg="mod">
          <ac:chgData name="Yu-Hsuan Yang" userId="8863b532-b564-4633-befd-19e9d65e0593" providerId="ADAL" clId="{94B66394-5F83-4A7E-98C9-10BE8FB78F3D}" dt="2025-12-17T05:17:19.784" v="3160" actId="20577"/>
          <ac:spMkLst>
            <pc:docMk/>
            <pc:sldMk cId="346108561" sldId="2147480685"/>
            <ac:spMk id="3" creationId="{BCCE033D-50F4-A9EE-C51D-BB6F8D0C5E7B}"/>
          </ac:spMkLst>
        </pc:spChg>
        <pc:spChg chg="mod">
          <ac:chgData name="Yu-Hsuan Yang" userId="8863b532-b564-4633-befd-19e9d65e0593" providerId="ADAL" clId="{94B66394-5F83-4A7E-98C9-10BE8FB78F3D}" dt="2025-12-17T03:57:32.059" v="1976" actId="20577"/>
          <ac:spMkLst>
            <pc:docMk/>
            <pc:sldMk cId="346108561" sldId="2147480685"/>
            <ac:spMk id="13" creationId="{BC27F153-2EB1-945E-D744-C660CB3B2488}"/>
          </ac:spMkLst>
        </pc:spChg>
        <pc:spChg chg="mod">
          <ac:chgData name="Yu-Hsuan Yang" userId="8863b532-b564-4633-befd-19e9d65e0593" providerId="ADAL" clId="{94B66394-5F83-4A7E-98C9-10BE8FB78F3D}" dt="2025-12-17T03:49:05.002" v="1755"/>
          <ac:spMkLst>
            <pc:docMk/>
            <pc:sldMk cId="346108561" sldId="2147480685"/>
            <ac:spMk id="27" creationId="{B4FDC828-5B80-42B2-E63F-D922676E9AB8}"/>
          </ac:spMkLst>
        </pc:spChg>
        <pc:spChg chg="add mod">
          <ac:chgData name="Yu-Hsuan Yang" userId="8863b532-b564-4633-befd-19e9d65e0593" providerId="ADAL" clId="{94B66394-5F83-4A7E-98C9-10BE8FB78F3D}" dt="2025-12-17T04:03:56.080" v="2117" actId="12788"/>
          <ac:spMkLst>
            <pc:docMk/>
            <pc:sldMk cId="346108561" sldId="2147480685"/>
            <ac:spMk id="45" creationId="{3EA2402F-9BF1-17F7-06EB-A16761AE1D49}"/>
          </ac:spMkLst>
        </pc:spChg>
        <pc:spChg chg="add mod">
          <ac:chgData name="Yu-Hsuan Yang" userId="8863b532-b564-4633-befd-19e9d65e0593" providerId="ADAL" clId="{94B66394-5F83-4A7E-98C9-10BE8FB78F3D}" dt="2025-12-17T04:04:37.864" v="2172" actId="1038"/>
          <ac:spMkLst>
            <pc:docMk/>
            <pc:sldMk cId="346108561" sldId="2147480685"/>
            <ac:spMk id="55" creationId="{4607C02B-E7FB-971E-68F0-D9D8521BCFC0}"/>
          </ac:spMkLst>
        </pc:spChg>
        <pc:grpChg chg="add mod">
          <ac:chgData name="Yu-Hsuan Yang" userId="8863b532-b564-4633-befd-19e9d65e0593" providerId="ADAL" clId="{94B66394-5F83-4A7E-98C9-10BE8FB78F3D}" dt="2025-12-17T04:03:56.080" v="2117" actId="12788"/>
          <ac:grpSpMkLst>
            <pc:docMk/>
            <pc:sldMk cId="346108561" sldId="2147480685"/>
            <ac:grpSpMk id="46" creationId="{1E8A886A-012B-DEDB-A9E8-130E94C67360}"/>
          </ac:grpSpMkLst>
        </pc:grpChg>
        <pc:grpChg chg="add mod">
          <ac:chgData name="Yu-Hsuan Yang" userId="8863b532-b564-4633-befd-19e9d65e0593" providerId="ADAL" clId="{94B66394-5F83-4A7E-98C9-10BE8FB78F3D}" dt="2025-12-17T04:04:37.864" v="2172" actId="1038"/>
          <ac:grpSpMkLst>
            <pc:docMk/>
            <pc:sldMk cId="346108561" sldId="2147480685"/>
            <ac:grpSpMk id="56" creationId="{7AD3F3F3-8129-DDDD-A438-43EBFB4B57EF}"/>
          </ac:grpSpMkLst>
        </pc:grpChg>
        <pc:graphicFrameChg chg="mod modGraphic">
          <ac:chgData name="Yu-Hsuan Yang" userId="8863b532-b564-4633-befd-19e9d65e0593" providerId="ADAL" clId="{94B66394-5F83-4A7E-98C9-10BE8FB78F3D}" dt="2025-12-17T05:24:27.629" v="3270" actId="20577"/>
          <ac:graphicFrameMkLst>
            <pc:docMk/>
            <pc:sldMk cId="346108561" sldId="2147480685"/>
            <ac:graphicFrameMk id="5" creationId="{08747D27-A700-D2CC-1421-006D38EF69F2}"/>
          </ac:graphicFrameMkLst>
        </pc:graphicFrameChg>
        <pc:picChg chg="add mod">
          <ac:chgData name="Yu-Hsuan Yang" userId="8863b532-b564-4633-befd-19e9d65e0593" providerId="ADAL" clId="{94B66394-5F83-4A7E-98C9-10BE8FB78F3D}" dt="2025-12-16T07:27:26.155" v="1472"/>
          <ac:picMkLst>
            <pc:docMk/>
            <pc:sldMk cId="346108561" sldId="2147480685"/>
            <ac:picMk id="6" creationId="{E530148E-4FFB-9AA5-CC56-B0B9EFB034A1}"/>
          </ac:picMkLst>
        </pc:picChg>
        <pc:picChg chg="add mod">
          <ac:chgData name="Yu-Hsuan Yang" userId="8863b532-b564-4633-befd-19e9d65e0593" providerId="ADAL" clId="{94B66394-5F83-4A7E-98C9-10BE8FB78F3D}" dt="2025-12-16T07:28:51.867" v="1483" actId="1037"/>
          <ac:picMkLst>
            <pc:docMk/>
            <pc:sldMk cId="346108561" sldId="2147480685"/>
            <ac:picMk id="17" creationId="{01497139-BF69-2B25-65FA-68D5CE9743F5}"/>
          </ac:picMkLst>
        </pc:picChg>
        <pc:picChg chg="add del mod">
          <ac:chgData name="Yu-Hsuan Yang" userId="8863b532-b564-4633-befd-19e9d65e0593" providerId="ADAL" clId="{94B66394-5F83-4A7E-98C9-10BE8FB78F3D}" dt="2025-12-17T03:59:10.612" v="1992" actId="478"/>
          <ac:picMkLst>
            <pc:docMk/>
            <pc:sldMk cId="346108561" sldId="2147480685"/>
            <ac:picMk id="22" creationId="{7D7EB2EF-554A-6893-9A81-514A4B83AE17}"/>
          </ac:picMkLst>
        </pc:picChg>
        <pc:picChg chg="add del mod">
          <ac:chgData name="Yu-Hsuan Yang" userId="8863b532-b564-4633-befd-19e9d65e0593" providerId="ADAL" clId="{94B66394-5F83-4A7E-98C9-10BE8FB78F3D}" dt="2025-12-17T03:59:10.139" v="1991" actId="478"/>
          <ac:picMkLst>
            <pc:docMk/>
            <pc:sldMk cId="346108561" sldId="2147480685"/>
            <ac:picMk id="28" creationId="{F909016F-2C8B-02A6-AA66-0C399D9A2C61}"/>
          </ac:picMkLst>
        </pc:picChg>
        <pc:picChg chg="add del mod">
          <ac:chgData name="Yu-Hsuan Yang" userId="8863b532-b564-4633-befd-19e9d65e0593" providerId="ADAL" clId="{94B66394-5F83-4A7E-98C9-10BE8FB78F3D}" dt="2025-12-17T03:59:09.530" v="1990" actId="478"/>
          <ac:picMkLst>
            <pc:docMk/>
            <pc:sldMk cId="346108561" sldId="2147480685"/>
            <ac:picMk id="30" creationId="{B3BED9AE-EBEA-CB3E-C833-AE2F669A1B51}"/>
          </ac:picMkLst>
        </pc:picChg>
        <pc:picChg chg="add del mod">
          <ac:chgData name="Yu-Hsuan Yang" userId="8863b532-b564-4633-befd-19e9d65e0593" providerId="ADAL" clId="{94B66394-5F83-4A7E-98C9-10BE8FB78F3D}" dt="2025-12-17T03:59:09.181" v="1989" actId="478"/>
          <ac:picMkLst>
            <pc:docMk/>
            <pc:sldMk cId="346108561" sldId="2147480685"/>
            <ac:picMk id="32" creationId="{AD1231B9-A4DD-1729-6926-EC63C02E8321}"/>
          </ac:picMkLst>
        </pc:picChg>
        <pc:picChg chg="add mod">
          <ac:chgData name="Yu-Hsuan Yang" userId="8863b532-b564-4633-befd-19e9d65e0593" providerId="ADAL" clId="{94B66394-5F83-4A7E-98C9-10BE8FB78F3D}" dt="2025-12-17T04:01:33.016" v="2069" actId="164"/>
          <ac:picMkLst>
            <pc:docMk/>
            <pc:sldMk cId="346108561" sldId="2147480685"/>
            <ac:picMk id="34" creationId="{1CD58569-7E99-0D48-C72D-62A064DEF71C}"/>
          </ac:picMkLst>
        </pc:picChg>
        <pc:picChg chg="add mod">
          <ac:chgData name="Yu-Hsuan Yang" userId="8863b532-b564-4633-befd-19e9d65e0593" providerId="ADAL" clId="{94B66394-5F83-4A7E-98C9-10BE8FB78F3D}" dt="2025-12-17T04:01:33.016" v="2069" actId="164"/>
          <ac:picMkLst>
            <pc:docMk/>
            <pc:sldMk cId="346108561" sldId="2147480685"/>
            <ac:picMk id="36" creationId="{1B1C340B-30FC-3518-F0B0-E62AF93C2BEA}"/>
          </ac:picMkLst>
        </pc:picChg>
        <pc:picChg chg="add mod">
          <ac:chgData name="Yu-Hsuan Yang" userId="8863b532-b564-4633-befd-19e9d65e0593" providerId="ADAL" clId="{94B66394-5F83-4A7E-98C9-10BE8FB78F3D}" dt="2025-12-17T04:01:33.016" v="2069" actId="164"/>
          <ac:picMkLst>
            <pc:docMk/>
            <pc:sldMk cId="346108561" sldId="2147480685"/>
            <ac:picMk id="38" creationId="{DD60B89D-A977-4EE0-5364-6FB2B394415B}"/>
          </ac:picMkLst>
        </pc:picChg>
        <pc:picChg chg="add del mod">
          <ac:chgData name="Yu-Hsuan Yang" userId="8863b532-b564-4633-befd-19e9d65e0593" providerId="ADAL" clId="{94B66394-5F83-4A7E-98C9-10BE8FB78F3D}" dt="2025-12-17T03:59:52.162" v="2005" actId="478"/>
          <ac:picMkLst>
            <pc:docMk/>
            <pc:sldMk cId="346108561" sldId="2147480685"/>
            <ac:picMk id="40" creationId="{1109FC0C-5881-5829-7E7F-3818AC2D502D}"/>
          </ac:picMkLst>
        </pc:picChg>
        <pc:picChg chg="add del mod">
          <ac:chgData name="Yu-Hsuan Yang" userId="8863b532-b564-4633-befd-19e9d65e0593" providerId="ADAL" clId="{94B66394-5F83-4A7E-98C9-10BE8FB78F3D}" dt="2025-12-17T03:59:50.924" v="2003" actId="478"/>
          <ac:picMkLst>
            <pc:docMk/>
            <pc:sldMk cId="346108561" sldId="2147480685"/>
            <ac:picMk id="42" creationId="{23BB9B2C-21A0-7D0B-6DE5-8F24FEA71B2C}"/>
          </ac:picMkLst>
        </pc:picChg>
        <pc:picChg chg="add mod">
          <ac:chgData name="Yu-Hsuan Yang" userId="8863b532-b564-4633-befd-19e9d65e0593" providerId="ADAL" clId="{94B66394-5F83-4A7E-98C9-10BE8FB78F3D}" dt="2025-12-17T04:01:33.016" v="2069" actId="164"/>
          <ac:picMkLst>
            <pc:docMk/>
            <pc:sldMk cId="346108561" sldId="2147480685"/>
            <ac:picMk id="44" creationId="{941A59CE-AD70-BA86-5C37-7A468127D5B1}"/>
          </ac:picMkLst>
        </pc:picChg>
        <pc:picChg chg="add mod">
          <ac:chgData name="Yu-Hsuan Yang" userId="8863b532-b564-4633-befd-19e9d65e0593" providerId="ADAL" clId="{94B66394-5F83-4A7E-98C9-10BE8FB78F3D}" dt="2025-12-17T04:04:34.542" v="2164" actId="164"/>
          <ac:picMkLst>
            <pc:docMk/>
            <pc:sldMk cId="346108561" sldId="2147480685"/>
            <ac:picMk id="48" creationId="{CB79CF29-2671-6B17-05A2-E9EF58B5A6D1}"/>
          </ac:picMkLst>
        </pc:picChg>
        <pc:picChg chg="add mod">
          <ac:chgData name="Yu-Hsuan Yang" userId="8863b532-b564-4633-befd-19e9d65e0593" providerId="ADAL" clId="{94B66394-5F83-4A7E-98C9-10BE8FB78F3D}" dt="2025-12-17T04:04:34.542" v="2164" actId="164"/>
          <ac:picMkLst>
            <pc:docMk/>
            <pc:sldMk cId="346108561" sldId="2147480685"/>
            <ac:picMk id="50" creationId="{CB2E7967-C9C5-42C1-7323-BDFE91B8AC3E}"/>
          </ac:picMkLst>
        </pc:picChg>
        <pc:picChg chg="add mod">
          <ac:chgData name="Yu-Hsuan Yang" userId="8863b532-b564-4633-befd-19e9d65e0593" providerId="ADAL" clId="{94B66394-5F83-4A7E-98C9-10BE8FB78F3D}" dt="2025-12-17T04:04:34.542" v="2164" actId="164"/>
          <ac:picMkLst>
            <pc:docMk/>
            <pc:sldMk cId="346108561" sldId="2147480685"/>
            <ac:picMk id="52" creationId="{AC42C581-82AC-B435-0E90-EB938D59362B}"/>
          </ac:picMkLst>
        </pc:picChg>
        <pc:picChg chg="add mod">
          <ac:chgData name="Yu-Hsuan Yang" userId="8863b532-b564-4633-befd-19e9d65e0593" providerId="ADAL" clId="{94B66394-5F83-4A7E-98C9-10BE8FB78F3D}" dt="2025-12-17T04:04:34.542" v="2164" actId="164"/>
          <ac:picMkLst>
            <pc:docMk/>
            <pc:sldMk cId="346108561" sldId="2147480685"/>
            <ac:picMk id="54" creationId="{C4D52076-8592-0A46-9952-725ABABA6103}"/>
          </ac:picMkLst>
        </pc:picChg>
      </pc:sldChg>
      <pc:sldChg chg="modSp mod">
        <pc:chgData name="Yu-Hsuan Yang" userId="8863b532-b564-4633-befd-19e9d65e0593" providerId="ADAL" clId="{94B66394-5F83-4A7E-98C9-10BE8FB78F3D}" dt="2025-12-17T04:34:55.053" v="2251" actId="20577"/>
        <pc:sldMkLst>
          <pc:docMk/>
          <pc:sldMk cId="464726404" sldId="2147480686"/>
        </pc:sldMkLst>
        <pc:spChg chg="mod">
          <ac:chgData name="Yu-Hsuan Yang" userId="8863b532-b564-4633-befd-19e9d65e0593" providerId="ADAL" clId="{94B66394-5F83-4A7E-98C9-10BE8FB78F3D}" dt="2025-12-17T04:34:55.053" v="2251" actId="20577"/>
          <ac:spMkLst>
            <pc:docMk/>
            <pc:sldMk cId="464726404" sldId="2147480686"/>
            <ac:spMk id="6" creationId="{0CA2AB3F-594D-FDC0-81B7-770E937FF03B}"/>
          </ac:spMkLst>
        </pc:spChg>
      </pc:sldChg>
      <pc:sldChg chg="modSp mod">
        <pc:chgData name="Yu-Hsuan Yang" userId="8863b532-b564-4633-befd-19e9d65e0593" providerId="ADAL" clId="{94B66394-5F83-4A7E-98C9-10BE8FB78F3D}" dt="2025-12-17T04:34:59.928" v="2254" actId="20577"/>
        <pc:sldMkLst>
          <pc:docMk/>
          <pc:sldMk cId="2723235181" sldId="2147480687"/>
        </pc:sldMkLst>
        <pc:spChg chg="mod">
          <ac:chgData name="Yu-Hsuan Yang" userId="8863b532-b564-4633-befd-19e9d65e0593" providerId="ADAL" clId="{94B66394-5F83-4A7E-98C9-10BE8FB78F3D}" dt="2025-12-17T04:34:59.928" v="2254" actId="20577"/>
          <ac:spMkLst>
            <pc:docMk/>
            <pc:sldMk cId="2723235181" sldId="2147480687"/>
            <ac:spMk id="18" creationId="{2938177A-5BFD-B36E-DC55-C02A58AFAB06}"/>
          </ac:spMkLst>
        </pc:spChg>
      </pc:sldChg>
      <pc:sldChg chg="modSp mod">
        <pc:chgData name="Yu-Hsuan Yang" userId="8863b532-b564-4633-befd-19e9d65e0593" providerId="ADAL" clId="{94B66394-5F83-4A7E-98C9-10BE8FB78F3D}" dt="2025-12-17T04:35:04.529" v="2256" actId="20577"/>
        <pc:sldMkLst>
          <pc:docMk/>
          <pc:sldMk cId="4191170092" sldId="2147480688"/>
        </pc:sldMkLst>
        <pc:spChg chg="mod">
          <ac:chgData name="Yu-Hsuan Yang" userId="8863b532-b564-4633-befd-19e9d65e0593" providerId="ADAL" clId="{94B66394-5F83-4A7E-98C9-10BE8FB78F3D}" dt="2025-12-17T04:35:04.529" v="2256" actId="20577"/>
          <ac:spMkLst>
            <pc:docMk/>
            <pc:sldMk cId="4191170092" sldId="2147480688"/>
            <ac:spMk id="18" creationId="{3F335F33-A7FC-96B2-1D0F-C2CC62003355}"/>
          </ac:spMkLst>
        </pc:spChg>
      </pc:sldChg>
      <pc:sldChg chg="modSp mod">
        <pc:chgData name="Yu-Hsuan Yang" userId="8863b532-b564-4633-befd-19e9d65e0593" providerId="ADAL" clId="{94B66394-5F83-4A7E-98C9-10BE8FB78F3D}" dt="2025-12-17T04:35:08.262" v="2258" actId="20577"/>
        <pc:sldMkLst>
          <pc:docMk/>
          <pc:sldMk cId="3511787908" sldId="2147480689"/>
        </pc:sldMkLst>
        <pc:spChg chg="mod">
          <ac:chgData name="Yu-Hsuan Yang" userId="8863b532-b564-4633-befd-19e9d65e0593" providerId="ADAL" clId="{94B66394-5F83-4A7E-98C9-10BE8FB78F3D}" dt="2025-12-17T04:35:08.262" v="2258" actId="20577"/>
          <ac:spMkLst>
            <pc:docMk/>
            <pc:sldMk cId="3511787908" sldId="2147480689"/>
            <ac:spMk id="18" creationId="{A9979218-B6BA-F691-6189-A822DE6CF228}"/>
          </ac:spMkLst>
        </pc:spChg>
      </pc:sldChg>
      <pc:sldChg chg="add mod ord modShow">
        <pc:chgData name="Yu-Hsuan Yang" userId="8863b532-b564-4633-befd-19e9d65e0593" providerId="ADAL" clId="{94B66394-5F83-4A7E-98C9-10BE8FB78F3D}" dt="2025-12-17T04:32:04.025" v="2214"/>
        <pc:sldMkLst>
          <pc:docMk/>
          <pc:sldMk cId="1774130832" sldId="2147480690"/>
        </pc:sldMkLst>
      </pc:sldChg>
      <pc:sldChg chg="delSp modSp add del mod">
        <pc:chgData name="Yu-Hsuan Yang" userId="8863b532-b564-4633-befd-19e9d65e0593" providerId="ADAL" clId="{94B66394-5F83-4A7E-98C9-10BE8FB78F3D}" dt="2025-12-17T04:40:10.864" v="2343" actId="47"/>
        <pc:sldMkLst>
          <pc:docMk/>
          <pc:sldMk cId="624444935" sldId="2147480691"/>
        </pc:sldMkLst>
        <pc:spChg chg="mod">
          <ac:chgData name="Yu-Hsuan Yang" userId="8863b532-b564-4633-befd-19e9d65e0593" providerId="ADAL" clId="{94B66394-5F83-4A7E-98C9-10BE8FB78F3D}" dt="2025-12-17T04:40:08.909" v="2342" actId="20577"/>
          <ac:spMkLst>
            <pc:docMk/>
            <pc:sldMk cId="624444935" sldId="2147480691"/>
            <ac:spMk id="3" creationId="{348F2AB1-EE06-A779-FFEE-C4813CA63B40}"/>
          </ac:spMkLst>
        </pc:spChg>
        <pc:spChg chg="del">
          <ac:chgData name="Yu-Hsuan Yang" userId="8863b532-b564-4633-befd-19e9d65e0593" providerId="ADAL" clId="{94B66394-5F83-4A7E-98C9-10BE8FB78F3D}" dt="2025-12-17T04:40:05.603" v="2340" actId="478"/>
          <ac:spMkLst>
            <pc:docMk/>
            <pc:sldMk cId="624444935" sldId="2147480691"/>
            <ac:spMk id="18" creationId="{3B06C3D4-413E-BFB3-6ABE-E3FC76D36598}"/>
          </ac:spMkLst>
        </pc:spChg>
      </pc:sldChg>
      <pc:sldChg chg="addSp delSp modSp add mod">
        <pc:chgData name="Yu-Hsuan Yang" userId="8863b532-b564-4633-befd-19e9d65e0593" providerId="ADAL" clId="{94B66394-5F83-4A7E-98C9-10BE8FB78F3D}" dt="2025-12-17T05:24:23.556" v="3263" actId="20577"/>
        <pc:sldMkLst>
          <pc:docMk/>
          <pc:sldMk cId="3996174619" sldId="2147480691"/>
        </pc:sldMkLst>
        <pc:spChg chg="mod">
          <ac:chgData name="Yu-Hsuan Yang" userId="8863b532-b564-4633-befd-19e9d65e0593" providerId="ADAL" clId="{94B66394-5F83-4A7E-98C9-10BE8FB78F3D}" dt="2025-12-17T05:11:33.339" v="3045" actId="20577"/>
          <ac:spMkLst>
            <pc:docMk/>
            <pc:sldMk cId="3996174619" sldId="2147480691"/>
            <ac:spMk id="3" creationId="{8D4DC3BC-F2ED-73EC-9347-F293EDA41C64}"/>
          </ac:spMkLst>
        </pc:spChg>
        <pc:spChg chg="mod">
          <ac:chgData name="Yu-Hsuan Yang" userId="8863b532-b564-4633-befd-19e9d65e0593" providerId="ADAL" clId="{94B66394-5F83-4A7E-98C9-10BE8FB78F3D}" dt="2025-12-17T04:44:34.265" v="2410" actId="20577"/>
          <ac:spMkLst>
            <pc:docMk/>
            <pc:sldMk cId="3996174619" sldId="2147480691"/>
            <ac:spMk id="5" creationId="{4018EF7F-F85E-43B3-A185-15D77F68C7A6}"/>
          </ac:spMkLst>
        </pc:spChg>
        <pc:spChg chg="mod">
          <ac:chgData name="Yu-Hsuan Yang" userId="8863b532-b564-4633-befd-19e9d65e0593" providerId="ADAL" clId="{94B66394-5F83-4A7E-98C9-10BE8FB78F3D}" dt="2025-12-17T05:08:27.083" v="2843" actId="20577"/>
          <ac:spMkLst>
            <pc:docMk/>
            <pc:sldMk cId="3996174619" sldId="2147480691"/>
            <ac:spMk id="19" creationId="{7C3577F5-4190-F282-28B2-AD653755FD21}"/>
          </ac:spMkLst>
        </pc:spChg>
        <pc:spChg chg="add mod">
          <ac:chgData name="Yu-Hsuan Yang" userId="8863b532-b564-4633-befd-19e9d65e0593" providerId="ADAL" clId="{94B66394-5F83-4A7E-98C9-10BE8FB78F3D}" dt="2025-12-17T05:13:43.374" v="3065"/>
          <ac:spMkLst>
            <pc:docMk/>
            <pc:sldMk cId="3996174619" sldId="2147480691"/>
            <ac:spMk id="21" creationId="{61F8B699-18AD-78E7-922C-708B0CF53905}"/>
          </ac:spMkLst>
        </pc:spChg>
        <pc:spChg chg="mod">
          <ac:chgData name="Yu-Hsuan Yang" userId="8863b532-b564-4633-befd-19e9d65e0593" providerId="ADAL" clId="{94B66394-5F83-4A7E-98C9-10BE8FB78F3D}" dt="2025-12-17T05:00:32.044" v="2794"/>
          <ac:spMkLst>
            <pc:docMk/>
            <pc:sldMk cId="3996174619" sldId="2147480691"/>
            <ac:spMk id="27" creationId="{BC8051A5-9F97-44BF-B89E-EB7799994164}"/>
          </ac:spMkLst>
        </pc:spChg>
        <pc:spChg chg="del">
          <ac:chgData name="Yu-Hsuan Yang" userId="8863b532-b564-4633-befd-19e9d65e0593" providerId="ADAL" clId="{94B66394-5F83-4A7E-98C9-10BE8FB78F3D}" dt="2025-12-17T04:44:51.193" v="2413" actId="478"/>
          <ac:spMkLst>
            <pc:docMk/>
            <pc:sldMk cId="3996174619" sldId="2147480691"/>
            <ac:spMk id="29" creationId="{F762031C-7092-422E-8711-F73491CA538A}"/>
          </ac:spMkLst>
        </pc:spChg>
        <pc:spChg chg="del">
          <ac:chgData name="Yu-Hsuan Yang" userId="8863b532-b564-4633-befd-19e9d65e0593" providerId="ADAL" clId="{94B66394-5F83-4A7E-98C9-10BE8FB78F3D}" dt="2025-12-17T05:13:36.597" v="3063" actId="478"/>
          <ac:spMkLst>
            <pc:docMk/>
            <pc:sldMk cId="3996174619" sldId="2147480691"/>
            <ac:spMk id="35" creationId="{A63740D9-2474-70B2-5F08-DC8B2070729F}"/>
          </ac:spMkLst>
        </pc:spChg>
        <pc:grpChg chg="del">
          <ac:chgData name="Yu-Hsuan Yang" userId="8863b532-b564-4633-befd-19e9d65e0593" providerId="ADAL" clId="{94B66394-5F83-4A7E-98C9-10BE8FB78F3D}" dt="2025-12-17T05:04:32.338" v="2795" actId="478"/>
          <ac:grpSpMkLst>
            <pc:docMk/>
            <pc:sldMk cId="3996174619" sldId="2147480691"/>
            <ac:grpSpMk id="12" creationId="{4643FCD6-35D6-E0B2-1C37-697A286E3E68}"/>
          </ac:grpSpMkLst>
        </pc:grpChg>
        <pc:grpChg chg="add mod">
          <ac:chgData name="Yu-Hsuan Yang" userId="8863b532-b564-4633-befd-19e9d65e0593" providerId="ADAL" clId="{94B66394-5F83-4A7E-98C9-10BE8FB78F3D}" dt="2025-12-17T05:07:19.725" v="2806"/>
          <ac:grpSpMkLst>
            <pc:docMk/>
            <pc:sldMk cId="3996174619" sldId="2147480691"/>
            <ac:grpSpMk id="16" creationId="{0CD88DAE-A7C1-0215-D3CC-15561E51E084}"/>
          </ac:grpSpMkLst>
        </pc:grpChg>
        <pc:graphicFrameChg chg="add mod modGraphic">
          <ac:chgData name="Yu-Hsuan Yang" userId="8863b532-b564-4633-befd-19e9d65e0593" providerId="ADAL" clId="{94B66394-5F83-4A7E-98C9-10BE8FB78F3D}" dt="2025-12-17T05:11:07.722" v="3043"/>
          <ac:graphicFrameMkLst>
            <pc:docMk/>
            <pc:sldMk cId="3996174619" sldId="2147480691"/>
            <ac:graphicFrameMk id="15" creationId="{9E9A03D9-6425-DB0A-ABB8-372F09ADD0DF}"/>
          </ac:graphicFrameMkLst>
        </pc:graphicFrameChg>
        <pc:graphicFrameChg chg="del">
          <ac:chgData name="Yu-Hsuan Yang" userId="8863b532-b564-4633-befd-19e9d65e0593" providerId="ADAL" clId="{94B66394-5F83-4A7E-98C9-10BE8FB78F3D}" dt="2025-12-17T04:44:48.804" v="2412" actId="478"/>
          <ac:graphicFrameMkLst>
            <pc:docMk/>
            <pc:sldMk cId="3996174619" sldId="2147480691"/>
            <ac:graphicFrameMk id="22" creationId="{D2DEE94E-83A1-2186-66E0-6205C153DE1C}"/>
          </ac:graphicFrameMkLst>
        </pc:graphicFrameChg>
        <pc:graphicFrameChg chg="mod modGraphic">
          <ac:chgData name="Yu-Hsuan Yang" userId="8863b532-b564-4633-befd-19e9d65e0593" providerId="ADAL" clId="{94B66394-5F83-4A7E-98C9-10BE8FB78F3D}" dt="2025-12-17T05:24:23.556" v="3263" actId="20577"/>
          <ac:graphicFrameMkLst>
            <pc:docMk/>
            <pc:sldMk cId="3996174619" sldId="2147480691"/>
            <ac:graphicFrameMk id="23" creationId="{C830EA49-75E4-423E-D5BF-2ED8497123D4}"/>
          </ac:graphicFrameMkLst>
        </pc:graphicFrameChg>
        <pc:picChg chg="add mod">
          <ac:chgData name="Yu-Hsuan Yang" userId="8863b532-b564-4633-befd-19e9d65e0593" providerId="ADAL" clId="{94B66394-5F83-4A7E-98C9-10BE8FB78F3D}" dt="2025-12-17T04:43:06.829" v="2371" actId="962"/>
          <ac:picMkLst>
            <pc:docMk/>
            <pc:sldMk cId="3996174619" sldId="2147480691"/>
            <ac:picMk id="14" creationId="{870B3D06-1A03-558A-28D8-953E2357E54E}"/>
          </ac:picMkLst>
        </pc:picChg>
        <pc:picChg chg="del">
          <ac:chgData name="Yu-Hsuan Yang" userId="8863b532-b564-4633-befd-19e9d65e0593" providerId="ADAL" clId="{94B66394-5F83-4A7E-98C9-10BE8FB78F3D}" dt="2025-12-17T04:40:24.188" v="2347" actId="478"/>
          <ac:picMkLst>
            <pc:docMk/>
            <pc:sldMk cId="3996174619" sldId="2147480691"/>
            <ac:picMk id="3074" creationId="{A0BEA6AE-31B2-1965-D31E-134B5E465919}"/>
          </ac:picMkLst>
        </pc:picChg>
        <pc:cxnChg chg="mod">
          <ac:chgData name="Yu-Hsuan Yang" userId="8863b532-b564-4633-befd-19e9d65e0593" providerId="ADAL" clId="{94B66394-5F83-4A7E-98C9-10BE8FB78F3D}" dt="2025-12-17T05:07:19.725" v="2806"/>
          <ac:cxnSpMkLst>
            <pc:docMk/>
            <pc:sldMk cId="3996174619" sldId="2147480691"/>
            <ac:cxnSpMk id="20" creationId="{A62FDC8F-6FE7-C988-575F-311E1479840C}"/>
          </ac:cxnSpMkLst>
        </pc:cxnChg>
      </pc:sldChg>
      <pc:sldChg chg="addSp delSp modSp add mod ord modShow">
        <pc:chgData name="Yu-Hsuan Yang" userId="8863b532-b564-4633-befd-19e9d65e0593" providerId="ADAL" clId="{94B66394-5F83-4A7E-98C9-10BE8FB78F3D}" dt="2025-12-17T05:17:14.873" v="3158" actId="729"/>
        <pc:sldMkLst>
          <pc:docMk/>
          <pc:sldMk cId="2063271818" sldId="2147480692"/>
        </pc:sldMkLst>
        <pc:spChg chg="mod">
          <ac:chgData name="Yu-Hsuan Yang" userId="8863b532-b564-4633-befd-19e9d65e0593" providerId="ADAL" clId="{94B66394-5F83-4A7E-98C9-10BE8FB78F3D}" dt="2025-12-17T05:12:15.610" v="3061" actId="20577"/>
          <ac:spMkLst>
            <pc:docMk/>
            <pc:sldMk cId="2063271818" sldId="2147480692"/>
            <ac:spMk id="3" creationId="{CCE782BF-24D1-D7F2-E76C-82D4343608F8}"/>
          </ac:spMkLst>
        </pc:spChg>
        <pc:spChg chg="add mod">
          <ac:chgData name="Yu-Hsuan Yang" userId="8863b532-b564-4633-befd-19e9d65e0593" providerId="ADAL" clId="{94B66394-5F83-4A7E-98C9-10BE8FB78F3D}" dt="2025-12-17T05:14:16.366" v="3074" actId="12788"/>
          <ac:spMkLst>
            <pc:docMk/>
            <pc:sldMk cId="2063271818" sldId="2147480692"/>
            <ac:spMk id="12" creationId="{D5E24B07-B812-070E-C389-5A7C028BBDD0}"/>
          </ac:spMkLst>
        </pc:spChg>
        <pc:spChg chg="add mod">
          <ac:chgData name="Yu-Hsuan Yang" userId="8863b532-b564-4633-befd-19e9d65e0593" providerId="ADAL" clId="{94B66394-5F83-4A7E-98C9-10BE8FB78F3D}" dt="2025-12-17T05:16:45.590" v="3142" actId="20577"/>
          <ac:spMkLst>
            <pc:docMk/>
            <pc:sldMk cId="2063271818" sldId="2147480692"/>
            <ac:spMk id="18" creationId="{5EBBC328-6550-80DC-2BBE-3EABE11F130C}"/>
          </ac:spMkLst>
        </pc:spChg>
        <pc:spChg chg="mod">
          <ac:chgData name="Yu-Hsuan Yang" userId="8863b532-b564-4633-befd-19e9d65e0593" providerId="ADAL" clId="{94B66394-5F83-4A7E-98C9-10BE8FB78F3D}" dt="2025-12-17T05:12:06.764" v="3048" actId="20577"/>
          <ac:spMkLst>
            <pc:docMk/>
            <pc:sldMk cId="2063271818" sldId="2147480692"/>
            <ac:spMk id="27" creationId="{9E858349-E4ED-83F9-CCD4-790BD548E70B}"/>
          </ac:spMkLst>
        </pc:spChg>
        <pc:spChg chg="del">
          <ac:chgData name="Yu-Hsuan Yang" userId="8863b532-b564-4633-befd-19e9d65e0593" providerId="ADAL" clId="{94B66394-5F83-4A7E-98C9-10BE8FB78F3D}" dt="2025-12-17T05:13:34.280" v="3062" actId="478"/>
          <ac:spMkLst>
            <pc:docMk/>
            <pc:sldMk cId="2063271818" sldId="2147480692"/>
            <ac:spMk id="35" creationId="{36355901-1904-1533-976B-1D43EEF47819}"/>
          </ac:spMkLst>
        </pc:spChg>
        <pc:graphicFrameChg chg="modGraphic">
          <ac:chgData name="Yu-Hsuan Yang" userId="8863b532-b564-4633-befd-19e9d65e0593" providerId="ADAL" clId="{94B66394-5F83-4A7E-98C9-10BE8FB78F3D}" dt="2025-12-17T05:16:34.878" v="3122" actId="6549"/>
          <ac:graphicFrameMkLst>
            <pc:docMk/>
            <pc:sldMk cId="2063271818" sldId="2147480692"/>
            <ac:graphicFrameMk id="15" creationId="{12E79354-4091-A766-3FBF-A256E1689D56}"/>
          </ac:graphicFrameMkLst>
        </pc:graphicFrameChg>
        <pc:graphicFrameChg chg="modGraphic">
          <ac:chgData name="Yu-Hsuan Yang" userId="8863b532-b564-4633-befd-19e9d65e0593" providerId="ADAL" clId="{94B66394-5F83-4A7E-98C9-10BE8FB78F3D}" dt="2025-12-17T05:15:35.017" v="3119" actId="20577"/>
          <ac:graphicFrameMkLst>
            <pc:docMk/>
            <pc:sldMk cId="2063271818" sldId="2147480692"/>
            <ac:graphicFrameMk id="23" creationId="{A5CE69BF-DDAA-0B75-6B39-A554B89160BB}"/>
          </ac:graphicFrameMkLst>
        </pc:graphicFrameChg>
        <pc:picChg chg="del">
          <ac:chgData name="Yu-Hsuan Yang" userId="8863b532-b564-4633-befd-19e9d65e0593" providerId="ADAL" clId="{94B66394-5F83-4A7E-98C9-10BE8FB78F3D}" dt="2025-12-17T05:12:08.289" v="3049" actId="478"/>
          <ac:picMkLst>
            <pc:docMk/>
            <pc:sldMk cId="2063271818" sldId="2147480692"/>
            <ac:picMk id="14" creationId="{CC636441-CC3B-4290-4766-F1AB6CB8F2E7}"/>
          </ac:picMkLst>
        </pc:picChg>
        <pc:picChg chg="add mod">
          <ac:chgData name="Yu-Hsuan Yang" userId="8863b532-b564-4633-befd-19e9d65e0593" providerId="ADAL" clId="{94B66394-5F83-4A7E-98C9-10BE8FB78F3D}" dt="2025-12-17T05:14:16.366" v="3074" actId="12788"/>
          <ac:picMkLst>
            <pc:docMk/>
            <pc:sldMk cId="2063271818" sldId="2147480692"/>
            <ac:picMk id="17" creationId="{38B6BF7F-0FAC-8951-0944-8D7AD953AEE6}"/>
          </ac:picMkLst>
        </pc:picChg>
      </pc:sldChg>
      <pc:sldChg chg="addSp delSp modSp add mod">
        <pc:chgData name="Yu-Hsuan Yang" userId="8863b532-b564-4633-befd-19e9d65e0593" providerId="ADAL" clId="{94B66394-5F83-4A7E-98C9-10BE8FB78F3D}" dt="2025-12-17T05:35:34.281" v="3508" actId="1076"/>
        <pc:sldMkLst>
          <pc:docMk/>
          <pc:sldMk cId="2862291262" sldId="2147480693"/>
        </pc:sldMkLst>
        <pc:spChg chg="mod">
          <ac:chgData name="Yu-Hsuan Yang" userId="8863b532-b564-4633-befd-19e9d65e0593" providerId="ADAL" clId="{94B66394-5F83-4A7E-98C9-10BE8FB78F3D}" dt="2025-12-17T05:18:16.268" v="3181" actId="20577"/>
          <ac:spMkLst>
            <pc:docMk/>
            <pc:sldMk cId="2862291262" sldId="2147480693"/>
            <ac:spMk id="3" creationId="{D673424B-3E60-E1DD-9BC8-EF804B6EE760}"/>
          </ac:spMkLst>
        </pc:spChg>
        <pc:spChg chg="mod">
          <ac:chgData name="Yu-Hsuan Yang" userId="8863b532-b564-4633-befd-19e9d65e0593" providerId="ADAL" clId="{94B66394-5F83-4A7E-98C9-10BE8FB78F3D}" dt="2025-12-17T05:33:51.123" v="3425" actId="20577"/>
          <ac:spMkLst>
            <pc:docMk/>
            <pc:sldMk cId="2862291262" sldId="2147480693"/>
            <ac:spMk id="15" creationId="{71EE4DE6-DD1F-441D-D4BD-02AEAEFCB73A}"/>
          </ac:spMkLst>
        </pc:spChg>
        <pc:spChg chg="mod">
          <ac:chgData name="Yu-Hsuan Yang" userId="8863b532-b564-4633-befd-19e9d65e0593" providerId="ADAL" clId="{94B66394-5F83-4A7E-98C9-10BE8FB78F3D}" dt="2025-12-17T05:31:40.509" v="3382"/>
          <ac:spMkLst>
            <pc:docMk/>
            <pc:sldMk cId="2862291262" sldId="2147480693"/>
            <ac:spMk id="27" creationId="{35A5EDC9-32F6-F5AC-77EB-C6CA32FB985B}"/>
          </ac:spMkLst>
        </pc:spChg>
        <pc:spChg chg="mod">
          <ac:chgData name="Yu-Hsuan Yang" userId="8863b532-b564-4633-befd-19e9d65e0593" providerId="ADAL" clId="{94B66394-5F83-4A7E-98C9-10BE8FB78F3D}" dt="2025-12-17T05:35:07.270" v="3503" actId="1038"/>
          <ac:spMkLst>
            <pc:docMk/>
            <pc:sldMk cId="2862291262" sldId="2147480693"/>
            <ac:spMk id="45" creationId="{090CAD84-B7C4-390C-9A15-C7F50864C06A}"/>
          </ac:spMkLst>
        </pc:spChg>
        <pc:spChg chg="mod">
          <ac:chgData name="Yu-Hsuan Yang" userId="8863b532-b564-4633-befd-19e9d65e0593" providerId="ADAL" clId="{94B66394-5F83-4A7E-98C9-10BE8FB78F3D}" dt="2025-12-17T05:35:07.270" v="3503" actId="1038"/>
          <ac:spMkLst>
            <pc:docMk/>
            <pc:sldMk cId="2862291262" sldId="2147480693"/>
            <ac:spMk id="55" creationId="{CF9BB2C9-6C73-E2EC-3B76-F487F5D97C7D}"/>
          </ac:spMkLst>
        </pc:spChg>
        <pc:grpChg chg="del">
          <ac:chgData name="Yu-Hsuan Yang" userId="8863b532-b564-4633-befd-19e9d65e0593" providerId="ADAL" clId="{94B66394-5F83-4A7E-98C9-10BE8FB78F3D}" dt="2025-12-17T05:18:03.751" v="3165" actId="478"/>
          <ac:grpSpMkLst>
            <pc:docMk/>
            <pc:sldMk cId="2862291262" sldId="2147480693"/>
            <ac:grpSpMk id="46" creationId="{F8A732AA-EB30-3F5C-DB58-93944398C9FE}"/>
          </ac:grpSpMkLst>
        </pc:grpChg>
        <pc:grpChg chg="del">
          <ac:chgData name="Yu-Hsuan Yang" userId="8863b532-b564-4633-befd-19e9d65e0593" providerId="ADAL" clId="{94B66394-5F83-4A7E-98C9-10BE8FB78F3D}" dt="2025-12-17T05:18:04.072" v="3166" actId="478"/>
          <ac:grpSpMkLst>
            <pc:docMk/>
            <pc:sldMk cId="2862291262" sldId="2147480693"/>
            <ac:grpSpMk id="56" creationId="{961B1146-6448-530B-F964-3A47706900D0}"/>
          </ac:grpSpMkLst>
        </pc:grpChg>
        <pc:graphicFrameChg chg="mod modGraphic">
          <ac:chgData name="Yu-Hsuan Yang" userId="8863b532-b564-4633-befd-19e9d65e0593" providerId="ADAL" clId="{94B66394-5F83-4A7E-98C9-10BE8FB78F3D}" dt="2025-12-17T05:27:49.539" v="3379" actId="20577"/>
          <ac:graphicFrameMkLst>
            <pc:docMk/>
            <pc:sldMk cId="2862291262" sldId="2147480693"/>
            <ac:graphicFrameMk id="5" creationId="{9EE7C3A0-B640-DA9E-0A64-91034C193858}"/>
          </ac:graphicFrameMkLst>
        </pc:graphicFrameChg>
        <pc:picChg chg="del">
          <ac:chgData name="Yu-Hsuan Yang" userId="8863b532-b564-4633-befd-19e9d65e0593" providerId="ADAL" clId="{94B66394-5F83-4A7E-98C9-10BE8FB78F3D}" dt="2025-12-17T05:35:11.652" v="3504" actId="478"/>
          <ac:picMkLst>
            <pc:docMk/>
            <pc:sldMk cId="2862291262" sldId="2147480693"/>
            <ac:picMk id="17" creationId="{4E8B4548-8804-B46E-9867-5460B884D588}"/>
          </ac:picMkLst>
        </pc:picChg>
        <pc:picChg chg="add mod">
          <ac:chgData name="Yu-Hsuan Yang" userId="8863b532-b564-4633-befd-19e9d65e0593" providerId="ADAL" clId="{94B66394-5F83-4A7E-98C9-10BE8FB78F3D}" dt="2025-12-17T05:35:07.270" v="3503" actId="1038"/>
          <ac:picMkLst>
            <pc:docMk/>
            <pc:sldMk cId="2862291262" sldId="2147480693"/>
            <ac:picMk id="18" creationId="{8522F408-F64B-D0A3-F763-8013965C0C06}"/>
          </ac:picMkLst>
        </pc:picChg>
        <pc:picChg chg="add mod">
          <ac:chgData name="Yu-Hsuan Yang" userId="8863b532-b564-4633-befd-19e9d65e0593" providerId="ADAL" clId="{94B66394-5F83-4A7E-98C9-10BE8FB78F3D}" dt="2025-12-17T05:35:07.270" v="3503" actId="1038"/>
          <ac:picMkLst>
            <pc:docMk/>
            <pc:sldMk cId="2862291262" sldId="2147480693"/>
            <ac:picMk id="20" creationId="{E7D733E1-D068-3059-7E9C-994C1DDAADE7}"/>
          </ac:picMkLst>
        </pc:picChg>
        <pc:picChg chg="add mod">
          <ac:chgData name="Yu-Hsuan Yang" userId="8863b532-b564-4633-befd-19e9d65e0593" providerId="ADAL" clId="{94B66394-5F83-4A7E-98C9-10BE8FB78F3D}" dt="2025-12-17T05:35:34.281" v="3508" actId="1076"/>
          <ac:picMkLst>
            <pc:docMk/>
            <pc:sldMk cId="2862291262" sldId="2147480693"/>
            <ac:picMk id="22" creationId="{E50F8189-AD32-F845-192E-F76BB4FE478B}"/>
          </ac:picMkLst>
        </pc:picChg>
      </pc:sldChg>
      <pc:sldChg chg="addSp delSp modSp add mod">
        <pc:chgData name="Yu-Hsuan Yang" userId="8863b532-b564-4633-befd-19e9d65e0593" providerId="ADAL" clId="{94B66394-5F83-4A7E-98C9-10BE8FB78F3D}" dt="2025-12-17T06:17:25.258" v="4129" actId="1037"/>
        <pc:sldMkLst>
          <pc:docMk/>
          <pc:sldMk cId="1710166856" sldId="2147480694"/>
        </pc:sldMkLst>
        <pc:spChg chg="mod">
          <ac:chgData name="Yu-Hsuan Yang" userId="8863b532-b564-4633-befd-19e9d65e0593" providerId="ADAL" clId="{94B66394-5F83-4A7E-98C9-10BE8FB78F3D}" dt="2025-12-17T05:42:29.766" v="3514"/>
          <ac:spMkLst>
            <pc:docMk/>
            <pc:sldMk cId="1710166856" sldId="2147480694"/>
            <ac:spMk id="3" creationId="{36E5402E-4A23-A1AB-3CD0-D7846BEBE361}"/>
          </ac:spMkLst>
        </pc:spChg>
        <pc:spChg chg="mod">
          <ac:chgData name="Yu-Hsuan Yang" userId="8863b532-b564-4633-befd-19e9d65e0593" providerId="ADAL" clId="{94B66394-5F83-4A7E-98C9-10BE8FB78F3D}" dt="2025-12-17T06:02:28.050" v="3662" actId="20577"/>
          <ac:spMkLst>
            <pc:docMk/>
            <pc:sldMk cId="1710166856" sldId="2147480694"/>
            <ac:spMk id="13" creationId="{C9A940D0-6505-D89F-93D3-0B9F12B93A84}"/>
          </ac:spMkLst>
        </pc:spChg>
        <pc:spChg chg="mod">
          <ac:chgData name="Yu-Hsuan Yang" userId="8863b532-b564-4633-befd-19e9d65e0593" providerId="ADAL" clId="{94B66394-5F83-4A7E-98C9-10BE8FB78F3D}" dt="2025-12-17T06:15:28.095" v="3994"/>
          <ac:spMkLst>
            <pc:docMk/>
            <pc:sldMk cId="1710166856" sldId="2147480694"/>
            <ac:spMk id="14" creationId="{6DA334F4-B907-2A0D-A08E-949671C32C2F}"/>
          </ac:spMkLst>
        </pc:spChg>
        <pc:spChg chg="add mod">
          <ac:chgData name="Yu-Hsuan Yang" userId="8863b532-b564-4633-befd-19e9d65e0593" providerId="ADAL" clId="{94B66394-5F83-4A7E-98C9-10BE8FB78F3D}" dt="2025-12-17T06:16:39.733" v="4044" actId="1038"/>
          <ac:spMkLst>
            <pc:docMk/>
            <pc:sldMk cId="1710166856" sldId="2147480694"/>
            <ac:spMk id="16" creationId="{11035A8C-87CE-FF75-D2BC-08B8C811602D}"/>
          </ac:spMkLst>
        </pc:spChg>
        <pc:spChg chg="del">
          <ac:chgData name="Yu-Hsuan Yang" userId="8863b532-b564-4633-befd-19e9d65e0593" providerId="ADAL" clId="{94B66394-5F83-4A7E-98C9-10BE8FB78F3D}" dt="2025-12-17T05:48:28.656" v="3645" actId="478"/>
          <ac:spMkLst>
            <pc:docMk/>
            <pc:sldMk cId="1710166856" sldId="2147480694"/>
            <ac:spMk id="18" creationId="{28988DCA-E587-50CD-3C77-9A41695FAA6D}"/>
          </ac:spMkLst>
        </pc:spChg>
        <pc:spChg chg="add mod">
          <ac:chgData name="Yu-Hsuan Yang" userId="8863b532-b564-4633-befd-19e9d65e0593" providerId="ADAL" clId="{94B66394-5F83-4A7E-98C9-10BE8FB78F3D}" dt="2025-12-17T06:17:25.258" v="4129" actId="1037"/>
          <ac:spMkLst>
            <pc:docMk/>
            <pc:sldMk cId="1710166856" sldId="2147480694"/>
            <ac:spMk id="21" creationId="{4EEAAB86-EF99-027E-3154-10BD34F8E18D}"/>
          </ac:spMkLst>
        </pc:spChg>
        <pc:spChg chg="mod">
          <ac:chgData name="Yu-Hsuan Yang" userId="8863b532-b564-4633-befd-19e9d65e0593" providerId="ADAL" clId="{94B66394-5F83-4A7E-98C9-10BE8FB78F3D}" dt="2025-12-17T06:13:52.419" v="3993" actId="20577"/>
          <ac:spMkLst>
            <pc:docMk/>
            <pc:sldMk cId="1710166856" sldId="2147480694"/>
            <ac:spMk id="27" creationId="{97236F8B-DB38-B011-D7E8-D880F0A63B00}"/>
          </ac:spMkLst>
        </pc:spChg>
        <pc:grpChg chg="add mod">
          <ac:chgData name="Yu-Hsuan Yang" userId="8863b532-b564-4633-befd-19e9d65e0593" providerId="ADAL" clId="{94B66394-5F83-4A7E-98C9-10BE8FB78F3D}" dt="2025-12-17T06:15:28.095" v="3994"/>
          <ac:grpSpMkLst>
            <pc:docMk/>
            <pc:sldMk cId="1710166856" sldId="2147480694"/>
            <ac:grpSpMk id="6" creationId="{DE37CF58-8002-774C-E8AC-64C948EE22AD}"/>
          </ac:grpSpMkLst>
        </pc:grpChg>
        <pc:grpChg chg="del">
          <ac:chgData name="Yu-Hsuan Yang" userId="8863b532-b564-4633-befd-19e9d65e0593" providerId="ADAL" clId="{94B66394-5F83-4A7E-98C9-10BE8FB78F3D}" dt="2025-12-17T05:48:25.572" v="3644" actId="478"/>
          <ac:grpSpMkLst>
            <pc:docMk/>
            <pc:sldMk cId="1710166856" sldId="2147480694"/>
            <ac:grpSpMk id="14" creationId="{A0C7CF33-6710-9926-7CE1-CF21682D1975}"/>
          </ac:grpSpMkLst>
        </pc:grpChg>
        <pc:graphicFrameChg chg="del">
          <ac:chgData name="Yu-Hsuan Yang" userId="8863b532-b564-4633-befd-19e9d65e0593" providerId="ADAL" clId="{94B66394-5F83-4A7E-98C9-10BE8FB78F3D}" dt="2025-12-17T05:48:25.572" v="3644" actId="478"/>
          <ac:graphicFrameMkLst>
            <pc:docMk/>
            <pc:sldMk cId="1710166856" sldId="2147480694"/>
            <ac:graphicFrameMk id="17" creationId="{C22CA2A3-AB55-3429-EE04-59AB47C854CE}"/>
          </ac:graphicFrameMkLst>
        </pc:graphicFrameChg>
        <pc:graphicFrameChg chg="mod modGraphic">
          <ac:chgData name="Yu-Hsuan Yang" userId="8863b532-b564-4633-befd-19e9d65e0593" providerId="ADAL" clId="{94B66394-5F83-4A7E-98C9-10BE8FB78F3D}" dt="2025-12-17T06:11:45.182" v="3855"/>
          <ac:graphicFrameMkLst>
            <pc:docMk/>
            <pc:sldMk cId="1710166856" sldId="2147480694"/>
            <ac:graphicFrameMk id="23" creationId="{0A92F041-1956-F68B-1522-CEF9AC2E28FB}"/>
          </ac:graphicFrameMkLst>
        </pc:graphicFrameChg>
        <pc:picChg chg="add mod">
          <ac:chgData name="Yu-Hsuan Yang" userId="8863b532-b564-4633-befd-19e9d65e0593" providerId="ADAL" clId="{94B66394-5F83-4A7E-98C9-10BE8FB78F3D}" dt="2025-12-17T05:42:54.735" v="3524" actId="1076"/>
          <ac:picMkLst>
            <pc:docMk/>
            <pc:sldMk cId="1710166856" sldId="2147480694"/>
            <ac:picMk id="12" creationId="{00DC8245-B931-7056-E10F-3C86311CC266}"/>
          </ac:picMkLst>
        </pc:picChg>
        <pc:picChg chg="add mod">
          <ac:chgData name="Yu-Hsuan Yang" userId="8863b532-b564-4633-befd-19e9d65e0593" providerId="ADAL" clId="{94B66394-5F83-4A7E-98C9-10BE8FB78F3D}" dt="2025-12-17T06:16:39.733" v="4044" actId="1038"/>
          <ac:picMkLst>
            <pc:docMk/>
            <pc:sldMk cId="1710166856" sldId="2147480694"/>
            <ac:picMk id="18" creationId="{24D3692E-42A7-0369-3F77-DBDD2DA85BB9}"/>
          </ac:picMkLst>
        </pc:picChg>
        <pc:picChg chg="add mod">
          <ac:chgData name="Yu-Hsuan Yang" userId="8863b532-b564-4633-befd-19e9d65e0593" providerId="ADAL" clId="{94B66394-5F83-4A7E-98C9-10BE8FB78F3D}" dt="2025-12-17T06:17:25.258" v="4129" actId="1037"/>
          <ac:picMkLst>
            <pc:docMk/>
            <pc:sldMk cId="1710166856" sldId="2147480694"/>
            <ac:picMk id="20" creationId="{3FCF4A14-E09C-D475-D06E-2864B7952105}"/>
          </ac:picMkLst>
        </pc:picChg>
        <pc:picChg chg="del">
          <ac:chgData name="Yu-Hsuan Yang" userId="8863b532-b564-4633-befd-19e9d65e0593" providerId="ADAL" clId="{94B66394-5F83-4A7E-98C9-10BE8FB78F3D}" dt="2025-12-17T05:42:38.061" v="3517" actId="478"/>
          <ac:picMkLst>
            <pc:docMk/>
            <pc:sldMk cId="1710166856" sldId="2147480694"/>
            <ac:picMk id="3074" creationId="{2FF15767-2BE0-B43C-D6EE-489B2E61FAA1}"/>
          </ac:picMkLst>
        </pc:picChg>
        <pc:cxnChg chg="mod">
          <ac:chgData name="Yu-Hsuan Yang" userId="8863b532-b564-4633-befd-19e9d65e0593" providerId="ADAL" clId="{94B66394-5F83-4A7E-98C9-10BE8FB78F3D}" dt="2025-12-17T06:15:28.095" v="3994"/>
          <ac:cxnSpMkLst>
            <pc:docMk/>
            <pc:sldMk cId="1710166856" sldId="2147480694"/>
            <ac:cxnSpMk id="15" creationId="{F030F44E-18E4-DF16-823E-B2AD71FD49E8}"/>
          </ac:cxnSpMkLst>
        </pc:cxnChg>
      </pc:sldChg>
      <pc:sldChg chg="addSp delSp modSp add mod">
        <pc:chgData name="Yu-Hsuan Yang" userId="8863b532-b564-4633-befd-19e9d65e0593" providerId="ADAL" clId="{94B66394-5F83-4A7E-98C9-10BE8FB78F3D}" dt="2025-12-17T06:39:45.161" v="5373" actId="20577"/>
        <pc:sldMkLst>
          <pc:docMk/>
          <pc:sldMk cId="21902356" sldId="2147480695"/>
        </pc:sldMkLst>
        <pc:spChg chg="mod">
          <ac:chgData name="Yu-Hsuan Yang" userId="8863b532-b564-4633-befd-19e9d65e0593" providerId="ADAL" clId="{94B66394-5F83-4A7E-98C9-10BE8FB78F3D}" dt="2025-12-17T06:39:45.161" v="5373" actId="20577"/>
          <ac:spMkLst>
            <pc:docMk/>
            <pc:sldMk cId="21902356" sldId="2147480695"/>
            <ac:spMk id="3" creationId="{A9DD6AE5-EE92-5810-D367-65D71C570044}"/>
          </ac:spMkLst>
        </pc:spChg>
        <pc:spChg chg="mod">
          <ac:chgData name="Yu-Hsuan Yang" userId="8863b532-b564-4633-befd-19e9d65e0593" providerId="ADAL" clId="{94B66394-5F83-4A7E-98C9-10BE8FB78F3D}" dt="2025-12-17T06:18:45.937" v="4146" actId="20577"/>
          <ac:spMkLst>
            <pc:docMk/>
            <pc:sldMk cId="21902356" sldId="2147480695"/>
            <ac:spMk id="13" creationId="{27BE4FC1-BF5E-82ED-3057-9B56DE039BEE}"/>
          </ac:spMkLst>
        </pc:spChg>
        <pc:spChg chg="del">
          <ac:chgData name="Yu-Hsuan Yang" userId="8863b532-b564-4633-befd-19e9d65e0593" providerId="ADAL" clId="{94B66394-5F83-4A7E-98C9-10BE8FB78F3D}" dt="2025-12-17T06:32:16.753" v="4870" actId="478"/>
          <ac:spMkLst>
            <pc:docMk/>
            <pc:sldMk cId="21902356" sldId="2147480695"/>
            <ac:spMk id="16" creationId="{0FA37FD6-C05A-43E6-39F1-62A9CA1C6776}"/>
          </ac:spMkLst>
        </pc:spChg>
        <pc:spChg chg="del">
          <ac:chgData name="Yu-Hsuan Yang" userId="8863b532-b564-4633-befd-19e9d65e0593" providerId="ADAL" clId="{94B66394-5F83-4A7E-98C9-10BE8FB78F3D}" dt="2025-12-17T06:32:16.753" v="4870" actId="478"/>
          <ac:spMkLst>
            <pc:docMk/>
            <pc:sldMk cId="21902356" sldId="2147480695"/>
            <ac:spMk id="21" creationId="{6605B4C8-51AD-D003-B4A7-CDB3968115BB}"/>
          </ac:spMkLst>
        </pc:spChg>
        <pc:spChg chg="mod">
          <ac:chgData name="Yu-Hsuan Yang" userId="8863b532-b564-4633-befd-19e9d65e0593" providerId="ADAL" clId="{94B66394-5F83-4A7E-98C9-10BE8FB78F3D}" dt="2025-12-17T06:19:38.748" v="4160" actId="12788"/>
          <ac:spMkLst>
            <pc:docMk/>
            <pc:sldMk cId="21902356" sldId="2147480695"/>
            <ac:spMk id="26" creationId="{7C112DE9-CFF7-4783-777F-F8C77A666F12}"/>
          </ac:spMkLst>
        </pc:spChg>
        <pc:spChg chg="mod">
          <ac:chgData name="Yu-Hsuan Yang" userId="8863b532-b564-4633-befd-19e9d65e0593" providerId="ADAL" clId="{94B66394-5F83-4A7E-98C9-10BE8FB78F3D}" dt="2025-12-17T06:39:33.881" v="5371" actId="20577"/>
          <ac:spMkLst>
            <pc:docMk/>
            <pc:sldMk cId="21902356" sldId="2147480695"/>
            <ac:spMk id="27" creationId="{0F3AF2EE-467D-065F-4952-215315FE906F}"/>
          </ac:spMkLst>
        </pc:spChg>
        <pc:grpChg chg="mod">
          <ac:chgData name="Yu-Hsuan Yang" userId="8863b532-b564-4633-befd-19e9d65e0593" providerId="ADAL" clId="{94B66394-5F83-4A7E-98C9-10BE8FB78F3D}" dt="2025-12-17T06:36:04.315" v="5191" actId="1035"/>
          <ac:grpSpMkLst>
            <pc:docMk/>
            <pc:sldMk cId="21902356" sldId="2147480695"/>
            <ac:grpSpMk id="6" creationId="{DE97AFA6-01F1-867C-4A33-E70B05A39EB9}"/>
          </ac:grpSpMkLst>
        </pc:grpChg>
        <pc:graphicFrameChg chg="add mod modGraphic">
          <ac:chgData name="Yu-Hsuan Yang" userId="8863b532-b564-4633-befd-19e9d65e0593" providerId="ADAL" clId="{94B66394-5F83-4A7E-98C9-10BE8FB78F3D}" dt="2025-12-17T06:36:04.315" v="5191" actId="1035"/>
          <ac:graphicFrameMkLst>
            <pc:docMk/>
            <pc:sldMk cId="21902356" sldId="2147480695"/>
            <ac:graphicFrameMk id="22" creationId="{5510AFC3-3051-9F5B-388B-9FB39E8B913B}"/>
          </ac:graphicFrameMkLst>
        </pc:graphicFrameChg>
        <pc:graphicFrameChg chg="mod modGraphic">
          <ac:chgData name="Yu-Hsuan Yang" userId="8863b532-b564-4633-befd-19e9d65e0593" providerId="ADAL" clId="{94B66394-5F83-4A7E-98C9-10BE8FB78F3D}" dt="2025-12-17T06:31:18.210" v="4869" actId="20577"/>
          <ac:graphicFrameMkLst>
            <pc:docMk/>
            <pc:sldMk cId="21902356" sldId="2147480695"/>
            <ac:graphicFrameMk id="23" creationId="{4B7465EE-A077-E5D0-D22F-C1C0F3C18DE5}"/>
          </ac:graphicFrameMkLst>
        </pc:graphicFrameChg>
        <pc:picChg chg="del">
          <ac:chgData name="Yu-Hsuan Yang" userId="8863b532-b564-4633-befd-19e9d65e0593" providerId="ADAL" clId="{94B66394-5F83-4A7E-98C9-10BE8FB78F3D}" dt="2025-12-17T06:19:27.241" v="4152" actId="478"/>
          <ac:picMkLst>
            <pc:docMk/>
            <pc:sldMk cId="21902356" sldId="2147480695"/>
            <ac:picMk id="12" creationId="{914E20C2-28B7-B93A-CB0B-F8E395DC3BEF}"/>
          </ac:picMkLst>
        </pc:picChg>
        <pc:picChg chg="del">
          <ac:chgData name="Yu-Hsuan Yang" userId="8863b532-b564-4633-befd-19e9d65e0593" providerId="ADAL" clId="{94B66394-5F83-4A7E-98C9-10BE8FB78F3D}" dt="2025-12-17T06:18:54.382" v="4150" actId="478"/>
          <ac:picMkLst>
            <pc:docMk/>
            <pc:sldMk cId="21902356" sldId="2147480695"/>
            <ac:picMk id="18" creationId="{7EFE2EF9-A393-DB09-5700-70FAA0FABBD1}"/>
          </ac:picMkLst>
        </pc:picChg>
        <pc:picChg chg="add mod">
          <ac:chgData name="Yu-Hsuan Yang" userId="8863b532-b564-4633-befd-19e9d65e0593" providerId="ADAL" clId="{94B66394-5F83-4A7E-98C9-10BE8FB78F3D}" dt="2025-12-17T06:19:38.748" v="4160" actId="12788"/>
          <ac:picMkLst>
            <pc:docMk/>
            <pc:sldMk cId="21902356" sldId="2147480695"/>
            <ac:picMk id="19" creationId="{2746D7B4-607B-FB74-5018-F2D38A6A7C78}"/>
          </ac:picMkLst>
        </pc:picChg>
        <pc:picChg chg="del">
          <ac:chgData name="Yu-Hsuan Yang" userId="8863b532-b564-4633-befd-19e9d65e0593" providerId="ADAL" clId="{94B66394-5F83-4A7E-98C9-10BE8FB78F3D}" dt="2025-12-17T06:18:54.734" v="4151" actId="478"/>
          <ac:picMkLst>
            <pc:docMk/>
            <pc:sldMk cId="21902356" sldId="2147480695"/>
            <ac:picMk id="20" creationId="{9D25164C-287B-9225-C185-F786C7970A71}"/>
          </ac:picMkLst>
        </pc:picChg>
      </pc:sldChg>
    </pc:docChg>
  </pc:docChgLst>
  <pc:docChgLst>
    <pc:chgData name="Pannaros Lertchai" userId="S::pannaros.l@ycp.com::e603b5ad-0aa8-4f83-b111-226af2a13199" providerId="AD" clId="Web-{54DC1A8C-B5B2-2F9B-3C9C-56BD27D005DC}"/>
    <pc:docChg chg="addSld delSld modSld">
      <pc:chgData name="Pannaros Lertchai" userId="S::pannaros.l@ycp.com::e603b5ad-0aa8-4f83-b111-226af2a13199" providerId="AD" clId="Web-{54DC1A8C-B5B2-2F9B-3C9C-56BD27D005DC}" dt="2025-12-17T00:28:32.668" v="35" actId="20577"/>
      <pc:docMkLst>
        <pc:docMk/>
      </pc:docMkLst>
      <pc:sldChg chg="modSp">
        <pc:chgData name="Pannaros Lertchai" userId="S::pannaros.l@ycp.com::e603b5ad-0aa8-4f83-b111-226af2a13199" providerId="AD" clId="Web-{54DC1A8C-B5B2-2F9B-3C9C-56BD27D005DC}" dt="2025-12-17T00:27:51.793" v="30"/>
        <pc:sldMkLst>
          <pc:docMk/>
          <pc:sldMk cId="2370558715" sldId="2147480597"/>
        </pc:sldMkLst>
        <pc:graphicFrameChg chg="mod modGraphic">
          <ac:chgData name="Pannaros Lertchai" userId="S::pannaros.l@ycp.com::e603b5ad-0aa8-4f83-b111-226af2a13199" providerId="AD" clId="Web-{54DC1A8C-B5B2-2F9B-3C9C-56BD27D005DC}" dt="2025-12-17T00:27:51.793" v="30"/>
          <ac:graphicFrameMkLst>
            <pc:docMk/>
            <pc:sldMk cId="2370558715" sldId="2147480597"/>
            <ac:graphicFrameMk id="3" creationId="{2A263170-B59B-4DD6-496A-BA278B4B79E5}"/>
          </ac:graphicFrameMkLst>
        </pc:graphicFrameChg>
      </pc:sldChg>
      <pc:sldChg chg="addSp modSp add replId">
        <pc:chgData name="Pannaros Lertchai" userId="S::pannaros.l@ycp.com::e603b5ad-0aa8-4f83-b111-226af2a13199" providerId="AD" clId="Web-{54DC1A8C-B5B2-2F9B-3C9C-56BD27D005DC}" dt="2025-12-17T00:27:22.293" v="22" actId="20577"/>
        <pc:sldMkLst>
          <pc:docMk/>
          <pc:sldMk cId="464726404" sldId="2147480686"/>
        </pc:sldMkLst>
        <pc:spChg chg="add mod">
          <ac:chgData name="Pannaros Lertchai" userId="S::pannaros.l@ycp.com::e603b5ad-0aa8-4f83-b111-226af2a13199" providerId="AD" clId="Web-{54DC1A8C-B5B2-2F9B-3C9C-56BD27D005DC}" dt="2025-12-17T00:27:22.293" v="22" actId="20577"/>
          <ac:spMkLst>
            <pc:docMk/>
            <pc:sldMk cId="464726404" sldId="2147480686"/>
            <ac:spMk id="6" creationId="{0CA2AB3F-594D-FDC0-81B7-770E937FF03B}"/>
          </ac:spMkLst>
        </pc:spChg>
      </pc:sldChg>
      <pc:sldChg chg="add del replId">
        <pc:chgData name="Pannaros Lertchai" userId="S::pannaros.l@ycp.com::e603b5ad-0aa8-4f83-b111-226af2a13199" providerId="AD" clId="Web-{54DC1A8C-B5B2-2F9B-3C9C-56BD27D005DC}" dt="2025-12-17T00:26:24.293" v="5"/>
        <pc:sldMkLst>
          <pc:docMk/>
          <pc:sldMk cId="1844658831" sldId="2147480686"/>
        </pc:sldMkLst>
      </pc:sldChg>
      <pc:sldChg chg="add del replId">
        <pc:chgData name="Pannaros Lertchai" userId="S::pannaros.l@ycp.com::e603b5ad-0aa8-4f83-b111-226af2a13199" providerId="AD" clId="Web-{54DC1A8C-B5B2-2F9B-3C9C-56BD27D005DC}" dt="2025-12-17T00:26:19.168" v="4"/>
        <pc:sldMkLst>
          <pc:docMk/>
          <pc:sldMk cId="122163942" sldId="2147480687"/>
        </pc:sldMkLst>
      </pc:sldChg>
      <pc:sldChg chg="addSp modSp add replId">
        <pc:chgData name="Pannaros Lertchai" userId="S::pannaros.l@ycp.com::e603b5ad-0aa8-4f83-b111-226af2a13199" providerId="AD" clId="Web-{54DC1A8C-B5B2-2F9B-3C9C-56BD27D005DC}" dt="2025-12-17T00:27:40.090" v="25" actId="20577"/>
        <pc:sldMkLst>
          <pc:docMk/>
          <pc:sldMk cId="2723235181" sldId="2147480687"/>
        </pc:sldMkLst>
        <pc:spChg chg="add mod">
          <ac:chgData name="Pannaros Lertchai" userId="S::pannaros.l@ycp.com::e603b5ad-0aa8-4f83-b111-226af2a13199" providerId="AD" clId="Web-{54DC1A8C-B5B2-2F9B-3C9C-56BD27D005DC}" dt="2025-12-17T00:27:40.090" v="25" actId="20577"/>
          <ac:spMkLst>
            <pc:docMk/>
            <pc:sldMk cId="2723235181" sldId="2147480687"/>
            <ac:spMk id="18" creationId="{2938177A-5BFD-B36E-DC55-C02A58AFAB06}"/>
          </ac:spMkLst>
        </pc:spChg>
      </pc:sldChg>
      <pc:sldChg chg="add del replId">
        <pc:chgData name="Pannaros Lertchai" userId="S::pannaros.l@ycp.com::e603b5ad-0aa8-4f83-b111-226af2a13199" providerId="AD" clId="Web-{54DC1A8C-B5B2-2F9B-3C9C-56BD27D005DC}" dt="2025-12-17T00:26:16.637" v="3"/>
        <pc:sldMkLst>
          <pc:docMk/>
          <pc:sldMk cId="2752716348" sldId="2147480688"/>
        </pc:sldMkLst>
      </pc:sldChg>
      <pc:sldChg chg="addSp modSp add replId">
        <pc:chgData name="Pannaros Lertchai" userId="S::pannaros.l@ycp.com::e603b5ad-0aa8-4f83-b111-226af2a13199" providerId="AD" clId="Web-{54DC1A8C-B5B2-2F9B-3C9C-56BD27D005DC}" dt="2025-12-17T00:28:01.559" v="32" actId="20577"/>
        <pc:sldMkLst>
          <pc:docMk/>
          <pc:sldMk cId="4191170092" sldId="2147480688"/>
        </pc:sldMkLst>
        <pc:spChg chg="add mod">
          <ac:chgData name="Pannaros Lertchai" userId="S::pannaros.l@ycp.com::e603b5ad-0aa8-4f83-b111-226af2a13199" providerId="AD" clId="Web-{54DC1A8C-B5B2-2F9B-3C9C-56BD27D005DC}" dt="2025-12-17T00:28:01.559" v="32" actId="20577"/>
          <ac:spMkLst>
            <pc:docMk/>
            <pc:sldMk cId="4191170092" sldId="2147480688"/>
            <ac:spMk id="18" creationId="{3F335F33-A7FC-96B2-1D0F-C2CC62003355}"/>
          </ac:spMkLst>
        </pc:spChg>
      </pc:sldChg>
      <pc:sldChg chg="addSp modSp add replId">
        <pc:chgData name="Pannaros Lertchai" userId="S::pannaros.l@ycp.com::e603b5ad-0aa8-4f83-b111-226af2a13199" providerId="AD" clId="Web-{54DC1A8C-B5B2-2F9B-3C9C-56BD27D005DC}" dt="2025-12-17T00:28:32.668" v="35" actId="20577"/>
        <pc:sldMkLst>
          <pc:docMk/>
          <pc:sldMk cId="3511787908" sldId="2147480689"/>
        </pc:sldMkLst>
        <pc:spChg chg="add mod">
          <ac:chgData name="Pannaros Lertchai" userId="S::pannaros.l@ycp.com::e603b5ad-0aa8-4f83-b111-226af2a13199" providerId="AD" clId="Web-{54DC1A8C-B5B2-2F9B-3C9C-56BD27D005DC}" dt="2025-12-17T00:28:32.668" v="35" actId="20577"/>
          <ac:spMkLst>
            <pc:docMk/>
            <pc:sldMk cId="3511787908" sldId="2147480689"/>
            <ac:spMk id="18" creationId="{A9979218-B6BA-F691-6189-A822DE6CF22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13420" cy="51798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69731" y="1"/>
            <a:ext cx="3113420" cy="51798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9A0B1-50B0-48D0-B1FD-F23FDD0E25FC}" type="datetimeFigureOut">
              <a:rPr kumimoji="1" lang="ja-JP" altLang="en-US" smtClean="0"/>
              <a:pPr/>
              <a:t>2025/12/20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76288"/>
            <a:ext cx="6907212" cy="3886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8483" y="4920825"/>
            <a:ext cx="5747850" cy="466183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839850"/>
            <a:ext cx="3113420" cy="51798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69731" y="9839850"/>
            <a:ext cx="3113420" cy="51798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64638-DA09-4F05-9D40-370968A2436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9353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988942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" imgH="381" progId="TCLayout.ActiveDocument.1">
                  <p:embed/>
                </p:oleObj>
              </mc:Choice>
              <mc:Fallback>
                <p:oleObj name="think-cell Slide" r:id="rId3" imgW="381" imgH="381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線コネクタ 7"/>
          <p:cNvCxnSpPr>
            <a:cxnSpLocks/>
          </p:cNvCxnSpPr>
          <p:nvPr userDrawn="1"/>
        </p:nvCxnSpPr>
        <p:spPr>
          <a:xfrm>
            <a:off x="0" y="933847"/>
            <a:ext cx="12192000" cy="0"/>
          </a:xfrm>
          <a:prstGeom prst="line">
            <a:avLst/>
          </a:prstGeom>
          <a:ln w="57150">
            <a:solidFill>
              <a:srgbClr val="293F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/>
          <p:cNvCxnSpPr>
            <a:cxnSpLocks/>
          </p:cNvCxnSpPr>
          <p:nvPr userDrawn="1"/>
        </p:nvCxnSpPr>
        <p:spPr>
          <a:xfrm>
            <a:off x="5" y="1005855"/>
            <a:ext cx="12191995" cy="0"/>
          </a:xfrm>
          <a:prstGeom prst="line">
            <a:avLst/>
          </a:prstGeom>
          <a:ln w="28575">
            <a:solidFill>
              <a:srgbClr val="293F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/>
          <p:cNvCxnSpPr/>
          <p:nvPr userDrawn="1"/>
        </p:nvCxnSpPr>
        <p:spPr>
          <a:xfrm>
            <a:off x="0" y="6620212"/>
            <a:ext cx="12192000" cy="0"/>
          </a:xfrm>
          <a:prstGeom prst="line">
            <a:avLst/>
          </a:prstGeom>
          <a:ln w="28575">
            <a:solidFill>
              <a:srgbClr val="293F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3673" y="44624"/>
            <a:ext cx="11508811" cy="8318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45713" rIns="0" bIns="45713" numCol="1" anchor="b" anchorCtr="0" compatLnSpc="1">
            <a:prstTxWarp prst="textNoShape">
              <a:avLst/>
            </a:prstTxWarp>
            <a:noAutofit/>
          </a:bodyPr>
          <a:lstStyle>
            <a:lvl1pPr algn="l">
              <a:defRPr sz="2400"/>
            </a:lvl1pPr>
          </a:lstStyle>
          <a:p>
            <a:pPr lvl="0"/>
            <a:endParaRPr lang="en-US" altLang="ja-JP"/>
          </a:p>
        </p:txBody>
      </p:sp>
      <p:sp>
        <p:nvSpPr>
          <p:cNvPr id="4" name="フッター プレースホルダ 3">
            <a:extLst>
              <a:ext uri="{FF2B5EF4-FFF2-40B4-BE49-F238E27FC236}">
                <a16:creationId xmlns:a16="http://schemas.microsoft.com/office/drawing/2014/main" id="{010D2832-2D82-872D-8E42-53B810C40772}"/>
              </a:ext>
            </a:extLst>
          </p:cNvPr>
          <p:cNvSpPr txBox="1">
            <a:spLocks/>
          </p:cNvSpPr>
          <p:nvPr userDrawn="1"/>
        </p:nvSpPr>
        <p:spPr>
          <a:xfrm>
            <a:off x="3755740" y="6643072"/>
            <a:ext cx="468052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kern="0" cap="none" spc="0" normalizeH="0" baseline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 altLang="ja-JP" sz="800" noProof="0">
                <a:latin typeface="+mn-lt"/>
              </a:rPr>
              <a:t>(C) YCP 2025</a:t>
            </a:r>
            <a:r>
              <a:rPr lang="ja-JP" altLang="en-US" sz="800" noProof="0">
                <a:latin typeface="+mn-lt"/>
              </a:rPr>
              <a:t> </a:t>
            </a:r>
            <a:r>
              <a:rPr lang="en-US" altLang="ja-JP" sz="800" noProof="0">
                <a:latin typeface="+mn-lt"/>
              </a:rPr>
              <a:t>all rights reserved</a:t>
            </a:r>
          </a:p>
        </p:txBody>
      </p:sp>
      <p:pic>
        <p:nvPicPr>
          <p:cNvPr id="11" name="図 10" descr="アイコン&#10;&#10;自動的に生成された説明">
            <a:extLst>
              <a:ext uri="{FF2B5EF4-FFF2-40B4-BE49-F238E27FC236}">
                <a16:creationId xmlns:a16="http://schemas.microsoft.com/office/drawing/2014/main" id="{ED842741-939E-3987-A378-45FC01452A1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673" y="6674018"/>
            <a:ext cx="432000" cy="15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426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YCP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ray, night sky&#10;&#10;Description automatically generated">
            <a:extLst>
              <a:ext uri="{FF2B5EF4-FFF2-40B4-BE49-F238E27FC236}">
                <a16:creationId xmlns:a16="http://schemas.microsoft.com/office/drawing/2014/main" id="{67B51B18-0834-874D-83AA-CD7DAE77FA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0DD4923E-C7A8-4CBA-A7CE-99D6C14A64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7783" y="2730675"/>
            <a:ext cx="7491659" cy="1384125"/>
          </a:xfrm>
        </p:spPr>
        <p:txBody>
          <a:bodyPr lIns="0" rIns="0" anchor="ctr" anchorCtr="0">
            <a:noAutofit/>
          </a:bodyPr>
          <a:lstStyle>
            <a:lvl1pPr marL="0" indent="0">
              <a:buNone/>
              <a:defRPr kumimoji="1" lang="ja-JP" altLang="en-US" sz="440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en-US" altLang="ja-JP"/>
              <a:t>Divider Title</a:t>
            </a:r>
            <a:endParaRPr kumimoji="1" lang="ja-JP" altLang="en-US"/>
          </a:p>
        </p:txBody>
      </p:sp>
      <p:pic>
        <p:nvPicPr>
          <p:cNvPr id="7" name="Picture 6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E282FD82-19EC-BDE8-644B-DC0E16D186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103" y="534711"/>
            <a:ext cx="2228145" cy="79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833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746960470"/>
              </p:ext>
            </p:ext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スライド番号プレースホルダー 5"/>
          <p:cNvSpPr txBox="1">
            <a:spLocks/>
          </p:cNvSpPr>
          <p:nvPr userDrawn="1"/>
        </p:nvSpPr>
        <p:spPr>
          <a:xfrm>
            <a:off x="9347446" y="6662180"/>
            <a:ext cx="2844554" cy="18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400" rtl="0" eaLnBrk="1" latinLnBrk="0" hangingPunct="1"/>
            <a:fld id="{1B6CB131-81F5-444E-A2E5-043B608EAE32}" type="slidenum">
              <a:rPr kumimoji="1" lang="ja-JP" altLang="en-US" sz="1000" kern="120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algn="r" defTabSz="914400" rtl="0" eaLnBrk="1" latinLnBrk="0" hangingPunct="1"/>
              <a:t>‹#›</a:t>
            </a:fld>
            <a:endParaRPr kumimoji="1" lang="ja-JP" altLang="en-US" sz="1000" kern="1200">
              <a:solidFill>
                <a:schemeClr val="tx1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319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0" r:id="rId1"/>
    <p:sldLayoutId id="2147484022" r:id="rId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pos="7469" userDrawn="1">
          <p15:clr>
            <a:srgbClr val="F26B43"/>
          </p15:clr>
        </p15:guide>
        <p15:guide id="4" orient="horz" pos="3838" userDrawn="1">
          <p15:clr>
            <a:srgbClr val="F26B43"/>
          </p15:clr>
        </p15:guide>
        <p15:guide id="5" orient="horz" pos="3997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pos="3952" userDrawn="1">
          <p15:clr>
            <a:srgbClr val="F26B43"/>
          </p15:clr>
        </p15:guide>
        <p15:guide id="9" pos="37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logictronic.com/" TargetMode="External"/><Relationship Id="rId3" Type="http://schemas.openxmlformats.org/officeDocument/2006/relationships/hyperlink" Target="https://www.andencorp.co.th/" TargetMode="External"/><Relationship Id="rId7" Type="http://schemas.openxmlformats.org/officeDocument/2006/relationships/hyperlink" Target="https://www.securikoindonesia.com/" TargetMode="External"/><Relationship Id="rId2" Type="http://schemas.openxmlformats.org/officeDocument/2006/relationships/hyperlink" Target="https://www.belco.my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d-ron.com/" TargetMode="External"/><Relationship Id="rId11" Type="http://schemas.openxmlformats.org/officeDocument/2006/relationships/hyperlink" Target="https://phucbinh.com.vn/en/home/" TargetMode="External"/><Relationship Id="rId5" Type="http://schemas.openxmlformats.org/officeDocument/2006/relationships/hyperlink" Target="https://www.prowler.com.sg/" TargetMode="External"/><Relationship Id="rId10" Type="http://schemas.openxmlformats.org/officeDocument/2006/relationships/hyperlink" Target="https://nhaantoan.com/" TargetMode="External"/><Relationship Id="rId4" Type="http://schemas.openxmlformats.org/officeDocument/2006/relationships/hyperlink" Target="http://www.keydence.com/" TargetMode="External"/><Relationship Id="rId9" Type="http://schemas.openxmlformats.org/officeDocument/2006/relationships/hyperlink" Target="http://www.visco-vn.com/solu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C96C3-B74B-601D-608B-8481861AC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70850-F15E-1820-805F-2500595A7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52675"/>
            <a:ext cx="11522075" cy="831600"/>
          </a:xfrm>
        </p:spPr>
        <p:txBody>
          <a:bodyPr/>
          <a:lstStyle/>
          <a:p>
            <a:r>
              <a:rPr lang="ja-JP" altLang="en-US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Target List – </a:t>
            </a:r>
            <a:r>
              <a:rPr lang="en-US" altLang="ja-JP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Security Product Distributors in Southeast Asia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A263170-B59B-4DD6-496A-BA278B4B7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483617"/>
              </p:ext>
            </p:extLst>
          </p:nvPr>
        </p:nvGraphicFramePr>
        <p:xfrm>
          <a:off x="334963" y="1341439"/>
          <a:ext cx="11522077" cy="3712702"/>
        </p:xfrm>
        <a:graphic>
          <a:graphicData uri="http://schemas.openxmlformats.org/drawingml/2006/table">
            <a:tbl>
              <a:tblPr/>
              <a:tblGrid>
                <a:gridCol w="1025259">
                  <a:extLst>
                    <a:ext uri="{9D8B030D-6E8A-4147-A177-3AD203B41FA5}">
                      <a16:colId xmlns:a16="http://schemas.microsoft.com/office/drawing/2014/main" val="1709477104"/>
                    </a:ext>
                  </a:extLst>
                </a:gridCol>
                <a:gridCol w="1957314">
                  <a:extLst>
                    <a:ext uri="{9D8B030D-6E8A-4147-A177-3AD203B41FA5}">
                      <a16:colId xmlns:a16="http://schemas.microsoft.com/office/drawing/2014/main" val="3702341498"/>
                    </a:ext>
                  </a:extLst>
                </a:gridCol>
                <a:gridCol w="1067438">
                  <a:extLst>
                    <a:ext uri="{9D8B030D-6E8A-4147-A177-3AD203B41FA5}">
                      <a16:colId xmlns:a16="http://schemas.microsoft.com/office/drawing/2014/main" val="4093582876"/>
                    </a:ext>
                  </a:extLst>
                </a:gridCol>
                <a:gridCol w="1067438">
                  <a:extLst>
                    <a:ext uri="{9D8B030D-6E8A-4147-A177-3AD203B41FA5}">
                      <a16:colId xmlns:a16="http://schemas.microsoft.com/office/drawing/2014/main" val="4025668912"/>
                    </a:ext>
                  </a:extLst>
                </a:gridCol>
                <a:gridCol w="1067438">
                  <a:extLst>
                    <a:ext uri="{9D8B030D-6E8A-4147-A177-3AD203B41FA5}">
                      <a16:colId xmlns:a16="http://schemas.microsoft.com/office/drawing/2014/main" val="733041467"/>
                    </a:ext>
                  </a:extLst>
                </a:gridCol>
                <a:gridCol w="1067438">
                  <a:extLst>
                    <a:ext uri="{9D8B030D-6E8A-4147-A177-3AD203B41FA5}">
                      <a16:colId xmlns:a16="http://schemas.microsoft.com/office/drawing/2014/main" val="2608021969"/>
                    </a:ext>
                  </a:extLst>
                </a:gridCol>
                <a:gridCol w="1067438">
                  <a:extLst>
                    <a:ext uri="{9D8B030D-6E8A-4147-A177-3AD203B41FA5}">
                      <a16:colId xmlns:a16="http://schemas.microsoft.com/office/drawing/2014/main" val="4248069480"/>
                    </a:ext>
                  </a:extLst>
                </a:gridCol>
                <a:gridCol w="1067438">
                  <a:extLst>
                    <a:ext uri="{9D8B030D-6E8A-4147-A177-3AD203B41FA5}">
                      <a16:colId xmlns:a16="http://schemas.microsoft.com/office/drawing/2014/main" val="4161214298"/>
                    </a:ext>
                  </a:extLst>
                </a:gridCol>
                <a:gridCol w="1067438">
                  <a:extLst>
                    <a:ext uri="{9D8B030D-6E8A-4147-A177-3AD203B41FA5}">
                      <a16:colId xmlns:a16="http://schemas.microsoft.com/office/drawing/2014/main" val="4174704450"/>
                    </a:ext>
                  </a:extLst>
                </a:gridCol>
                <a:gridCol w="1067438">
                  <a:extLst>
                    <a:ext uri="{9D8B030D-6E8A-4147-A177-3AD203B41FA5}">
                      <a16:colId xmlns:a16="http://schemas.microsoft.com/office/drawing/2014/main" val="53537424"/>
                    </a:ext>
                  </a:extLst>
                </a:gridCol>
              </a:tblGrid>
              <a:tr h="29650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40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099">
                      <a:solidFill>
                        <a:schemeClr val="bg1"/>
                      </a:solidFill>
                    </a:lnL>
                    <a:lnR w="38099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099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099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400" b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099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Revenue </a:t>
                      </a:r>
                    </a:p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(100M JPY)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24A9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ja-JP" sz="1400" b="0">
                          <a:solidFill>
                            <a:schemeClr val="bg1"/>
                          </a:solidFill>
                          <a:latin typeface="Segoe UI"/>
                          <a:ea typeface="+mn-ea"/>
                          <a:cs typeface="Segoe UI"/>
                        </a:rPr>
                        <a:t>Operating Margin</a:t>
                      </a:r>
                      <a:endParaRPr lang="ja-JP" altLang="en-US" sz="1400" b="0">
                        <a:solidFill>
                          <a:schemeClr val="bg1"/>
                        </a:solidFill>
                        <a:latin typeface="Segoe UI"/>
                        <a:ea typeface="+mn-ea"/>
                        <a:cs typeface="Segoe UI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24A9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ja-JP" sz="1400" b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Product Owner</a:t>
                      </a:r>
                      <a:endParaRPr lang="ja-JP" altLang="en-US" sz="1400" b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24A9"/>
                    </a:solidFill>
                  </a:tcPr>
                </a:tc>
                <a:tc gridSpan="4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ja-JP" sz="1400" b="0">
                          <a:solidFill>
                            <a:schemeClr val="bg1"/>
                          </a:solidFill>
                          <a:latin typeface="Segoe UI"/>
                          <a:ea typeface="+mn-ea"/>
                          <a:cs typeface="Segoe UI"/>
                        </a:rPr>
                        <a:t>Product</a:t>
                      </a:r>
                      <a:endParaRPr lang="ja-JP" altLang="en-US" sz="1400" b="0">
                        <a:solidFill>
                          <a:schemeClr val="bg1"/>
                        </a:solidFill>
                        <a:latin typeface="Segoe UI"/>
                        <a:ea typeface="+mn-ea"/>
                        <a:cs typeface="Segoe UI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24A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400" b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24A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ja-JP" sz="1400" b="0">
                          <a:solidFill>
                            <a:schemeClr val="bg1"/>
                          </a:solidFill>
                          <a:latin typeface="Segoe UI"/>
                          <a:ea typeface="+mn-ea"/>
                          <a:cs typeface="Segoe UI"/>
                        </a:rPr>
                        <a:t>Data Center Customer</a:t>
                      </a:r>
                      <a:endParaRPr lang="en-US" sz="14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24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235602"/>
                  </a:ext>
                </a:extLst>
              </a:tr>
              <a:tr h="436136">
                <a:tc>
                  <a:txBody>
                    <a:bodyPr/>
                    <a:lstStyle/>
                    <a:p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099">
                      <a:solidFill>
                        <a:schemeClr val="bg1"/>
                      </a:solidFill>
                    </a:lnL>
                    <a:lnR w="38099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099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099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BE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BE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Segoe UI"/>
                          <a:cs typeface="Segoe UI"/>
                        </a:rPr>
                        <a:t>Security Door/Locks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Fire Safety System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Security Systems* 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Access Control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5000"/>
                        <a:lumOff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255016"/>
                  </a:ext>
                </a:extLst>
              </a:tr>
              <a:tr h="29650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Malaysia</a:t>
                      </a:r>
                      <a:endParaRPr sz="14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34" charset="-128"/>
                          <a:cs typeface="Segoe UI" panose="020B0502040204020203" pitchFamily="34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1. Belco Distribution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34" charset="-128"/>
                          <a:cs typeface="Segoe UI" panose="020B0502040204020203" pitchFamily="34" charset="0"/>
                        </a:rPr>
                        <a:t>12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34" charset="-128"/>
                          <a:cs typeface="Segoe UI" panose="020B0502040204020203" pitchFamily="34" charset="0"/>
                        </a:rPr>
                        <a:t>13.3%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GB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Yu Gothic"/>
                        <a:cs typeface="Segoe UI" panose="020B0502040204020203" pitchFamily="34" charset="0"/>
                        <a:sym typeface="Wingdings" panose="05000000000000000000" pitchFamily="2" charset="2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Yu Gothic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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GB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Yu Gothic"/>
                        <a:cs typeface="Segoe UI" panose="020B0502040204020203" pitchFamily="34" charset="0"/>
                        <a:sym typeface="Wingdings" panose="05000000000000000000" pitchFamily="2" charset="2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Yu Gothic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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Yu Gothic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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GB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Yu Gothic"/>
                        <a:cs typeface="Segoe UI" panose="020B0502040204020203" pitchFamily="34" charset="0"/>
                        <a:sym typeface="Wingdings" panose="05000000000000000000" pitchFamily="2" charset="2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919539"/>
                  </a:ext>
                </a:extLst>
              </a:tr>
              <a:tr h="31152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Thailand</a:t>
                      </a:r>
                      <a:endParaRPr kumimoji="1" lang="ja-JP" altLang="en-US" sz="14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34" charset="-128"/>
                          <a:cs typeface="Segoe UI" panose="020B0502040204020203" pitchFamily="34" charset="0"/>
                          <a:hlinkClick r:id="rId3"/>
                        </a:rPr>
                        <a:t>2. Anden Corporation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5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  <a:ea typeface="游ゴシック"/>
                          <a:cs typeface="Segoe UI"/>
                        </a:rPr>
                        <a:t>8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MY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  <a:ea typeface="+mn-ea"/>
                          <a:cs typeface="Segoe UI"/>
                        </a:rPr>
                        <a:t>3.6%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MY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anose="05000000000000000000" pitchFamily="2" charset="2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MY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anose="05000000000000000000" pitchFamily="2" charset="2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/>
                          <a:ea typeface="Yu Gothic"/>
                          <a:cs typeface="Segoe UI"/>
                          <a:sym typeface="Wingdings" panose="05000000000000000000" pitchFamily="2" charset="2"/>
                        </a:rPr>
                        <a:t>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GB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Segoe UI"/>
                        <a:ea typeface="Yu Gothic"/>
                        <a:cs typeface="Segoe UI"/>
                        <a:sym typeface="Wingdings" panose="05000000000000000000" pitchFamily="2" charset="2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kumimoji="1" lang="en-GB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Segoe UI"/>
                        <a:ea typeface="Yu Gothic"/>
                        <a:cs typeface="Segoe UI"/>
                        <a:sym typeface="Wingdings" panose="05000000000000000000" pitchFamily="2" charset="2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8751728"/>
                  </a:ext>
                </a:extLst>
              </a:tr>
              <a:tr h="296504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Singapore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34" charset="-128"/>
                          <a:cs typeface="Segoe UI" panose="020B0502040204020203" pitchFamily="34" charset="0"/>
                          <a:hlinkClick r:id="rId4"/>
                        </a:rPr>
                        <a:t>3. </a:t>
                      </a:r>
                      <a:r>
                        <a:rPr lang="en-GB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34" charset="-128"/>
                          <a:cs typeface="Segoe UI" panose="020B0502040204020203" pitchFamily="34" charset="0"/>
                          <a:hlinkClick r:id="rId4"/>
                        </a:rPr>
                        <a:t>Keydence</a:t>
                      </a:r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34" charset="-128"/>
                          <a:cs typeface="Segoe UI" panose="020B0502040204020203" pitchFamily="34" charset="0"/>
                          <a:hlinkClick r:id="rId4"/>
                        </a:rPr>
                        <a:t> Systems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5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MY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-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MY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-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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GB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Yu Gothic"/>
                        <a:cs typeface="Segoe UI" panose="020B0502040204020203" pitchFamily="34" charset="0"/>
                        <a:sym typeface="Wingdings" panose="05000000000000000000" pitchFamily="2" charset="2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Yu Gothic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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Yu Gothic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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kumimoji="1" lang="en-GB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Yu Gothic"/>
                        <a:cs typeface="Segoe UI" panose="020B0502040204020203" pitchFamily="34" charset="0"/>
                        <a:sym typeface="Wingdings" panose="05000000000000000000" pitchFamily="2" charset="2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952603"/>
                  </a:ext>
                </a:extLst>
              </a:tr>
              <a:tr h="296504">
                <a:tc vMerge="1">
                  <a:txBody>
                    <a:bodyPr/>
                    <a:lstStyle/>
                    <a:p>
                      <a:pPr algn="ctr"/>
                      <a:endParaRPr sz="140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099">
                      <a:solidFill>
                        <a:schemeClr val="bg1"/>
                      </a:solidFill>
                    </a:lnL>
                    <a:lnR w="38099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099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11AB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34" charset="-128"/>
                          <a:cs typeface="Segoe UI" panose="020B0502040204020203" pitchFamily="34" charset="0"/>
                          <a:hlinkClick r:id="rId5"/>
                        </a:rPr>
                        <a:t>4. Prowler International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099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5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MY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  <a:ea typeface="+mn-ea"/>
                          <a:cs typeface="Segoe UI"/>
                        </a:rPr>
                        <a:t>-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MY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  <a:ea typeface="+mn-ea"/>
                          <a:cs typeface="Segoe UI"/>
                        </a:rPr>
                        <a:t>-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GB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Yu Gothic"/>
                        <a:cs typeface="Segoe UI" panose="020B0502040204020203" pitchFamily="34" charset="0"/>
                        <a:sym typeface="Wingdings" panose="05000000000000000000" pitchFamily="2" charset="2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GB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Yu Gothic"/>
                        <a:cs typeface="Segoe UI" panose="020B0502040204020203" pitchFamily="34" charset="0"/>
                        <a:sym typeface="Wingdings" panose="05000000000000000000" pitchFamily="2" charset="2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MY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Yu Gothic"/>
                        <a:cs typeface="Segoe UI" panose="020B0502040204020203" pitchFamily="34" charset="0"/>
                        <a:sym typeface="Wingdings" panose="05000000000000000000" pitchFamily="2" charset="2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/>
                          <a:ea typeface="Yu Gothic"/>
                          <a:cs typeface="Segoe UI"/>
                          <a:sym typeface="Wingdings" panose="05000000000000000000" pitchFamily="2" charset="2"/>
                        </a:rPr>
                        <a:t>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/>
                          <a:ea typeface="Yu Gothic"/>
                          <a:cs typeface="Segoe UI"/>
                          <a:sym typeface="Wingdings" panose="05000000000000000000" pitchFamily="2" charset="2"/>
                        </a:rPr>
                        <a:t>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GB" altLang="ja-JP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Segoe UI"/>
                        <a:ea typeface="Yu Gothic"/>
                        <a:cs typeface="Segoe UI"/>
                        <a:sym typeface="Wingdings" panose="05000000000000000000" pitchFamily="2" charset="2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8896979"/>
                  </a:ext>
                </a:extLst>
              </a:tr>
              <a:tr h="296504">
                <a:tc vMerge="1"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MY" sz="1400" b="0" i="0" u="sng" strike="noStrike">
                        <a:solidFill>
                          <a:srgbClr val="467886"/>
                        </a:solidFill>
                        <a:effectLst/>
                        <a:latin typeface="+mn-ea"/>
                        <a:ea typeface="+mn-ea"/>
                        <a:cs typeface="Segoe UI"/>
                      </a:endParaRPr>
                    </a:p>
                  </a:txBody>
                  <a:tcPr marL="36576" marR="36576" marT="0" marB="0" anchor="ctr">
                    <a:lnL w="38099">
                      <a:solidFill>
                        <a:schemeClr val="bg1"/>
                      </a:solidFill>
                    </a:lnL>
                    <a:lnR w="38099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099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5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34" charset="-128"/>
                          <a:cs typeface="Segoe UI" panose="020B0502040204020203" pitchFamily="34" charset="0"/>
                          <a:hlinkClick r:id="rId6"/>
                        </a:rPr>
                        <a:t>5. D-Ron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099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5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MY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  <a:ea typeface="+mn-ea"/>
                          <a:cs typeface="Segoe UI"/>
                        </a:rPr>
                        <a:t>-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MY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  <a:ea typeface="+mn-ea"/>
                          <a:cs typeface="Segoe UI"/>
                        </a:rPr>
                        <a:t>-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GB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Yu Gothic"/>
                        <a:cs typeface="Segoe UI" panose="020B0502040204020203" pitchFamily="34" charset="0"/>
                        <a:sym typeface="Wingdings" panose="05000000000000000000" pitchFamily="2" charset="2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GB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Yu Gothic"/>
                        <a:cs typeface="Segoe UI" panose="020B0502040204020203" pitchFamily="34" charset="0"/>
                        <a:sym typeface="Wingdings" panose="05000000000000000000" pitchFamily="2" charset="2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MY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Yu Gothic"/>
                        <a:cs typeface="Segoe UI" panose="020B0502040204020203" pitchFamily="34" charset="0"/>
                        <a:sym typeface="Wingdings" panose="05000000000000000000" pitchFamily="2" charset="2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/>
                          <a:ea typeface="Yu Gothic"/>
                          <a:cs typeface="Segoe UI"/>
                          <a:sym typeface="Wingdings" panose="05000000000000000000" pitchFamily="2" charset="2"/>
                        </a:rPr>
                        <a:t>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/>
                          <a:ea typeface="Yu Gothic"/>
                          <a:cs typeface="Segoe UI"/>
                          <a:sym typeface="Wingdings" panose="05000000000000000000" pitchFamily="2" charset="2"/>
                        </a:rPr>
                        <a:t>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GB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Segoe UI"/>
                        <a:ea typeface="Yu Gothic"/>
                        <a:cs typeface="Segoe UI"/>
                        <a:sym typeface="Wingdings" panose="05000000000000000000" pitchFamily="2" charset="2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1221748"/>
                  </a:ext>
                </a:extLst>
              </a:tr>
              <a:tr h="296504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MY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Indonesia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34" charset="-128"/>
                          <a:cs typeface="Segoe UI" panose="020B0502040204020203" pitchFamily="34" charset="0"/>
                          <a:hlinkClick r:id="rId7"/>
                        </a:rPr>
                        <a:t>6. </a:t>
                      </a:r>
                      <a:r>
                        <a:rPr lang="en-GB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34" charset="-128"/>
                          <a:cs typeface="Segoe UI" panose="020B0502040204020203" pitchFamily="34" charset="0"/>
                          <a:hlinkClick r:id="rId7"/>
                        </a:rPr>
                        <a:t>Securiko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34" charset="-128"/>
                          <a:cs typeface="Segoe UI" panose="020B0502040204020203" pitchFamily="34" charset="0"/>
                        </a:rPr>
                        <a:t>-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MY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-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Yu Gothic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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Yu Gothic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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GB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Yu Gothic"/>
                        <a:cs typeface="Segoe UI" panose="020B0502040204020203" pitchFamily="34" charset="0"/>
                        <a:sym typeface="Wingdings" panose="05000000000000000000" pitchFamily="2" charset="2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Yu Gothic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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GB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Yu Gothic"/>
                        <a:cs typeface="Segoe UI" panose="020B0502040204020203" pitchFamily="34" charset="0"/>
                        <a:sym typeface="Wingdings" panose="05000000000000000000" pitchFamily="2" charset="2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4134399"/>
                  </a:ext>
                </a:extLst>
              </a:tr>
              <a:tr h="296504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34" charset="-128"/>
                          <a:cs typeface="Segoe UI" panose="020B0502040204020203" pitchFamily="34" charset="0"/>
                          <a:hlinkClick r:id="rId8"/>
                        </a:rPr>
                        <a:t>7. </a:t>
                      </a:r>
                      <a:r>
                        <a:rPr lang="en-GB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34" charset="-128"/>
                          <a:cs typeface="Segoe UI" panose="020B0502040204020203" pitchFamily="34" charset="0"/>
                          <a:hlinkClick r:id="rId8"/>
                        </a:rPr>
                        <a:t>Logitronik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  <a:ea typeface="游ゴシック"/>
                          <a:cs typeface="Segoe UI"/>
                        </a:rPr>
                        <a:t>-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MY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-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Yu Gothic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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GB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Yu Gothic"/>
                        <a:cs typeface="Segoe UI" panose="020B0502040204020203" pitchFamily="34" charset="0"/>
                        <a:sym typeface="Wingdings" panose="05000000000000000000" pitchFamily="2" charset="2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/>
                          <a:ea typeface="Yu Gothic"/>
                          <a:cs typeface="Segoe UI"/>
                          <a:sym typeface="Wingdings" panose="05000000000000000000" pitchFamily="2" charset="2"/>
                        </a:rPr>
                        <a:t>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Yu Gothic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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kumimoji="1" lang="en-GB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Yu Gothic"/>
                        <a:cs typeface="Segoe UI" panose="020B0502040204020203" pitchFamily="34" charset="0"/>
                        <a:sym typeface="Wingdings" panose="05000000000000000000" pitchFamily="2" charset="2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3402690"/>
                  </a:ext>
                </a:extLst>
              </a:tr>
              <a:tr h="296504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34" charset="-128"/>
                          <a:cs typeface="Segoe UI" panose="020B0502040204020203" pitchFamily="34" charset="0"/>
                        </a:rPr>
                        <a:t>Vietnam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34" charset="-128"/>
                          <a:cs typeface="Segoe UI" panose="020B0502040204020203" pitchFamily="34" charset="0"/>
                          <a:hlinkClick r:id="rId9"/>
                        </a:rPr>
                        <a:t>8. Visco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34" charset="-128"/>
                          <a:cs typeface="Segoe UI" panose="020B0502040204020203" pitchFamily="34" charset="0"/>
                        </a:rPr>
                        <a:t>7.7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MY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1.3%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Yu Gothic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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Yu Gothic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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Yu Gothic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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Yu Gothic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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GB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Yu Gothic"/>
                        <a:cs typeface="Segoe UI" panose="020B0502040204020203" pitchFamily="34" charset="0"/>
                        <a:sym typeface="Wingdings" panose="05000000000000000000" pitchFamily="2" charset="2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20227460"/>
                  </a:ext>
                </a:extLst>
              </a:tr>
              <a:tr h="296504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34" charset="-128"/>
                          <a:cs typeface="Segoe UI" panose="020B0502040204020203" pitchFamily="34" charset="0"/>
                          <a:hlinkClick r:id="rId10"/>
                        </a:rPr>
                        <a:t>9. Nha An Toan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5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34" charset="-128"/>
                          <a:cs typeface="Segoe UI" panose="020B0502040204020203" pitchFamily="34" charset="0"/>
                        </a:rPr>
                        <a:t>-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34" charset="-128"/>
                          <a:cs typeface="Segoe UI" panose="020B0502040204020203" pitchFamily="34" charset="0"/>
                        </a:rPr>
                        <a:t>-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GB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Yu Gothic"/>
                        <a:cs typeface="Segoe UI" panose="020B0502040204020203" pitchFamily="34" charset="0"/>
                        <a:sym typeface="Wingdings" panose="05000000000000000000" pitchFamily="2" charset="2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/>
                          <a:ea typeface="Yu Gothic"/>
                          <a:cs typeface="Segoe UI"/>
                          <a:sym typeface="Wingdings" panose="05000000000000000000" pitchFamily="2" charset="2"/>
                        </a:rPr>
                        <a:t>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/>
                          <a:ea typeface="Yu Gothic"/>
                          <a:cs typeface="Segoe UI"/>
                          <a:sym typeface="Wingdings" panose="05000000000000000000" pitchFamily="2" charset="2"/>
                        </a:rPr>
                        <a:t>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/>
                          <a:ea typeface="Yu Gothic"/>
                          <a:cs typeface="Segoe UI"/>
                          <a:sym typeface="Wingdings" panose="05000000000000000000" pitchFamily="2" charset="2"/>
                        </a:rPr>
                        <a:t>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GB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Segoe UI"/>
                        <a:ea typeface="Yu Gothic"/>
                        <a:cs typeface="Segoe UI"/>
                        <a:sym typeface="Wingdings" panose="05000000000000000000" pitchFamily="2" charset="2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2479646"/>
                  </a:ext>
                </a:extLst>
              </a:tr>
              <a:tr h="296504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34" charset="-128"/>
                          <a:cs typeface="Segoe UI" panose="020B0502040204020203" pitchFamily="34" charset="0"/>
                          <a:hlinkClick r:id="rId11"/>
                        </a:rPr>
                        <a:t>10. Phuc Binh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5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  <a:ea typeface="游ゴシック"/>
                          <a:cs typeface="Segoe UI"/>
                        </a:rPr>
                        <a:t>-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  <a:ea typeface="游ゴシック"/>
                          <a:cs typeface="Segoe UI"/>
                        </a:rPr>
                        <a:t>-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GB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Yu Gothic"/>
                        <a:cs typeface="Segoe UI" panose="020B0502040204020203" pitchFamily="34" charset="0"/>
                        <a:sym typeface="Wingdings" panose="05000000000000000000" pitchFamily="2" charset="2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/>
                          <a:ea typeface="Yu Gothic"/>
                          <a:cs typeface="Segoe UI"/>
                          <a:sym typeface="Wingdings" panose="05000000000000000000" pitchFamily="2" charset="2"/>
                        </a:rPr>
                        <a:t>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/>
                          <a:ea typeface="Yu Gothic"/>
                          <a:cs typeface="Segoe UI"/>
                          <a:sym typeface="Wingdings" panose="05000000000000000000" pitchFamily="2" charset="2"/>
                        </a:rPr>
                        <a:t>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GB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Yu Gothic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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GB" altLang="ja-JP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Yu Gothic"/>
                        <a:cs typeface="Segoe UI" panose="020B0502040204020203" pitchFamily="34" charset="0"/>
                        <a:sym typeface="Wingdings" panose="05000000000000000000" pitchFamily="2" charset="2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659308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AE8BB2C-C8A8-2CDF-E956-1C040C04EEC9}"/>
              </a:ext>
            </a:extLst>
          </p:cNvPr>
          <p:cNvSpPr/>
          <p:nvPr/>
        </p:nvSpPr>
        <p:spPr>
          <a:xfrm>
            <a:off x="343275" y="6101139"/>
            <a:ext cx="11468284" cy="3827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0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Note: (*)Security System consists of CCTV and alarm systems</a:t>
            </a:r>
          </a:p>
          <a:p>
            <a:r>
              <a:rPr lang="ja-JP" altLang="en-US" sz="10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出典</a:t>
            </a:r>
            <a:r>
              <a:rPr lang="en-US" sz="10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DBD, </a:t>
            </a:r>
            <a:r>
              <a:rPr lang="en-US" altLang="ja-JP" sz="10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SPEEDA</a:t>
            </a:r>
            <a:endParaRPr lang="en-US" sz="10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5587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#10;&lt;root reqver=&quot;21047&quot;&gt;&lt;version val=&quot;23043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/m_precDefaultPercent&gt;&lt;m_precDefaultDate&gt;&lt;m_bNumberIsYear val=&quot;0&quot;/&gt;&lt;m_strFormatTime&gt;%Y/%m/%d&lt;/m_strFormatTime&gt;&lt;/m_precDefaultDate&gt;&lt;m_precDefaultYear&gt;&lt;m_bNumberIsYear val=&quot;0&quot;/&gt;&lt;/m_precDefaultYear&gt;&lt;m_precDefaultQuarter&gt;&lt;m_bNumberIsYear val=&quot;0&quot;/&gt;&lt;/m_precDefaultQuarter&gt;&lt;m_precDefaultMonth&gt;&lt;m_bNumberIsYear val=&quot;0&quot;/&gt;&lt;/m_precDefaultMonth&gt;&lt;m_precDefaultWeek&gt;&lt;m_bNumberIsYear val=&quot;0&quot;/&gt;&lt;/m_precDefaultWeek&gt;&lt;m_precDefaultDay&gt;&lt;m_bNumberIsYear val=&quot;0&quot;/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  <p:tag name="EE4P_STYLE_ID" val="6cd991bf-f022-4378-96e7-2c338aeb3f5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lank">
  <a:themeElements>
    <a:clrScheme name="Latest YCP">
      <a:dk1>
        <a:sysClr val="windowText" lastClr="000000"/>
      </a:dk1>
      <a:lt1>
        <a:sysClr val="window" lastClr="FFFFFF"/>
      </a:lt1>
      <a:dk2>
        <a:srgbClr val="1F497D"/>
      </a:dk2>
      <a:lt2>
        <a:srgbClr val="1F497D"/>
      </a:lt2>
      <a:accent1>
        <a:srgbClr val="007FFF"/>
      </a:accent1>
      <a:accent2>
        <a:srgbClr val="EDFDFF"/>
      </a:accent2>
      <a:accent3>
        <a:srgbClr val="011AB7"/>
      </a:accent3>
      <a:accent4>
        <a:srgbClr val="1524A9"/>
      </a:accent4>
      <a:accent5>
        <a:srgbClr val="001C44"/>
      </a:accent5>
      <a:accent6>
        <a:srgbClr val="E46C0A"/>
      </a:accent6>
      <a:hlink>
        <a:srgbClr val="000000"/>
      </a:hlink>
      <a:folHlink>
        <a:srgbClr val="800080"/>
      </a:folHlink>
    </a:clrScheme>
    <a:fontScheme name="YCP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9525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50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egoe UI 16_9_New.potx" id="{51A49EC7-A4C4-4EE6-A5A2-C23D8A717E51}" vid="{7BB9DF44-BC85-480F-9DC3-DA4F28C33107}"/>
    </a:ext>
  </a:extLst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05e410-26c2-4920-965c-4436f1716494">
      <Terms xmlns="http://schemas.microsoft.com/office/infopath/2007/PartnerControls"/>
    </lcf76f155ced4ddcb4097134ff3c332f>
    <TaxCatchAll xmlns="7c0c93e5-0f60-44c2-8bfe-46b062f919b9" xsi:nil="true"/>
    <_Status xmlns="http://schemas.microsoft.com/sharepoint/v3/fields">In Progress</_Status>
    <_EndDate xmlns="http://schemas.microsoft.com/sharepoint/v3/fields">2025-06-06T03:53:56+00:00</_EndDate>
    <StartDate xmlns="http://schemas.microsoft.com/sharepoint/v3">2025-06-06T03:53:56+00:00</StartDate>
    <HUB_x0020_ID xmlns="7c0c93e5-0f60-44c2-8bfe-46b062f919b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59E499ED61974EA0FDB149289063FF" ma:contentTypeVersion="22" ma:contentTypeDescription="Create a new document." ma:contentTypeScope="" ma:versionID="db489647cd9738679d2736d3f574f22e">
  <xsd:schema xmlns:xsd="http://www.w3.org/2001/XMLSchema" xmlns:xs="http://www.w3.org/2001/XMLSchema" xmlns:p="http://schemas.microsoft.com/office/2006/metadata/properties" xmlns:ns1="http://schemas.microsoft.com/sharepoint/v3" xmlns:ns2="7c0c93e5-0f60-44c2-8bfe-46b062f919b9" xmlns:ns3="6d05e410-26c2-4920-965c-4436f1716494" xmlns:ns4="http://schemas.microsoft.com/sharepoint/v3/fields" targetNamespace="http://schemas.microsoft.com/office/2006/metadata/properties" ma:root="true" ma:fieldsID="5ef4e72242ce0be2dde1f60f01bf2e9a" ns1:_="" ns2:_="" ns3:_="" ns4:_="">
    <xsd:import namespace="http://schemas.microsoft.com/sharepoint/v3"/>
    <xsd:import namespace="7c0c93e5-0f60-44c2-8bfe-46b062f919b9"/>
    <xsd:import namespace="6d05e410-26c2-4920-965c-4436f1716494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SearchProperties" minOccurs="0"/>
                <xsd:element ref="ns3:MediaServiceBillingMetadata" minOccurs="0"/>
                <xsd:element ref="ns4:_Status" minOccurs="0"/>
                <xsd:element ref="ns1:StartDate" minOccurs="0"/>
                <xsd:element ref="ns4:_EndDate" minOccurs="0"/>
                <xsd:element ref="ns2:HUB_x0020_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tartDate" ma:index="25" nillable="true" ma:displayName="Start Date" ma:default="[today]" ma:format="DateOnly" ma:internalName="Start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0c93e5-0f60-44c2-8bfe-46b062f919b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a0abcf5c-c5e1-4aeb-b6df-96b4f25dc411}" ma:internalName="TaxCatchAll" ma:showField="CatchAllData" ma:web="7c0c93e5-0f60-44c2-8bfe-46b062f919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HUB_x0020_ID" ma:index="27" nillable="true" ma:displayName="HUB ID" ma:description="ID of the project on HUB" ma:internalName="HUB_x0020_ID">
      <xsd:simpleType>
        <xsd:restriction base="dms:Text">
          <xsd:maxLength value="10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05e410-26c2-4920-965c-4436f17164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4bf82ba-5fec-44e3-83b1-94ccd1639a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24" nillable="true" ma:displayName="Status" ma:default="In Progress" ma:format="Dropdown" ma:internalName="_Status">
      <xsd:simpleType>
        <xsd:restriction base="dms:Choice">
          <xsd:enumeration value="In Progress"/>
          <xsd:enumeration value="Completed"/>
          <xsd:enumeration value="To be Archived"/>
          <xsd:enumeration value="Archived"/>
        </xsd:restriction>
      </xsd:simpleType>
    </xsd:element>
    <xsd:element name="_EndDate" ma:index="26" nillable="true" ma:displayName="End Date" ma:default="[today]" ma:format="DateTime" ma:internalName="_EndDat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2EF307-9A1A-4E65-93C4-875F4C162A12}">
  <ds:schemaRefs>
    <ds:schemaRef ds:uri="http://purl.org/dc/elements/1.1/"/>
    <ds:schemaRef ds:uri="http://www.w3.org/XML/1998/namespace"/>
    <ds:schemaRef ds:uri="http://purl.org/dc/terms/"/>
    <ds:schemaRef ds:uri="http://schemas.microsoft.com/office/2006/metadata/properties"/>
    <ds:schemaRef ds:uri="7c0c93e5-0f60-44c2-8bfe-46b062f919b9"/>
    <ds:schemaRef ds:uri="http://schemas.microsoft.com/office/2006/documentManagement/types"/>
    <ds:schemaRef ds:uri="http://schemas.microsoft.com/office/infopath/2007/PartnerControls"/>
    <ds:schemaRef ds:uri="http://schemas.microsoft.com/sharepoint/v3/fields"/>
    <ds:schemaRef ds:uri="http://purl.org/dc/dcmitype/"/>
    <ds:schemaRef ds:uri="http://schemas.openxmlformats.org/package/2006/metadata/core-properties"/>
    <ds:schemaRef ds:uri="6d05e410-26c2-4920-965c-4436f1716494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65C54ECB-CE5A-400A-B00D-04DE147FFF58}">
  <ds:schemaRefs>
    <ds:schemaRef ds:uri="6d05e410-26c2-4920-965c-4436f1716494"/>
    <ds:schemaRef ds:uri="7c0c93e5-0f60-44c2-8bfe-46b062f919b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microsoft.com/sharepoint/v3/field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D0E8A3A-62E0-4137-A80F-7F7A0416FA7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a42b45d-82f5-4513-ade9-9f40fc9a1324}" enabled="0" method="" siteId="{7a42b45d-82f5-4513-ade9-9f40fc9a132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154</Words>
  <Application>Microsoft Office PowerPoint</Application>
  <PresentationFormat>Widescreen</PresentationFormat>
  <Paragraphs>78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blank</vt:lpstr>
      <vt:lpstr>think-cell Slide</vt:lpstr>
      <vt:lpstr>Target List – Security Product Distributors in Southeast Asia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Gary Murakami</dc:creator>
  <cp:lastModifiedBy>SI JING GOH</cp:lastModifiedBy>
  <cp:revision>5</cp:revision>
  <cp:lastPrinted>2019-03-05T10:15:18Z</cp:lastPrinted>
  <dcterms:created xsi:type="dcterms:W3CDTF">2023-05-10T23:51:00Z</dcterms:created>
  <dcterms:modified xsi:type="dcterms:W3CDTF">2025-12-20T09:28:56Z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0x0101001659E499ED61974EA0FDB149289063FF</vt:lpwstr>
  </property>
</Properties>
</file>