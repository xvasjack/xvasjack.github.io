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4040" r:id="rId4"/>
  </p:sldMasterIdLst>
  <p:notesMasterIdLst>
    <p:notesMasterId r:id="rId15"/>
  </p:notesMasterIdLst>
  <p:sldIdLst>
    <p:sldId id="2147480824" r:id="rId5"/>
    <p:sldId id="2147480825" r:id="rId6"/>
    <p:sldId id="2147480826" r:id="rId7"/>
    <p:sldId id="2147480827" r:id="rId8"/>
    <p:sldId id="2147480828" r:id="rId9"/>
    <p:sldId id="2147480829" r:id="rId10"/>
    <p:sldId id="2147480830" r:id="rId11"/>
    <p:sldId id="2147480831" r:id="rId12"/>
    <p:sldId id="2147480832" r:id="rId13"/>
    <p:sldId id="2147480833" r:id="rId14"/>
  </p:sldIdLst>
  <p:sldSz cx="12192000" cy="6858000"/>
  <p:notesSz cx="7315200" cy="9601200"/>
  <p:embeddedFontLst>
    <p:embeddedFont>
      <p:font typeface="Segoe UI" panose="020B0502040204020203" pitchFamily="34" charset="0"/>
      <p:regular r:id="rId16"/>
      <p:bold r:id="rId17"/>
      <p:italic r:id="rId18"/>
      <p:boldItalic r:id="rId19"/>
    </p:embeddedFont>
  </p:embeddedFontLst>
  <p:custDataLst>
    <p:tags r:id="rId20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9A6B880-28BF-A121-9E5E-A95199ADB849}" name="Mickael Feige" initials="MF" userId="Mickael Feige" providerId="None"/>
  <p188:author id="{D42E1BEB-19C3-2EE0-706B-B3292742C0FA}" name="Anna Rellama" initials="AR" userId="Anna Rellam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FFF"/>
    <a:srgbClr val="FFFFFF"/>
    <a:srgbClr val="1524A9"/>
    <a:srgbClr val="D9D9D9"/>
    <a:srgbClr val="91BEFF"/>
    <a:srgbClr val="C6D9F1"/>
    <a:srgbClr val="011AB7"/>
    <a:srgbClr val="66B2FF"/>
    <a:srgbClr val="7F7F7F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3B7B7B-8F13-710C-8852-0B75FC76CF7F}" v="1" dt="2025-11-17T02:32:30.296"/>
    <p1510:client id="{5080F7D4-700E-4772-A2CF-0239581EF3CE}" v="31" dt="2025-11-17T08:36:02.415"/>
    <p1510:client id="{7154AB24-A25F-FA41-9EA2-33C4039B047F}" v="39" dt="2025-11-17T08:57:08.688"/>
    <p1510:client id="{C5DF422C-E76A-AA41-9A87-BC2EAFB98744}" v="3" dt="2025-11-17T09:55:50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2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nio Shimizu" userId="d6ffaf06-55aa-471b-93a5-1523f2705a36" providerId="ADAL" clId="{B98E6E27-A572-58AB-8799-8DFA70F73F8A}"/>
    <pc:docChg chg="custSel modSld">
      <pc:chgData name="Kunio Shimizu" userId="d6ffaf06-55aa-471b-93a5-1523f2705a36" providerId="ADAL" clId="{B98E6E27-A572-58AB-8799-8DFA70F73F8A}" dt="2025-11-17T09:55:50.926" v="21" actId="1036"/>
      <pc:docMkLst>
        <pc:docMk/>
      </pc:docMkLst>
      <pc:sldChg chg="delSp modSp mod">
        <pc:chgData name="Kunio Shimizu" userId="d6ffaf06-55aa-471b-93a5-1523f2705a36" providerId="ADAL" clId="{B98E6E27-A572-58AB-8799-8DFA70F73F8A}" dt="2025-11-10T05:06:38.303" v="11" actId="478"/>
        <pc:sldMkLst>
          <pc:docMk/>
          <pc:sldMk cId="2833378921" sldId="261"/>
        </pc:sldMkLst>
        <pc:spChg chg="mod">
          <ac:chgData name="Kunio Shimizu" userId="d6ffaf06-55aa-471b-93a5-1523f2705a36" providerId="ADAL" clId="{B98E6E27-A572-58AB-8799-8DFA70F73F8A}" dt="2025-11-10T05:06:36.509" v="10" actId="20577"/>
          <ac:spMkLst>
            <pc:docMk/>
            <pc:sldMk cId="2833378921" sldId="261"/>
            <ac:spMk id="2" creationId="{7932D716-2682-2515-416C-F80646932724}"/>
          </ac:spMkLst>
        </pc:spChg>
      </pc:sldChg>
      <pc:sldChg chg="delSp modSp mod">
        <pc:chgData name="Kunio Shimizu" userId="d6ffaf06-55aa-471b-93a5-1523f2705a36" providerId="ADAL" clId="{B98E6E27-A572-58AB-8799-8DFA70F73F8A}" dt="2025-11-10T05:07:19.947" v="15" actId="478"/>
        <pc:sldMkLst>
          <pc:docMk/>
          <pc:sldMk cId="3782879518" sldId="2147480804"/>
        </pc:sldMkLst>
        <pc:spChg chg="mod">
          <ac:chgData name="Kunio Shimizu" userId="d6ffaf06-55aa-471b-93a5-1523f2705a36" providerId="ADAL" clId="{B98E6E27-A572-58AB-8799-8DFA70F73F8A}" dt="2025-11-10T05:07:09.066" v="13" actId="2711"/>
          <ac:spMkLst>
            <pc:docMk/>
            <pc:sldMk cId="3782879518" sldId="2147480804"/>
            <ac:spMk id="2" creationId="{76C96EB6-5173-4FE0-FF40-1F6275360107}"/>
          </ac:spMkLst>
        </pc:spChg>
        <pc:graphicFrameChg chg="modGraphic">
          <ac:chgData name="Kunio Shimizu" userId="d6ffaf06-55aa-471b-93a5-1523f2705a36" providerId="ADAL" clId="{B98E6E27-A572-58AB-8799-8DFA70F73F8A}" dt="2025-11-10T05:07:16.353" v="14" actId="2711"/>
          <ac:graphicFrameMkLst>
            <pc:docMk/>
            <pc:sldMk cId="3782879518" sldId="2147480804"/>
            <ac:graphicFrameMk id="3" creationId="{0AF23187-A4B5-0F4D-93BE-3B30FA73C764}"/>
          </ac:graphicFrameMkLst>
        </pc:graphicFrameChg>
      </pc:sldChg>
      <pc:sldChg chg="delSp modSp mod">
        <pc:chgData name="Kunio Shimizu" userId="d6ffaf06-55aa-471b-93a5-1523f2705a36" providerId="ADAL" clId="{B98E6E27-A572-58AB-8799-8DFA70F73F8A}" dt="2025-11-10T05:07:35.915" v="19" actId="2711"/>
        <pc:sldMkLst>
          <pc:docMk/>
          <pc:sldMk cId="1100039154" sldId="2147480805"/>
        </pc:sldMkLst>
        <pc:spChg chg="mod">
          <ac:chgData name="Kunio Shimizu" userId="d6ffaf06-55aa-471b-93a5-1523f2705a36" providerId="ADAL" clId="{B98E6E27-A572-58AB-8799-8DFA70F73F8A}" dt="2025-11-10T05:07:26.288" v="16" actId="2711"/>
          <ac:spMkLst>
            <pc:docMk/>
            <pc:sldMk cId="1100039154" sldId="2147480805"/>
            <ac:spMk id="2" creationId="{59E3C83A-19E1-0093-AC1E-893C77824563}"/>
          </ac:spMkLst>
        </pc:spChg>
        <pc:graphicFrameChg chg="modGraphic">
          <ac:chgData name="Kunio Shimizu" userId="d6ffaf06-55aa-471b-93a5-1523f2705a36" providerId="ADAL" clId="{B98E6E27-A572-58AB-8799-8DFA70F73F8A}" dt="2025-11-10T05:07:32.536" v="18" actId="2711"/>
          <ac:graphicFrameMkLst>
            <pc:docMk/>
            <pc:sldMk cId="1100039154" sldId="2147480805"/>
            <ac:graphicFrameMk id="3" creationId="{74AFE54B-F464-1E46-258E-F2ADD15C6686}"/>
          </ac:graphicFrameMkLst>
        </pc:graphicFrameChg>
      </pc:sldChg>
      <pc:sldChg chg="addSp modSp mod">
        <pc:chgData name="Kunio Shimizu" userId="d6ffaf06-55aa-471b-93a5-1523f2705a36" providerId="ADAL" clId="{B98E6E27-A572-58AB-8799-8DFA70F73F8A}" dt="2025-11-17T09:55:50.926" v="21" actId="1036"/>
        <pc:sldMkLst>
          <pc:docMk/>
          <pc:sldMk cId="3795517625" sldId="2147480819"/>
        </pc:sldMkLst>
        <pc:graphicFrameChg chg="add mod">
          <ac:chgData name="Kunio Shimizu" userId="d6ffaf06-55aa-471b-93a5-1523f2705a36" providerId="ADAL" clId="{B98E6E27-A572-58AB-8799-8DFA70F73F8A}" dt="2025-11-17T09:52:50.791" v="20"/>
          <ac:graphicFrameMkLst>
            <pc:docMk/>
            <pc:sldMk cId="3795517625" sldId="2147480819"/>
            <ac:graphicFrameMk id="7" creationId="{594030C0-8387-025E-3195-5320B90564B9}"/>
          </ac:graphicFrameMkLst>
        </pc:graphicFrameChg>
        <pc:graphicFrameChg chg="mod">
          <ac:chgData name="Kunio Shimizu" userId="d6ffaf06-55aa-471b-93a5-1523f2705a36" providerId="ADAL" clId="{B98E6E27-A572-58AB-8799-8DFA70F73F8A}" dt="2025-11-17T09:55:50.926" v="21" actId="1036"/>
          <ac:graphicFrameMkLst>
            <pc:docMk/>
            <pc:sldMk cId="3795517625" sldId="2147480819"/>
            <ac:graphicFrameMk id="20" creationId="{933F6D5E-D0A9-D430-60DF-4A7348CD481E}"/>
          </ac:graphicFrameMkLst>
        </pc:graphicFrameChg>
      </pc:sldChg>
    </pc:docChg>
  </pc:docChgLst>
  <pc:docChgLst>
    <pc:chgData name="Anon Saelee" userId="344615e6-5449-43fc-9b74-2bfcd7e357d4" providerId="ADAL" clId="{C845A161-E4E5-57BC-9787-6F99D640B7E2}"/>
    <pc:docChg chg="undo custSel addSld delSld modSld sldOrd">
      <pc:chgData name="Anon Saelee" userId="344615e6-5449-43fc-9b74-2bfcd7e357d4" providerId="ADAL" clId="{C845A161-E4E5-57BC-9787-6F99D640B7E2}" dt="2025-11-17T08:57:08.689" v="4176" actId="478"/>
      <pc:docMkLst>
        <pc:docMk/>
      </pc:docMkLst>
      <pc:sldChg chg="modSp mod">
        <pc:chgData name="Anon Saelee" userId="344615e6-5449-43fc-9b74-2bfcd7e357d4" providerId="ADAL" clId="{C845A161-E4E5-57BC-9787-6F99D640B7E2}" dt="2025-11-06T11:19:01.880" v="3867" actId="1076"/>
        <pc:sldMkLst>
          <pc:docMk/>
          <pc:sldMk cId="2458194876" sldId="2147480680"/>
        </pc:sldMkLst>
        <pc:spChg chg="mod">
          <ac:chgData name="Anon Saelee" userId="344615e6-5449-43fc-9b74-2bfcd7e357d4" providerId="ADAL" clId="{C845A161-E4E5-57BC-9787-6F99D640B7E2}" dt="2025-11-06T11:19:01.880" v="3867" actId="1076"/>
          <ac:spMkLst>
            <pc:docMk/>
            <pc:sldMk cId="2458194876" sldId="2147480680"/>
            <ac:spMk id="8" creationId="{A28A8098-D9DA-167F-A7A3-9584CD6433DD}"/>
          </ac:spMkLst>
        </pc:spChg>
        <pc:graphicFrameChg chg="modGraphic">
          <ac:chgData name="Anon Saelee" userId="344615e6-5449-43fc-9b74-2bfcd7e357d4" providerId="ADAL" clId="{C845A161-E4E5-57BC-9787-6F99D640B7E2}" dt="2025-11-06T11:18:59.731" v="3865" actId="13926"/>
          <ac:graphicFrameMkLst>
            <pc:docMk/>
            <pc:sldMk cId="2458194876" sldId="2147480680"/>
            <ac:graphicFrameMk id="5" creationId="{F470A456-39F7-52AB-894B-4B1D9BBAD482}"/>
          </ac:graphicFrameMkLst>
        </pc:graphicFrameChg>
      </pc:sldChg>
      <pc:sldChg chg="addSp delSp modSp add mod">
        <pc:chgData name="Anon Saelee" userId="344615e6-5449-43fc-9b74-2bfcd7e357d4" providerId="ADAL" clId="{C845A161-E4E5-57BC-9787-6F99D640B7E2}" dt="2025-11-14T15:31:41.728" v="4155" actId="572"/>
        <pc:sldMkLst>
          <pc:docMk/>
          <pc:sldMk cId="3782879518" sldId="2147480804"/>
        </pc:sldMkLst>
        <pc:spChg chg="mod">
          <ac:chgData name="Anon Saelee" userId="344615e6-5449-43fc-9b74-2bfcd7e357d4" providerId="ADAL" clId="{C845A161-E4E5-57BC-9787-6F99D640B7E2}" dt="2025-11-14T15:09:00.156" v="3904" actId="20577"/>
          <ac:spMkLst>
            <pc:docMk/>
            <pc:sldMk cId="3782879518" sldId="2147480804"/>
            <ac:spMk id="2" creationId="{76C96EB6-5173-4FE0-FF40-1F6275360107}"/>
          </ac:spMkLst>
        </pc:spChg>
        <pc:graphicFrameChg chg="mod modGraphic">
          <ac:chgData name="Anon Saelee" userId="344615e6-5449-43fc-9b74-2bfcd7e357d4" providerId="ADAL" clId="{C845A161-E4E5-57BC-9787-6F99D640B7E2}" dt="2025-11-14T15:31:41.728" v="4155" actId="572"/>
          <ac:graphicFrameMkLst>
            <pc:docMk/>
            <pc:sldMk cId="3782879518" sldId="2147480804"/>
            <ac:graphicFrameMk id="3" creationId="{0AF23187-A4B5-0F4D-93BE-3B30FA73C764}"/>
          </ac:graphicFrameMkLst>
        </pc:graphicFrameChg>
      </pc:sldChg>
      <pc:sldChg chg="delSp modSp add mod">
        <pc:chgData name="Anon Saelee" userId="344615e6-5449-43fc-9b74-2bfcd7e357d4" providerId="ADAL" clId="{C845A161-E4E5-57BC-9787-6F99D640B7E2}" dt="2025-11-14T15:30:55.736" v="4149"/>
        <pc:sldMkLst>
          <pc:docMk/>
          <pc:sldMk cId="1100039154" sldId="2147480805"/>
        </pc:sldMkLst>
        <pc:spChg chg="mod">
          <ac:chgData name="Anon Saelee" userId="344615e6-5449-43fc-9b74-2bfcd7e357d4" providerId="ADAL" clId="{C845A161-E4E5-57BC-9787-6F99D640B7E2}" dt="2025-11-14T15:08:54.990" v="3902"/>
          <ac:spMkLst>
            <pc:docMk/>
            <pc:sldMk cId="1100039154" sldId="2147480805"/>
            <ac:spMk id="2" creationId="{59E3C83A-19E1-0093-AC1E-893C77824563}"/>
          </ac:spMkLst>
        </pc:spChg>
        <pc:graphicFrameChg chg="mod modGraphic">
          <ac:chgData name="Anon Saelee" userId="344615e6-5449-43fc-9b74-2bfcd7e357d4" providerId="ADAL" clId="{C845A161-E4E5-57BC-9787-6F99D640B7E2}" dt="2025-11-14T15:30:55.736" v="4149"/>
          <ac:graphicFrameMkLst>
            <pc:docMk/>
            <pc:sldMk cId="1100039154" sldId="2147480805"/>
            <ac:graphicFrameMk id="3" creationId="{74AFE54B-F464-1E46-258E-F2ADD15C6686}"/>
          </ac:graphicFrameMkLst>
        </pc:graphicFrameChg>
      </pc:sldChg>
      <pc:sldChg chg="addSp delSp modSp mod">
        <pc:chgData name="Anon Saelee" userId="344615e6-5449-43fc-9b74-2bfcd7e357d4" providerId="ADAL" clId="{C845A161-E4E5-57BC-9787-6F99D640B7E2}" dt="2025-11-06T08:13:42.937" v="3458" actId="20577"/>
        <pc:sldMkLst>
          <pc:docMk/>
          <pc:sldMk cId="2470003383" sldId="2147480806"/>
        </pc:sldMkLst>
        <pc:spChg chg="add mod">
          <ac:chgData name="Anon Saelee" userId="344615e6-5449-43fc-9b74-2bfcd7e357d4" providerId="ADAL" clId="{C845A161-E4E5-57BC-9787-6F99D640B7E2}" dt="2025-11-06T07:22:32.033" v="2798" actId="1035"/>
          <ac:spMkLst>
            <pc:docMk/>
            <pc:sldMk cId="2470003383" sldId="2147480806"/>
            <ac:spMk id="5" creationId="{A21FC6AB-10F9-C4BB-4460-A97C33C008A6}"/>
          </ac:spMkLst>
        </pc:spChg>
        <pc:spChg chg="mod">
          <ac:chgData name="Anon Saelee" userId="344615e6-5449-43fc-9b74-2bfcd7e357d4" providerId="ADAL" clId="{C845A161-E4E5-57BC-9787-6F99D640B7E2}" dt="2025-11-06T08:13:42.937" v="3458" actId="20577"/>
          <ac:spMkLst>
            <pc:docMk/>
            <pc:sldMk cId="2470003383" sldId="2147480806"/>
            <ac:spMk id="16" creationId="{E9C65DC4-3C9D-2C48-BCC8-A59B6A56F1D4}"/>
          </ac:spMkLst>
        </pc:spChg>
        <pc:spChg chg="mod">
          <ac:chgData name="Anon Saelee" userId="344615e6-5449-43fc-9b74-2bfcd7e357d4" providerId="ADAL" clId="{C845A161-E4E5-57BC-9787-6F99D640B7E2}" dt="2025-11-06T04:55:08.111" v="1780" actId="1076"/>
          <ac:spMkLst>
            <pc:docMk/>
            <pc:sldMk cId="2470003383" sldId="2147480806"/>
            <ac:spMk id="33" creationId="{28FB35DB-2FB7-62D4-4E11-A82783DCE517}"/>
          </ac:spMkLst>
        </pc:spChg>
        <pc:spChg chg="mod">
          <ac:chgData name="Anon Saelee" userId="344615e6-5449-43fc-9b74-2bfcd7e357d4" providerId="ADAL" clId="{C845A161-E4E5-57BC-9787-6F99D640B7E2}" dt="2025-11-06T04:55:32.763" v="1786" actId="1076"/>
          <ac:spMkLst>
            <pc:docMk/>
            <pc:sldMk cId="2470003383" sldId="2147480806"/>
            <ac:spMk id="37" creationId="{307CD60A-4304-3093-7C27-824CFAF4BC28}"/>
          </ac:spMkLst>
        </pc:spChg>
        <pc:spChg chg="mod">
          <ac:chgData name="Anon Saelee" userId="344615e6-5449-43fc-9b74-2bfcd7e357d4" providerId="ADAL" clId="{C845A161-E4E5-57BC-9787-6F99D640B7E2}" dt="2025-11-06T04:56:22.072" v="1808" actId="1076"/>
          <ac:spMkLst>
            <pc:docMk/>
            <pc:sldMk cId="2470003383" sldId="2147480806"/>
            <ac:spMk id="38" creationId="{0814A4E1-F091-C458-8905-48215705475A}"/>
          </ac:spMkLst>
        </pc:spChg>
        <pc:spChg chg="mod">
          <ac:chgData name="Anon Saelee" userId="344615e6-5449-43fc-9b74-2bfcd7e357d4" providerId="ADAL" clId="{C845A161-E4E5-57BC-9787-6F99D640B7E2}" dt="2025-11-06T04:56:47.078" v="1814" actId="1076"/>
          <ac:spMkLst>
            <pc:docMk/>
            <pc:sldMk cId="2470003383" sldId="2147480806"/>
            <ac:spMk id="39" creationId="{8D78F465-6846-8490-EC37-2192E1EBEB4D}"/>
          </ac:spMkLst>
        </pc:spChg>
        <pc:graphicFrameChg chg="mod modGraphic">
          <ac:chgData name="Anon Saelee" userId="344615e6-5449-43fc-9b74-2bfcd7e357d4" providerId="ADAL" clId="{C845A161-E4E5-57BC-9787-6F99D640B7E2}" dt="2025-11-06T05:26:13.911" v="2157"/>
          <ac:graphicFrameMkLst>
            <pc:docMk/>
            <pc:sldMk cId="2470003383" sldId="2147480806"/>
            <ac:graphicFrameMk id="3" creationId="{9C0D49A6-203D-4F72-7D84-F2CE66622F5D}"/>
          </ac:graphicFrameMkLst>
        </pc:graphicFrameChg>
        <pc:graphicFrameChg chg="mod">
          <ac:chgData name="Anon Saelee" userId="344615e6-5449-43fc-9b74-2bfcd7e357d4" providerId="ADAL" clId="{C845A161-E4E5-57BC-9787-6F99D640B7E2}" dt="2025-11-06T05:17:27.413" v="2068" actId="14100"/>
          <ac:graphicFrameMkLst>
            <pc:docMk/>
            <pc:sldMk cId="2470003383" sldId="2147480806"/>
            <ac:graphicFrameMk id="40" creationId="{2635EA93-880C-BFFF-4A94-43EC11C3C901}"/>
          </ac:graphicFrameMkLst>
        </pc:graphicFrameChg>
        <pc:picChg chg="mod modCrop">
          <ac:chgData name="Anon Saelee" userId="344615e6-5449-43fc-9b74-2bfcd7e357d4" providerId="ADAL" clId="{C845A161-E4E5-57BC-9787-6F99D640B7E2}" dt="2025-11-06T04:55:15.280" v="1782" actId="1076"/>
          <ac:picMkLst>
            <pc:docMk/>
            <pc:sldMk cId="2470003383" sldId="2147480806"/>
            <ac:picMk id="19" creationId="{8A94823A-5A8B-E54D-0049-26E454C7264B}"/>
          </ac:picMkLst>
        </pc:picChg>
        <pc:picChg chg="mod modCrop">
          <ac:chgData name="Anon Saelee" userId="344615e6-5449-43fc-9b74-2bfcd7e357d4" providerId="ADAL" clId="{C845A161-E4E5-57BC-9787-6F99D640B7E2}" dt="2025-11-06T04:55:42.563" v="1793" actId="1036"/>
          <ac:picMkLst>
            <pc:docMk/>
            <pc:sldMk cId="2470003383" sldId="2147480806"/>
            <ac:picMk id="21" creationId="{AE679745-5A6C-DCCF-67D6-C7148A0CF35C}"/>
          </ac:picMkLst>
        </pc:picChg>
        <pc:picChg chg="mod modCrop">
          <ac:chgData name="Anon Saelee" userId="344615e6-5449-43fc-9b74-2bfcd7e357d4" providerId="ADAL" clId="{C845A161-E4E5-57BC-9787-6F99D640B7E2}" dt="2025-11-06T04:56:10.015" v="1805" actId="1076"/>
          <ac:picMkLst>
            <pc:docMk/>
            <pc:sldMk cId="2470003383" sldId="2147480806"/>
            <ac:picMk id="23" creationId="{EAD77844-DEF3-9A6D-D594-AED3637B3993}"/>
          </ac:picMkLst>
        </pc:picChg>
        <pc:picChg chg="mod modCrop">
          <ac:chgData name="Anon Saelee" userId="344615e6-5449-43fc-9b74-2bfcd7e357d4" providerId="ADAL" clId="{C845A161-E4E5-57BC-9787-6F99D640B7E2}" dt="2025-11-06T04:56:39.805" v="1812" actId="1035"/>
          <ac:picMkLst>
            <pc:docMk/>
            <pc:sldMk cId="2470003383" sldId="2147480806"/>
            <ac:picMk id="25" creationId="{A92AA5B1-57FB-53A6-BF86-BE4318F9AA9E}"/>
          </ac:picMkLst>
        </pc:picChg>
      </pc:sldChg>
      <pc:sldChg chg="addSp delSp modSp mod">
        <pc:chgData name="Anon Saelee" userId="344615e6-5449-43fc-9b74-2bfcd7e357d4" providerId="ADAL" clId="{C845A161-E4E5-57BC-9787-6F99D640B7E2}" dt="2025-11-06T08:13:47.040" v="3461" actId="20577"/>
        <pc:sldMkLst>
          <pc:docMk/>
          <pc:sldMk cId="2441086250" sldId="2147480807"/>
        </pc:sldMkLst>
        <pc:spChg chg="add mod">
          <ac:chgData name="Anon Saelee" userId="344615e6-5449-43fc-9b74-2bfcd7e357d4" providerId="ADAL" clId="{C845A161-E4E5-57BC-9787-6F99D640B7E2}" dt="2025-11-06T07:22:19.251" v="2785" actId="1035"/>
          <ac:spMkLst>
            <pc:docMk/>
            <pc:sldMk cId="2441086250" sldId="2147480807"/>
            <ac:spMk id="4" creationId="{9E535D6B-90E8-326D-2BE5-787C361D5C67}"/>
          </ac:spMkLst>
        </pc:spChg>
        <pc:spChg chg="mod">
          <ac:chgData name="Anon Saelee" userId="344615e6-5449-43fc-9b74-2bfcd7e357d4" providerId="ADAL" clId="{C845A161-E4E5-57BC-9787-6F99D640B7E2}" dt="2025-11-06T08:13:47.040" v="3461" actId="20577"/>
          <ac:spMkLst>
            <pc:docMk/>
            <pc:sldMk cId="2441086250" sldId="2147480807"/>
            <ac:spMk id="16" creationId="{C7B219EC-0FE3-B7C4-4A99-5C1E00348A50}"/>
          </ac:spMkLst>
        </pc:spChg>
        <pc:spChg chg="mod">
          <ac:chgData name="Anon Saelee" userId="344615e6-5449-43fc-9b74-2bfcd7e357d4" providerId="ADAL" clId="{C845A161-E4E5-57BC-9787-6F99D640B7E2}" dt="2025-11-06T05:37:25.527" v="2359" actId="1076"/>
          <ac:spMkLst>
            <pc:docMk/>
            <pc:sldMk cId="2441086250" sldId="2147480807"/>
            <ac:spMk id="33" creationId="{52CE3E55-0129-FA35-82C9-07E4EE03D872}"/>
          </ac:spMkLst>
        </pc:spChg>
        <pc:spChg chg="mod">
          <ac:chgData name="Anon Saelee" userId="344615e6-5449-43fc-9b74-2bfcd7e357d4" providerId="ADAL" clId="{C845A161-E4E5-57BC-9787-6F99D640B7E2}" dt="2025-11-06T05:38:30.272" v="2376" actId="1076"/>
          <ac:spMkLst>
            <pc:docMk/>
            <pc:sldMk cId="2441086250" sldId="2147480807"/>
            <ac:spMk id="34" creationId="{539AEEA1-38D3-7B16-732D-C9B94B01A28C}"/>
          </ac:spMkLst>
        </pc:spChg>
        <pc:spChg chg="mod">
          <ac:chgData name="Anon Saelee" userId="344615e6-5449-43fc-9b74-2bfcd7e357d4" providerId="ADAL" clId="{C845A161-E4E5-57BC-9787-6F99D640B7E2}" dt="2025-11-06T05:38:07.501" v="2370" actId="1076"/>
          <ac:spMkLst>
            <pc:docMk/>
            <pc:sldMk cId="2441086250" sldId="2147480807"/>
            <ac:spMk id="37" creationId="{53CC6A25-5BA1-7B8F-6E42-DF334F6F5164}"/>
          </ac:spMkLst>
        </pc:spChg>
        <pc:graphicFrameChg chg="mod modGraphic">
          <ac:chgData name="Anon Saelee" userId="344615e6-5449-43fc-9b74-2bfcd7e357d4" providerId="ADAL" clId="{C845A161-E4E5-57BC-9787-6F99D640B7E2}" dt="2025-11-06T05:36:39.173" v="2350" actId="14100"/>
          <ac:graphicFrameMkLst>
            <pc:docMk/>
            <pc:sldMk cId="2441086250" sldId="2147480807"/>
            <ac:graphicFrameMk id="3" creationId="{463395E6-D83D-74FC-2B30-6E700E0A6E2A}"/>
          </ac:graphicFrameMkLst>
        </pc:graphicFrameChg>
        <pc:picChg chg="mod modCrop">
          <ac:chgData name="Anon Saelee" userId="344615e6-5449-43fc-9b74-2bfcd7e357d4" providerId="ADAL" clId="{C845A161-E4E5-57BC-9787-6F99D640B7E2}" dt="2025-11-06T05:37:14.888" v="2355" actId="14100"/>
          <ac:picMkLst>
            <pc:docMk/>
            <pc:sldMk cId="2441086250" sldId="2147480807"/>
            <ac:picMk id="24" creationId="{804265CD-C49F-140E-2062-80FE3A369B97}"/>
          </ac:picMkLst>
        </pc:picChg>
        <pc:picChg chg="mod modCrop">
          <ac:chgData name="Anon Saelee" userId="344615e6-5449-43fc-9b74-2bfcd7e357d4" providerId="ADAL" clId="{C845A161-E4E5-57BC-9787-6F99D640B7E2}" dt="2025-11-06T05:37:58.859" v="2368" actId="732"/>
          <ac:picMkLst>
            <pc:docMk/>
            <pc:sldMk cId="2441086250" sldId="2147480807"/>
            <ac:picMk id="30" creationId="{092515DF-7162-2668-C777-26A552595041}"/>
          </ac:picMkLst>
        </pc:picChg>
        <pc:picChg chg="mod modCrop">
          <ac:chgData name="Anon Saelee" userId="344615e6-5449-43fc-9b74-2bfcd7e357d4" providerId="ADAL" clId="{C845A161-E4E5-57BC-9787-6F99D640B7E2}" dt="2025-11-06T05:38:23.327" v="2374" actId="14100"/>
          <ac:picMkLst>
            <pc:docMk/>
            <pc:sldMk cId="2441086250" sldId="2147480807"/>
            <ac:picMk id="32" creationId="{9F72D555-962C-1DA7-5412-96468DCB6FE4}"/>
          </ac:picMkLst>
        </pc:picChg>
      </pc:sldChg>
      <pc:sldChg chg="addSp delSp modSp mod">
        <pc:chgData name="Anon Saelee" userId="344615e6-5449-43fc-9b74-2bfcd7e357d4" providerId="ADAL" clId="{C845A161-E4E5-57BC-9787-6F99D640B7E2}" dt="2025-11-06T08:13:50.312" v="3465" actId="20577"/>
        <pc:sldMkLst>
          <pc:docMk/>
          <pc:sldMk cId="2659876311" sldId="2147480808"/>
        </pc:sldMkLst>
        <pc:spChg chg="add">
          <ac:chgData name="Anon Saelee" userId="344615e6-5449-43fc-9b74-2bfcd7e357d4" providerId="ADAL" clId="{C845A161-E4E5-57BC-9787-6F99D640B7E2}" dt="2025-11-06T03:54:04.867" v="1219"/>
          <ac:spMkLst>
            <pc:docMk/>
            <pc:sldMk cId="2659876311" sldId="2147480808"/>
            <ac:spMk id="5" creationId="{49050B50-CA63-6D95-AE83-5128E247415E}"/>
          </ac:spMkLst>
        </pc:spChg>
        <pc:spChg chg="mod">
          <ac:chgData name="Anon Saelee" userId="344615e6-5449-43fc-9b74-2bfcd7e357d4" providerId="ADAL" clId="{C845A161-E4E5-57BC-9787-6F99D640B7E2}" dt="2025-11-06T08:13:50.312" v="3465" actId="20577"/>
          <ac:spMkLst>
            <pc:docMk/>
            <pc:sldMk cId="2659876311" sldId="2147480808"/>
            <ac:spMk id="16" creationId="{B95393C2-A1D2-57EB-3553-9B7631E2124A}"/>
          </ac:spMkLst>
        </pc:spChg>
        <pc:spChg chg="add mod">
          <ac:chgData name="Anon Saelee" userId="344615e6-5449-43fc-9b74-2bfcd7e357d4" providerId="ADAL" clId="{C845A161-E4E5-57BC-9787-6F99D640B7E2}" dt="2025-11-06T04:47:55.949" v="1632" actId="1076"/>
          <ac:spMkLst>
            <pc:docMk/>
            <pc:sldMk cId="2659876311" sldId="2147480808"/>
            <ac:spMk id="23" creationId="{281DF4C4-4FAA-9DB2-87F1-28DA35E18654}"/>
          </ac:spMkLst>
        </pc:spChg>
        <pc:spChg chg="add mod">
          <ac:chgData name="Anon Saelee" userId="344615e6-5449-43fc-9b74-2bfcd7e357d4" providerId="ADAL" clId="{C845A161-E4E5-57BC-9787-6F99D640B7E2}" dt="2025-11-06T04:47:59.773" v="1633" actId="1076"/>
          <ac:spMkLst>
            <pc:docMk/>
            <pc:sldMk cId="2659876311" sldId="2147480808"/>
            <ac:spMk id="30" creationId="{447A9FC4-1FE6-E036-CE46-7677B12C9D9C}"/>
          </ac:spMkLst>
        </pc:spChg>
        <pc:spChg chg="add mod">
          <ac:chgData name="Anon Saelee" userId="344615e6-5449-43fc-9b74-2bfcd7e357d4" providerId="ADAL" clId="{C845A161-E4E5-57BC-9787-6F99D640B7E2}" dt="2025-11-06T04:48:16.802" v="1650" actId="1076"/>
          <ac:spMkLst>
            <pc:docMk/>
            <pc:sldMk cId="2659876311" sldId="2147480808"/>
            <ac:spMk id="35" creationId="{B661719F-B9BA-C56D-DEAE-EDB9CB2EAFBD}"/>
          </ac:spMkLst>
        </pc:spChg>
        <pc:spChg chg="add mod">
          <ac:chgData name="Anon Saelee" userId="344615e6-5449-43fc-9b74-2bfcd7e357d4" providerId="ADAL" clId="{C845A161-E4E5-57BC-9787-6F99D640B7E2}" dt="2025-11-06T04:48:37.345" v="1671" actId="20577"/>
          <ac:spMkLst>
            <pc:docMk/>
            <pc:sldMk cId="2659876311" sldId="2147480808"/>
            <ac:spMk id="36" creationId="{9C471EE6-03CF-3C62-EC8E-6D80D8C416D5}"/>
          </ac:spMkLst>
        </pc:spChg>
        <pc:spChg chg="add mod">
          <ac:chgData name="Anon Saelee" userId="344615e6-5449-43fc-9b74-2bfcd7e357d4" providerId="ADAL" clId="{C845A161-E4E5-57BC-9787-6F99D640B7E2}" dt="2025-11-06T07:22:26.700" v="2789" actId="1037"/>
          <ac:spMkLst>
            <pc:docMk/>
            <pc:sldMk cId="2659876311" sldId="2147480808"/>
            <ac:spMk id="39" creationId="{E5264DF6-F2AD-D864-540A-BF1F88E7B713}"/>
          </ac:spMkLst>
        </pc:spChg>
        <pc:graphicFrameChg chg="mod modGraphic">
          <ac:chgData name="Anon Saelee" userId="344615e6-5449-43fc-9b74-2bfcd7e357d4" providerId="ADAL" clId="{C845A161-E4E5-57BC-9787-6F99D640B7E2}" dt="2025-11-06T05:19:53.999" v="2100" actId="20577"/>
          <ac:graphicFrameMkLst>
            <pc:docMk/>
            <pc:sldMk cId="2659876311" sldId="2147480808"/>
            <ac:graphicFrameMk id="3" creationId="{E39C32BF-5A84-3794-FDC9-DB75188F3CAD}"/>
          </ac:graphicFrameMkLst>
        </pc:graphicFrameChg>
        <pc:graphicFrameChg chg="add mod">
          <ac:chgData name="Anon Saelee" userId="344615e6-5449-43fc-9b74-2bfcd7e357d4" providerId="ADAL" clId="{C845A161-E4E5-57BC-9787-6F99D640B7E2}" dt="2025-11-06T05:03:08.496" v="1885" actId="14100"/>
          <ac:graphicFrameMkLst>
            <pc:docMk/>
            <pc:sldMk cId="2659876311" sldId="2147480808"/>
            <ac:graphicFrameMk id="20" creationId="{933F6D5E-D0A9-D430-60DF-4A7348CD481E}"/>
          </ac:graphicFrameMkLst>
        </pc:graphicFrameChg>
        <pc:picChg chg="add mod">
          <ac:chgData name="Anon Saelee" userId="344615e6-5449-43fc-9b74-2bfcd7e357d4" providerId="ADAL" clId="{C845A161-E4E5-57BC-9787-6F99D640B7E2}" dt="2025-11-06T04:46:49.834" v="1610" actId="14100"/>
          <ac:picMkLst>
            <pc:docMk/>
            <pc:sldMk cId="2659876311" sldId="2147480808"/>
            <ac:picMk id="25" creationId="{C94535C5-5010-7EC7-4BDA-E5D63437A54D}"/>
          </ac:picMkLst>
        </pc:picChg>
        <pc:picChg chg="add mod">
          <ac:chgData name="Anon Saelee" userId="344615e6-5449-43fc-9b74-2bfcd7e357d4" providerId="ADAL" clId="{C845A161-E4E5-57BC-9787-6F99D640B7E2}" dt="2025-11-06T04:47:37.605" v="1622" actId="1035"/>
          <ac:picMkLst>
            <pc:docMk/>
            <pc:sldMk cId="2659876311" sldId="2147480808"/>
            <ac:picMk id="29" creationId="{79F58F83-54F7-606F-EB22-917D3B4B0F3E}"/>
          </ac:picMkLst>
        </pc:picChg>
        <pc:picChg chg="add mod">
          <ac:chgData name="Anon Saelee" userId="344615e6-5449-43fc-9b74-2bfcd7e357d4" providerId="ADAL" clId="{C845A161-E4E5-57BC-9787-6F99D640B7E2}" dt="2025-11-06T04:47:39.776" v="1629" actId="1036"/>
          <ac:picMkLst>
            <pc:docMk/>
            <pc:sldMk cId="2659876311" sldId="2147480808"/>
            <ac:picMk id="32" creationId="{70BB7E07-5E61-2B58-8AE6-D3534EFF3611}"/>
          </ac:picMkLst>
        </pc:picChg>
        <pc:picChg chg="add mod">
          <ac:chgData name="Anon Saelee" userId="344615e6-5449-43fc-9b74-2bfcd7e357d4" providerId="ADAL" clId="{C845A161-E4E5-57BC-9787-6F99D640B7E2}" dt="2025-11-06T04:47:48.895" v="1631" actId="14100"/>
          <ac:picMkLst>
            <pc:docMk/>
            <pc:sldMk cId="2659876311" sldId="2147480808"/>
            <ac:picMk id="34" creationId="{46BD86A5-6C17-3059-AE43-EC6051984F27}"/>
          </ac:picMkLst>
        </pc:picChg>
        <pc:picChg chg="add mod">
          <ac:chgData name="Anon Saelee" userId="344615e6-5449-43fc-9b74-2bfcd7e357d4" providerId="ADAL" clId="{C845A161-E4E5-57BC-9787-6F99D640B7E2}" dt="2025-11-06T04:45:18.124" v="1568" actId="1076"/>
          <ac:picMkLst>
            <pc:docMk/>
            <pc:sldMk cId="2659876311" sldId="2147480808"/>
            <ac:picMk id="1030" creationId="{C12B3A60-F034-91A5-5023-F99E13F329FD}"/>
          </ac:picMkLst>
        </pc:picChg>
      </pc:sldChg>
      <pc:sldChg chg="addSp delSp modSp mod">
        <pc:chgData name="Anon Saelee" userId="344615e6-5449-43fc-9b74-2bfcd7e357d4" providerId="ADAL" clId="{C845A161-E4E5-57BC-9787-6F99D640B7E2}" dt="2025-11-06T08:13:54.480" v="3469" actId="20577"/>
        <pc:sldMkLst>
          <pc:docMk/>
          <pc:sldMk cId="710992453" sldId="2147480809"/>
        </pc:sldMkLst>
        <pc:spChg chg="add mod">
          <ac:chgData name="Anon Saelee" userId="344615e6-5449-43fc-9b74-2bfcd7e357d4" providerId="ADAL" clId="{C845A161-E4E5-57BC-9787-6F99D640B7E2}" dt="2025-11-06T07:21:19.605" v="2755" actId="1038"/>
          <ac:spMkLst>
            <pc:docMk/>
            <pc:sldMk cId="710992453" sldId="2147480809"/>
            <ac:spMk id="4" creationId="{DD0B8463-6479-4356-D437-876AC867E659}"/>
          </ac:spMkLst>
        </pc:spChg>
        <pc:spChg chg="mod">
          <ac:chgData name="Anon Saelee" userId="344615e6-5449-43fc-9b74-2bfcd7e357d4" providerId="ADAL" clId="{C845A161-E4E5-57BC-9787-6F99D640B7E2}" dt="2025-11-06T08:13:54.480" v="3469" actId="20577"/>
          <ac:spMkLst>
            <pc:docMk/>
            <pc:sldMk cId="710992453" sldId="2147480809"/>
            <ac:spMk id="16" creationId="{76365714-B298-B3B0-4BC2-298E3F632B2B}"/>
          </ac:spMkLst>
        </pc:spChg>
      </pc:sldChg>
      <pc:sldChg chg="addSp delSp modSp mod">
        <pc:chgData name="Anon Saelee" userId="344615e6-5449-43fc-9b74-2bfcd7e357d4" providerId="ADAL" clId="{C845A161-E4E5-57BC-9787-6F99D640B7E2}" dt="2025-11-06T08:13:58.084" v="3473" actId="20577"/>
        <pc:sldMkLst>
          <pc:docMk/>
          <pc:sldMk cId="3265770744" sldId="2147480810"/>
        </pc:sldMkLst>
        <pc:spChg chg="add mod">
          <ac:chgData name="Anon Saelee" userId="344615e6-5449-43fc-9b74-2bfcd7e357d4" providerId="ADAL" clId="{C845A161-E4E5-57BC-9787-6F99D640B7E2}" dt="2025-11-06T07:21:53.807" v="2766" actId="1037"/>
          <ac:spMkLst>
            <pc:docMk/>
            <pc:sldMk cId="3265770744" sldId="2147480810"/>
            <ac:spMk id="12" creationId="{E62917A0-D272-95C5-0A48-19964D276B59}"/>
          </ac:spMkLst>
        </pc:spChg>
        <pc:spChg chg="mod">
          <ac:chgData name="Anon Saelee" userId="344615e6-5449-43fc-9b74-2bfcd7e357d4" providerId="ADAL" clId="{C845A161-E4E5-57BC-9787-6F99D640B7E2}" dt="2025-11-06T08:13:58.084" v="3473" actId="20577"/>
          <ac:spMkLst>
            <pc:docMk/>
            <pc:sldMk cId="3265770744" sldId="2147480810"/>
            <ac:spMk id="16" creationId="{8EECD9F5-6D5A-46A4-58E9-553852A506D7}"/>
          </ac:spMkLst>
        </pc:spChg>
        <pc:graphicFrameChg chg="mod modGraphic">
          <ac:chgData name="Anon Saelee" userId="344615e6-5449-43fc-9b74-2bfcd7e357d4" providerId="ADAL" clId="{C845A161-E4E5-57BC-9787-6F99D640B7E2}" dt="2025-11-06T07:15:39.942" v="2606" actId="20577"/>
          <ac:graphicFrameMkLst>
            <pc:docMk/>
            <pc:sldMk cId="3265770744" sldId="2147480810"/>
            <ac:graphicFrameMk id="3" creationId="{DD4C38BE-3BE6-E473-D188-914A778221CD}"/>
          </ac:graphicFrameMkLst>
        </pc:graphicFrameChg>
        <pc:graphicFrameChg chg="mod">
          <ac:chgData name="Anon Saelee" userId="344615e6-5449-43fc-9b74-2bfcd7e357d4" providerId="ADAL" clId="{C845A161-E4E5-57BC-9787-6F99D640B7E2}" dt="2025-11-06T04:38:10.435" v="1379" actId="1076"/>
          <ac:graphicFrameMkLst>
            <pc:docMk/>
            <pc:sldMk cId="3265770744" sldId="2147480810"/>
            <ac:graphicFrameMk id="19" creationId="{BD01E37F-75B6-6A12-A86D-4D79F3088F28}"/>
          </ac:graphicFrameMkLst>
        </pc:graphicFrameChg>
      </pc:sldChg>
      <pc:sldChg chg="addSp delSp modSp mod">
        <pc:chgData name="Anon Saelee" userId="344615e6-5449-43fc-9b74-2bfcd7e357d4" providerId="ADAL" clId="{C845A161-E4E5-57BC-9787-6F99D640B7E2}" dt="2025-11-06T08:38:35.918" v="3619" actId="1038"/>
        <pc:sldMkLst>
          <pc:docMk/>
          <pc:sldMk cId="3449079256" sldId="2147480812"/>
        </pc:sldMkLst>
        <pc:spChg chg="add mod">
          <ac:chgData name="Anon Saelee" userId="344615e6-5449-43fc-9b74-2bfcd7e357d4" providerId="ADAL" clId="{C845A161-E4E5-57BC-9787-6F99D640B7E2}" dt="2025-11-06T08:38:35.918" v="3619" actId="1038"/>
          <ac:spMkLst>
            <pc:docMk/>
            <pc:sldMk cId="3449079256" sldId="2147480812"/>
            <ac:spMk id="4" creationId="{B5C31752-D547-9F05-20FE-50931B4579F8}"/>
          </ac:spMkLst>
        </pc:spChg>
        <pc:spChg chg="add mod">
          <ac:chgData name="Anon Saelee" userId="344615e6-5449-43fc-9b74-2bfcd7e357d4" providerId="ADAL" clId="{C845A161-E4E5-57BC-9787-6F99D640B7E2}" dt="2025-11-06T07:43:13.988" v="3123" actId="1076"/>
          <ac:spMkLst>
            <pc:docMk/>
            <pc:sldMk cId="3449079256" sldId="2147480812"/>
            <ac:spMk id="6" creationId="{2C8A4F42-BD27-D005-F5AB-EFFB5C5EA467}"/>
          </ac:spMkLst>
        </pc:spChg>
        <pc:spChg chg="mod">
          <ac:chgData name="Anon Saelee" userId="344615e6-5449-43fc-9b74-2bfcd7e357d4" providerId="ADAL" clId="{C845A161-E4E5-57BC-9787-6F99D640B7E2}" dt="2025-11-06T08:14:15.251" v="3477" actId="20577"/>
          <ac:spMkLst>
            <pc:docMk/>
            <pc:sldMk cId="3449079256" sldId="2147480812"/>
            <ac:spMk id="16" creationId="{4ABD0F53-3562-568D-570A-38619EDF2F43}"/>
          </ac:spMkLst>
        </pc:spChg>
        <pc:spChg chg="add mod">
          <ac:chgData name="Anon Saelee" userId="344615e6-5449-43fc-9b74-2bfcd7e357d4" providerId="ADAL" clId="{C845A161-E4E5-57BC-9787-6F99D640B7E2}" dt="2025-11-06T07:43:45.066" v="3131" actId="20577"/>
          <ac:spMkLst>
            <pc:docMk/>
            <pc:sldMk cId="3449079256" sldId="2147480812"/>
            <ac:spMk id="19" creationId="{8E5E0B4E-6EE6-8972-2314-DE31AC63AB1E}"/>
          </ac:spMkLst>
        </pc:spChg>
        <pc:spChg chg="add mod">
          <ac:chgData name="Anon Saelee" userId="344615e6-5449-43fc-9b74-2bfcd7e357d4" providerId="ADAL" clId="{C845A161-E4E5-57BC-9787-6F99D640B7E2}" dt="2025-11-06T07:44:16.936" v="3138" actId="20577"/>
          <ac:spMkLst>
            <pc:docMk/>
            <pc:sldMk cId="3449079256" sldId="2147480812"/>
            <ac:spMk id="22" creationId="{0E183DF2-F0EC-AE50-8E90-C5A25387F57C}"/>
          </ac:spMkLst>
        </pc:spChg>
        <pc:spChg chg="add mod">
          <ac:chgData name="Anon Saelee" userId="344615e6-5449-43fc-9b74-2bfcd7e357d4" providerId="ADAL" clId="{C845A161-E4E5-57BC-9787-6F99D640B7E2}" dt="2025-11-06T07:44:38.780" v="3141" actId="20577"/>
          <ac:spMkLst>
            <pc:docMk/>
            <pc:sldMk cId="3449079256" sldId="2147480812"/>
            <ac:spMk id="25" creationId="{7C59846F-5BC4-CDD9-F8C8-16AC6E9AA18E}"/>
          </ac:spMkLst>
        </pc:spChg>
        <pc:graphicFrameChg chg="mod modGraphic">
          <ac:chgData name="Anon Saelee" userId="344615e6-5449-43fc-9b74-2bfcd7e357d4" providerId="ADAL" clId="{C845A161-E4E5-57BC-9787-6F99D640B7E2}" dt="2025-11-06T07:39:45.322" v="3073" actId="20577"/>
          <ac:graphicFrameMkLst>
            <pc:docMk/>
            <pc:sldMk cId="3449079256" sldId="2147480812"/>
            <ac:graphicFrameMk id="3" creationId="{C00887AE-49DE-9DAD-9272-79D3C315DCDA}"/>
          </ac:graphicFrameMkLst>
        </pc:graphicFrameChg>
        <pc:picChg chg="add mod modCrop">
          <ac:chgData name="Anon Saelee" userId="344615e6-5449-43fc-9b74-2bfcd7e357d4" providerId="ADAL" clId="{C845A161-E4E5-57BC-9787-6F99D640B7E2}" dt="2025-11-06T07:43:19.562" v="3124" actId="732"/>
          <ac:picMkLst>
            <pc:docMk/>
            <pc:sldMk cId="3449079256" sldId="2147480812"/>
            <ac:picMk id="18" creationId="{04E8A5FD-C81B-01CC-6F20-CF3DD8E4C4A4}"/>
          </ac:picMkLst>
        </pc:picChg>
        <pc:picChg chg="add mod modCrop">
          <ac:chgData name="Anon Saelee" userId="344615e6-5449-43fc-9b74-2bfcd7e357d4" providerId="ADAL" clId="{C845A161-E4E5-57BC-9787-6F99D640B7E2}" dt="2025-11-06T07:43:57.385" v="3133" actId="732"/>
          <ac:picMkLst>
            <pc:docMk/>
            <pc:sldMk cId="3449079256" sldId="2147480812"/>
            <ac:picMk id="21" creationId="{D7E8264C-34D9-6BB7-7510-A6956B474E31}"/>
          </ac:picMkLst>
        </pc:picChg>
        <pc:picChg chg="add mod modCrop">
          <ac:chgData name="Anon Saelee" userId="344615e6-5449-43fc-9b74-2bfcd7e357d4" providerId="ADAL" clId="{C845A161-E4E5-57BC-9787-6F99D640B7E2}" dt="2025-11-06T07:43:33.799" v="3127" actId="732"/>
          <ac:picMkLst>
            <pc:docMk/>
            <pc:sldMk cId="3449079256" sldId="2147480812"/>
            <ac:picMk id="24" creationId="{F7F6B82A-1979-05BC-1E17-193DC7550C51}"/>
          </ac:picMkLst>
        </pc:picChg>
        <pc:picChg chg="add mod">
          <ac:chgData name="Anon Saelee" userId="344615e6-5449-43fc-9b74-2bfcd7e357d4" providerId="ADAL" clId="{C845A161-E4E5-57BC-9787-6F99D640B7E2}" dt="2025-11-06T07:26:47.145" v="2812" actId="1036"/>
          <ac:picMkLst>
            <pc:docMk/>
            <pc:sldMk cId="3449079256" sldId="2147480812"/>
            <ac:picMk id="1026" creationId="{78201084-E61D-1E3B-C57D-69CF4B59E21E}"/>
          </ac:picMkLst>
        </pc:picChg>
        <pc:picChg chg="add mod">
          <ac:chgData name="Anon Saelee" userId="344615e6-5449-43fc-9b74-2bfcd7e357d4" providerId="ADAL" clId="{C845A161-E4E5-57BC-9787-6F99D640B7E2}" dt="2025-11-06T07:43:09.323" v="3122" actId="732"/>
          <ac:picMkLst>
            <pc:docMk/>
            <pc:sldMk cId="3449079256" sldId="2147480812"/>
            <ac:picMk id="1028" creationId="{C9228010-B977-9D11-A58B-47F8D11A8C44}"/>
          </ac:picMkLst>
        </pc:picChg>
      </pc:sldChg>
      <pc:sldChg chg="delSp modSp mod">
        <pc:chgData name="Anon Saelee" userId="344615e6-5449-43fc-9b74-2bfcd7e357d4" providerId="ADAL" clId="{C845A161-E4E5-57BC-9787-6F99D640B7E2}" dt="2025-11-17T08:57:08.689" v="4176" actId="478"/>
        <pc:sldMkLst>
          <pc:docMk/>
          <pc:sldMk cId="962102037" sldId="2147480818"/>
        </pc:sldMkLst>
        <pc:spChg chg="del mod">
          <ac:chgData name="Anon Saelee" userId="344615e6-5449-43fc-9b74-2bfcd7e357d4" providerId="ADAL" clId="{C845A161-E4E5-57BC-9787-6F99D640B7E2}" dt="2025-11-17T08:57:08.689" v="4176" actId="478"/>
          <ac:spMkLst>
            <pc:docMk/>
            <pc:sldMk cId="962102037" sldId="2147480818"/>
            <ac:spMk id="19" creationId="{8883EC79-77AC-8C57-E244-F19780A5B20B}"/>
          </ac:spMkLst>
        </pc:spChg>
      </pc:sldChg>
      <pc:sldChg chg="delSp modSp mod">
        <pc:chgData name="Anon Saelee" userId="344615e6-5449-43fc-9b74-2bfcd7e357d4" providerId="ADAL" clId="{C845A161-E4E5-57BC-9787-6F99D640B7E2}" dt="2025-11-17T08:54:04.188" v="4164" actId="478"/>
        <pc:sldMkLst>
          <pc:docMk/>
          <pc:sldMk cId="3795517625" sldId="2147480819"/>
        </pc:sldMkLst>
        <pc:spChg chg="del">
          <ac:chgData name="Anon Saelee" userId="344615e6-5449-43fc-9b74-2bfcd7e357d4" providerId="ADAL" clId="{C845A161-E4E5-57BC-9787-6F99D640B7E2}" dt="2025-11-17T08:54:04.188" v="4164" actId="478"/>
          <ac:spMkLst>
            <pc:docMk/>
            <pc:sldMk cId="3795517625" sldId="2147480819"/>
            <ac:spMk id="12" creationId="{E6CD1325-2652-EC02-4206-04E8AB8CE71C}"/>
          </ac:spMkLst>
        </pc:spChg>
        <pc:graphicFrameChg chg="modGraphic">
          <ac:chgData name="Anon Saelee" userId="344615e6-5449-43fc-9b74-2bfcd7e357d4" providerId="ADAL" clId="{C845A161-E4E5-57BC-9787-6F99D640B7E2}" dt="2025-11-17T08:52:36.962" v="4157" actId="20577"/>
          <ac:graphicFrameMkLst>
            <pc:docMk/>
            <pc:sldMk cId="3795517625" sldId="2147480819"/>
            <ac:graphicFrameMk id="3" creationId="{E39C32BF-5A84-3794-FDC9-DB75188F3CAD}"/>
          </ac:graphicFrameMkLst>
        </pc:graphicFrameChg>
      </pc:sldChg>
      <pc:sldChg chg="delSp modSp mod">
        <pc:chgData name="Anon Saelee" userId="344615e6-5449-43fc-9b74-2bfcd7e357d4" providerId="ADAL" clId="{C845A161-E4E5-57BC-9787-6F99D640B7E2}" dt="2025-11-17T08:54:58.307" v="4174" actId="27918"/>
        <pc:sldMkLst>
          <pc:docMk/>
          <pc:sldMk cId="3005202296" sldId="2147480828"/>
        </pc:sldMkLst>
        <pc:spChg chg="del">
          <ac:chgData name="Anon Saelee" userId="344615e6-5449-43fc-9b74-2bfcd7e357d4" providerId="ADAL" clId="{C845A161-E4E5-57BC-9787-6F99D640B7E2}" dt="2025-11-17T08:54:17.385" v="4167" actId="478"/>
          <ac:spMkLst>
            <pc:docMk/>
            <pc:sldMk cId="3005202296" sldId="2147480828"/>
            <ac:spMk id="13" creationId="{F2BA2437-F8DE-F0DA-465E-0A73C2E19945}"/>
          </ac:spMkLst>
        </pc:spChg>
        <pc:graphicFrameChg chg="modGraphic">
          <ac:chgData name="Anon Saelee" userId="344615e6-5449-43fc-9b74-2bfcd7e357d4" providerId="ADAL" clId="{C845A161-E4E5-57BC-9787-6F99D640B7E2}" dt="2025-11-17T08:54:15.214" v="4166" actId="20577"/>
          <ac:graphicFrameMkLst>
            <pc:docMk/>
            <pc:sldMk cId="3005202296" sldId="2147480828"/>
            <ac:graphicFrameMk id="3" creationId="{6F9A7BBC-1621-AB87-975D-8FBFF2F00DCB}"/>
          </ac:graphicFrameMkLst>
        </pc:graphicFrameChg>
      </pc:sldChg>
    </pc:docChg>
  </pc:docChgLst>
  <pc:docChgLst>
    <pc:chgData name="Gary Murakami" userId="d419d4ba-09b1-43c4-8d75-fbde53fd6fe7" providerId="ADAL" clId="{5080F7D4-700E-4772-A2CF-0239581EF3CE}"/>
    <pc:docChg chg="undo custSel modSld">
      <pc:chgData name="Gary Murakami" userId="d419d4ba-09b1-43c4-8d75-fbde53fd6fe7" providerId="ADAL" clId="{5080F7D4-700E-4772-A2CF-0239581EF3CE}" dt="2025-11-17T08:36:06.276" v="1077" actId="20577"/>
      <pc:docMkLst>
        <pc:docMk/>
      </pc:docMkLst>
      <pc:sldChg chg="addSp modSp mod">
        <pc:chgData name="Gary Murakami" userId="d419d4ba-09b1-43c4-8d75-fbde53fd6fe7" providerId="ADAL" clId="{5080F7D4-700E-4772-A2CF-0239581EF3CE}" dt="2025-11-16T15:13:57.564" v="189" actId="5793"/>
        <pc:sldMkLst>
          <pc:docMk/>
          <pc:sldMk cId="3782879518" sldId="2147480804"/>
        </pc:sldMkLst>
        <pc:spChg chg="add mod">
          <ac:chgData name="Gary Murakami" userId="d419d4ba-09b1-43c4-8d75-fbde53fd6fe7" providerId="ADAL" clId="{5080F7D4-700E-4772-A2CF-0239581EF3CE}" dt="2025-11-16T15:13:57.564" v="189" actId="5793"/>
          <ac:spMkLst>
            <pc:docMk/>
            <pc:sldMk cId="3782879518" sldId="2147480804"/>
            <ac:spMk id="4" creationId="{C82ABCF7-EB04-B43A-0DE7-07E6A7AB9C97}"/>
          </ac:spMkLst>
        </pc:spChg>
      </pc:sldChg>
      <pc:sldChg chg="addSp modSp mod">
        <pc:chgData name="Gary Murakami" userId="d419d4ba-09b1-43c4-8d75-fbde53fd6fe7" providerId="ADAL" clId="{5080F7D4-700E-4772-A2CF-0239581EF3CE}" dt="2025-11-16T15:13:25.573" v="147" actId="20577"/>
        <pc:sldMkLst>
          <pc:docMk/>
          <pc:sldMk cId="1100039154" sldId="2147480805"/>
        </pc:sldMkLst>
        <pc:spChg chg="add mod">
          <ac:chgData name="Gary Murakami" userId="d419d4ba-09b1-43c4-8d75-fbde53fd6fe7" providerId="ADAL" clId="{5080F7D4-700E-4772-A2CF-0239581EF3CE}" dt="2025-11-16T15:13:09.886" v="69" actId="1037"/>
          <ac:spMkLst>
            <pc:docMk/>
            <pc:sldMk cId="1100039154" sldId="2147480805"/>
            <ac:spMk id="4" creationId="{4DAC9308-F3DD-E02A-BF1E-6D89E459FDFC}"/>
          </ac:spMkLst>
        </pc:spChg>
        <pc:spChg chg="add mod">
          <ac:chgData name="Gary Murakami" userId="d419d4ba-09b1-43c4-8d75-fbde53fd6fe7" providerId="ADAL" clId="{5080F7D4-700E-4772-A2CF-0239581EF3CE}" dt="2025-11-16T15:13:25.573" v="147" actId="20577"/>
          <ac:spMkLst>
            <pc:docMk/>
            <pc:sldMk cId="1100039154" sldId="2147480805"/>
            <ac:spMk id="6" creationId="{738A23B5-1F48-5D0D-AA9C-5AFF572BD573}"/>
          </ac:spMkLst>
        </pc:spChg>
      </pc:sldChg>
      <pc:sldChg chg="addSp modSp">
        <pc:chgData name="Gary Murakami" userId="d419d4ba-09b1-43c4-8d75-fbde53fd6fe7" providerId="ADAL" clId="{5080F7D4-700E-4772-A2CF-0239581EF3CE}" dt="2025-11-16T15:17:23.996" v="418"/>
        <pc:sldMkLst>
          <pc:docMk/>
          <pc:sldMk cId="2470003383" sldId="2147480806"/>
        </pc:sldMkLst>
        <pc:spChg chg="add mod">
          <ac:chgData name="Gary Murakami" userId="d419d4ba-09b1-43c4-8d75-fbde53fd6fe7" providerId="ADAL" clId="{5080F7D4-700E-4772-A2CF-0239581EF3CE}" dt="2025-11-16T15:17:23.996" v="418"/>
          <ac:spMkLst>
            <pc:docMk/>
            <pc:sldMk cId="2470003383" sldId="2147480806"/>
            <ac:spMk id="6" creationId="{F399153D-E70C-1BFB-125B-7083103CB726}"/>
          </ac:spMkLst>
        </pc:spChg>
      </pc:sldChg>
      <pc:sldChg chg="addSp modSp mod">
        <pc:chgData name="Gary Murakami" userId="d419d4ba-09b1-43c4-8d75-fbde53fd6fe7" providerId="ADAL" clId="{5080F7D4-700E-4772-A2CF-0239581EF3CE}" dt="2025-11-17T08:36:06.276" v="1077" actId="20577"/>
        <pc:sldMkLst>
          <pc:docMk/>
          <pc:sldMk cId="962102037" sldId="2147480818"/>
        </pc:sldMkLst>
        <pc:spChg chg="add mod">
          <ac:chgData name="Gary Murakami" userId="d419d4ba-09b1-43c4-8d75-fbde53fd6fe7" providerId="ADAL" clId="{5080F7D4-700E-4772-A2CF-0239581EF3CE}" dt="2025-11-16T15:20:59.905" v="481"/>
          <ac:spMkLst>
            <pc:docMk/>
            <pc:sldMk cId="962102037" sldId="2147480818"/>
            <ac:spMk id="2" creationId="{8709F1A0-FDD6-68BE-4C6D-735A7C48AF42}"/>
          </ac:spMkLst>
        </pc:spChg>
        <pc:spChg chg="add mod">
          <ac:chgData name="Gary Murakami" userId="d419d4ba-09b1-43c4-8d75-fbde53fd6fe7" providerId="ADAL" clId="{5080F7D4-700E-4772-A2CF-0239581EF3CE}" dt="2025-11-16T15:21:06.894" v="521" actId="20577"/>
          <ac:spMkLst>
            <pc:docMk/>
            <pc:sldMk cId="962102037" sldId="2147480818"/>
            <ac:spMk id="5" creationId="{A5DB3B49-10B0-0989-B04A-A0BBB0D0636B}"/>
          </ac:spMkLst>
        </pc:spChg>
        <pc:spChg chg="add mod">
          <ac:chgData name="Gary Murakami" userId="d419d4ba-09b1-43c4-8d75-fbde53fd6fe7" providerId="ADAL" clId="{5080F7D4-700E-4772-A2CF-0239581EF3CE}" dt="2025-11-16T15:21:13.590" v="587" actId="14100"/>
          <ac:spMkLst>
            <pc:docMk/>
            <pc:sldMk cId="962102037" sldId="2147480818"/>
            <ac:spMk id="10" creationId="{B7F92B90-D551-88C3-69F7-D829F4E6ECB7}"/>
          </ac:spMkLst>
        </pc:spChg>
        <pc:spChg chg="add mod">
          <ac:chgData name="Gary Murakami" userId="d419d4ba-09b1-43c4-8d75-fbde53fd6fe7" providerId="ADAL" clId="{5080F7D4-700E-4772-A2CF-0239581EF3CE}" dt="2025-11-17T08:36:06.276" v="1077" actId="20577"/>
          <ac:spMkLst>
            <pc:docMk/>
            <pc:sldMk cId="962102037" sldId="2147480818"/>
            <ac:spMk id="19" creationId="{8883EC79-77AC-8C57-E244-F19780A5B20B}"/>
          </ac:spMkLst>
        </pc:spChg>
      </pc:sldChg>
      <pc:sldChg chg="addSp modSp mod">
        <pc:chgData name="Gary Murakami" userId="d419d4ba-09b1-43c4-8d75-fbde53fd6fe7" providerId="ADAL" clId="{5080F7D4-700E-4772-A2CF-0239581EF3CE}" dt="2025-11-17T08:35:09.448" v="1007" actId="1036"/>
        <pc:sldMkLst>
          <pc:docMk/>
          <pc:sldMk cId="3795517625" sldId="2147480819"/>
        </pc:sldMkLst>
        <pc:spChg chg="add mod">
          <ac:chgData name="Gary Murakami" userId="d419d4ba-09b1-43c4-8d75-fbde53fd6fe7" providerId="ADAL" clId="{5080F7D4-700E-4772-A2CF-0239581EF3CE}" dt="2025-11-16T15:18:21.736" v="422" actId="20577"/>
          <ac:spMkLst>
            <pc:docMk/>
            <pc:sldMk cId="3795517625" sldId="2147480819"/>
            <ac:spMk id="4" creationId="{6C5961A3-4369-75B3-D519-FFFC194FCCE7}"/>
          </ac:spMkLst>
        </pc:spChg>
        <pc:spChg chg="add mod">
          <ac:chgData name="Gary Murakami" userId="d419d4ba-09b1-43c4-8d75-fbde53fd6fe7" providerId="ADAL" clId="{5080F7D4-700E-4772-A2CF-0239581EF3CE}" dt="2025-11-16T15:19:03.220" v="480" actId="20577"/>
          <ac:spMkLst>
            <pc:docMk/>
            <pc:sldMk cId="3795517625" sldId="2147480819"/>
            <ac:spMk id="7" creationId="{98A5198D-D56F-4A9E-416B-BDEC0388A472}"/>
          </ac:spMkLst>
        </pc:spChg>
        <pc:spChg chg="add mod">
          <ac:chgData name="Gary Murakami" userId="d419d4ba-09b1-43c4-8d75-fbde53fd6fe7" providerId="ADAL" clId="{5080F7D4-700E-4772-A2CF-0239581EF3CE}" dt="2025-11-17T08:35:09.448" v="1007" actId="1036"/>
          <ac:spMkLst>
            <pc:docMk/>
            <pc:sldMk cId="3795517625" sldId="2147480819"/>
            <ac:spMk id="12" creationId="{E6CD1325-2652-EC02-4206-04E8AB8CE71C}"/>
          </ac:spMkLst>
        </pc:spChg>
      </pc:sldChg>
      <pc:sldChg chg="addSp delSp modSp mod">
        <pc:chgData name="Gary Murakami" userId="d419d4ba-09b1-43c4-8d75-fbde53fd6fe7" providerId="ADAL" clId="{5080F7D4-700E-4772-A2CF-0239581EF3CE}" dt="2025-11-16T15:22:29.510" v="637" actId="478"/>
        <pc:sldMkLst>
          <pc:docMk/>
          <pc:sldMk cId="3262663349" sldId="2147480820"/>
        </pc:sldMkLst>
        <pc:spChg chg="add mod">
          <ac:chgData name="Gary Murakami" userId="d419d4ba-09b1-43c4-8d75-fbde53fd6fe7" providerId="ADAL" clId="{5080F7D4-700E-4772-A2CF-0239581EF3CE}" dt="2025-11-16T15:21:26.752" v="588"/>
          <ac:spMkLst>
            <pc:docMk/>
            <pc:sldMk cId="3262663349" sldId="2147480820"/>
            <ac:spMk id="17" creationId="{3294082B-47AF-4416-03F4-38B38DD6108A}"/>
          </ac:spMkLst>
        </pc:spChg>
        <pc:spChg chg="add mod">
          <ac:chgData name="Gary Murakami" userId="d419d4ba-09b1-43c4-8d75-fbde53fd6fe7" providerId="ADAL" clId="{5080F7D4-700E-4772-A2CF-0239581EF3CE}" dt="2025-11-16T15:21:26.752" v="588"/>
          <ac:spMkLst>
            <pc:docMk/>
            <pc:sldMk cId="3262663349" sldId="2147480820"/>
            <ac:spMk id="18" creationId="{428E045B-D1AF-96A2-9B82-28374926E054}"/>
          </ac:spMkLst>
        </pc:spChg>
        <pc:spChg chg="add del mod">
          <ac:chgData name="Gary Murakami" userId="d419d4ba-09b1-43c4-8d75-fbde53fd6fe7" providerId="ADAL" clId="{5080F7D4-700E-4772-A2CF-0239581EF3CE}" dt="2025-11-16T15:22:29.510" v="637" actId="478"/>
          <ac:spMkLst>
            <pc:docMk/>
            <pc:sldMk cId="3262663349" sldId="2147480820"/>
            <ac:spMk id="19" creationId="{6A084403-4AE9-5659-2C98-03C0228ED18C}"/>
          </ac:spMkLst>
        </pc:spChg>
        <pc:spChg chg="add del mod">
          <ac:chgData name="Gary Murakami" userId="d419d4ba-09b1-43c4-8d75-fbde53fd6fe7" providerId="ADAL" clId="{5080F7D4-700E-4772-A2CF-0239581EF3CE}" dt="2025-11-16T15:22:29.510" v="637" actId="478"/>
          <ac:spMkLst>
            <pc:docMk/>
            <pc:sldMk cId="3262663349" sldId="2147480820"/>
            <ac:spMk id="20" creationId="{9B43A16F-F857-77F2-8628-C5A83E1265A8}"/>
          </ac:spMkLst>
        </pc:spChg>
      </pc:sldChg>
      <pc:sldChg chg="addSp delSp modSp mod">
        <pc:chgData name="Gary Murakami" userId="d419d4ba-09b1-43c4-8d75-fbde53fd6fe7" providerId="ADAL" clId="{5080F7D4-700E-4772-A2CF-0239581EF3CE}" dt="2025-11-17T08:34:58.517" v="925" actId="21"/>
        <pc:sldMkLst>
          <pc:docMk/>
          <pc:sldMk cId="2090853817" sldId="2147480822"/>
        </pc:sldMkLst>
        <pc:spChg chg="add mod">
          <ac:chgData name="Gary Murakami" userId="d419d4ba-09b1-43c4-8d75-fbde53fd6fe7" providerId="ADAL" clId="{5080F7D4-700E-4772-A2CF-0239581EF3CE}" dt="2025-11-16T15:16:47.114" v="292" actId="1037"/>
          <ac:spMkLst>
            <pc:docMk/>
            <pc:sldMk cId="2090853817" sldId="2147480822"/>
            <ac:spMk id="4" creationId="{2E916EBF-E57C-F4B3-FBCA-D994B6AD7F9B}"/>
          </ac:spMkLst>
        </pc:spChg>
        <pc:spChg chg="add del mod">
          <ac:chgData name="Gary Murakami" userId="d419d4ba-09b1-43c4-8d75-fbde53fd6fe7" providerId="ADAL" clId="{5080F7D4-700E-4772-A2CF-0239581EF3CE}" dt="2025-11-17T08:34:58.517" v="925" actId="21"/>
          <ac:spMkLst>
            <pc:docMk/>
            <pc:sldMk cId="2090853817" sldId="2147480822"/>
            <ac:spMk id="12" creationId="{E6CD1325-2652-EC02-4206-04E8AB8CE71C}"/>
          </ac:spMkLst>
        </pc:spChg>
      </pc:sldChg>
      <pc:sldChg chg="addSp modSp">
        <pc:chgData name="Gary Murakami" userId="d419d4ba-09b1-43c4-8d75-fbde53fd6fe7" providerId="ADAL" clId="{5080F7D4-700E-4772-A2CF-0239581EF3CE}" dt="2025-11-16T15:16:48.581" v="293"/>
        <pc:sldMkLst>
          <pc:docMk/>
          <pc:sldMk cId="2804689967" sldId="2147480824"/>
        </pc:sldMkLst>
        <pc:spChg chg="add mod">
          <ac:chgData name="Gary Murakami" userId="d419d4ba-09b1-43c4-8d75-fbde53fd6fe7" providerId="ADAL" clId="{5080F7D4-700E-4772-A2CF-0239581EF3CE}" dt="2025-11-16T15:16:48.581" v="293"/>
          <ac:spMkLst>
            <pc:docMk/>
            <pc:sldMk cId="2804689967" sldId="2147480824"/>
            <ac:spMk id="4" creationId="{708EAB0A-F323-887E-4680-4362E23E1C17}"/>
          </ac:spMkLst>
        </pc:spChg>
      </pc:sldChg>
      <pc:sldChg chg="addSp modSp mod">
        <pc:chgData name="Gary Murakami" userId="d419d4ba-09b1-43c4-8d75-fbde53fd6fe7" providerId="ADAL" clId="{5080F7D4-700E-4772-A2CF-0239581EF3CE}" dt="2025-11-16T15:23:55.419" v="760" actId="20577"/>
        <pc:sldMkLst>
          <pc:docMk/>
          <pc:sldMk cId="3397738791" sldId="2147480825"/>
        </pc:sldMkLst>
        <pc:spChg chg="add mod">
          <ac:chgData name="Gary Murakami" userId="d419d4ba-09b1-43c4-8d75-fbde53fd6fe7" providerId="ADAL" clId="{5080F7D4-700E-4772-A2CF-0239581EF3CE}" dt="2025-11-16T15:23:55.419" v="760" actId="20577"/>
          <ac:spMkLst>
            <pc:docMk/>
            <pc:sldMk cId="3397738791" sldId="2147480825"/>
            <ac:spMk id="9" creationId="{231C780A-6695-72BD-B1B2-E0FE9A5DD41A}"/>
          </ac:spMkLst>
        </pc:spChg>
      </pc:sldChg>
      <pc:sldChg chg="addSp modSp">
        <pc:chgData name="Gary Murakami" userId="d419d4ba-09b1-43c4-8d75-fbde53fd6fe7" providerId="ADAL" clId="{5080F7D4-700E-4772-A2CF-0239581EF3CE}" dt="2025-11-16T15:18:03.409" v="419"/>
        <pc:sldMkLst>
          <pc:docMk/>
          <pc:sldMk cId="2796601450" sldId="2147480826"/>
        </pc:sldMkLst>
        <pc:spChg chg="add mod">
          <ac:chgData name="Gary Murakami" userId="d419d4ba-09b1-43c4-8d75-fbde53fd6fe7" providerId="ADAL" clId="{5080F7D4-700E-4772-A2CF-0239581EF3CE}" dt="2025-11-16T15:18:03.409" v="419"/>
          <ac:spMkLst>
            <pc:docMk/>
            <pc:sldMk cId="2796601450" sldId="2147480826"/>
            <ac:spMk id="4" creationId="{78DBF536-1DA8-56B0-7F2F-E83441ACE98E}"/>
          </ac:spMkLst>
        </pc:spChg>
      </pc:sldChg>
      <pc:sldChg chg="addSp modSp mod">
        <pc:chgData name="Gary Murakami" userId="d419d4ba-09b1-43c4-8d75-fbde53fd6fe7" providerId="ADAL" clId="{5080F7D4-700E-4772-A2CF-0239581EF3CE}" dt="2025-11-17T08:35:15.047" v="1008"/>
        <pc:sldMkLst>
          <pc:docMk/>
          <pc:sldMk cId="3005202296" sldId="2147480828"/>
        </pc:sldMkLst>
        <pc:spChg chg="add mod">
          <ac:chgData name="Gary Murakami" userId="d419d4ba-09b1-43c4-8d75-fbde53fd6fe7" providerId="ADAL" clId="{5080F7D4-700E-4772-A2CF-0239581EF3CE}" dt="2025-11-16T15:17:01.298" v="324" actId="20577"/>
          <ac:spMkLst>
            <pc:docMk/>
            <pc:sldMk cId="3005202296" sldId="2147480828"/>
            <ac:spMk id="7" creationId="{82A1C7E6-43D8-DCB6-B1C5-113AB457092E}"/>
          </ac:spMkLst>
        </pc:spChg>
        <pc:spChg chg="add mod">
          <ac:chgData name="Gary Murakami" userId="d419d4ba-09b1-43c4-8d75-fbde53fd6fe7" providerId="ADAL" clId="{5080F7D4-700E-4772-A2CF-0239581EF3CE}" dt="2025-11-16T15:17:10.225" v="417" actId="14100"/>
          <ac:spMkLst>
            <pc:docMk/>
            <pc:sldMk cId="3005202296" sldId="2147480828"/>
            <ac:spMk id="11" creationId="{194BC38A-560F-2BD7-853B-4986B6452377}"/>
          </ac:spMkLst>
        </pc:spChg>
        <pc:spChg chg="add mod">
          <ac:chgData name="Gary Murakami" userId="d419d4ba-09b1-43c4-8d75-fbde53fd6fe7" providerId="ADAL" clId="{5080F7D4-700E-4772-A2CF-0239581EF3CE}" dt="2025-11-17T08:35:15.047" v="1008"/>
          <ac:spMkLst>
            <pc:docMk/>
            <pc:sldMk cId="3005202296" sldId="2147480828"/>
            <ac:spMk id="13" creationId="{F2BA2437-F8DE-F0DA-465E-0A73C2E19945}"/>
          </ac:spMkLst>
        </pc:spChg>
      </pc:sldChg>
      <pc:sldChg chg="addSp modSp">
        <pc:chgData name="Gary Murakami" userId="d419d4ba-09b1-43c4-8d75-fbde53fd6fe7" providerId="ADAL" clId="{5080F7D4-700E-4772-A2CF-0239581EF3CE}" dt="2025-11-16T15:24:03.326" v="761"/>
        <pc:sldMkLst>
          <pc:docMk/>
          <pc:sldMk cId="315352142" sldId="2147480829"/>
        </pc:sldMkLst>
        <pc:spChg chg="add mod">
          <ac:chgData name="Gary Murakami" userId="d419d4ba-09b1-43c4-8d75-fbde53fd6fe7" providerId="ADAL" clId="{5080F7D4-700E-4772-A2CF-0239581EF3CE}" dt="2025-11-16T15:24:03.326" v="761"/>
          <ac:spMkLst>
            <pc:docMk/>
            <pc:sldMk cId="315352142" sldId="2147480829"/>
            <ac:spMk id="4" creationId="{FDEC3E90-0E40-AE2A-ACC1-AACC0B5D96EC}"/>
          </ac:spMkLst>
        </pc:spChg>
      </pc:sldChg>
      <pc:sldChg chg="addSp delSp modSp mod">
        <pc:chgData name="Gary Murakami" userId="d419d4ba-09b1-43c4-8d75-fbde53fd6fe7" providerId="ADAL" clId="{5080F7D4-700E-4772-A2CF-0239581EF3CE}" dt="2025-11-16T15:23:02.578" v="681" actId="20577"/>
        <pc:sldMkLst>
          <pc:docMk/>
          <pc:sldMk cId="88118889" sldId="2147480830"/>
        </pc:sldMkLst>
        <pc:spChg chg="add mod">
          <ac:chgData name="Gary Murakami" userId="d419d4ba-09b1-43c4-8d75-fbde53fd6fe7" providerId="ADAL" clId="{5080F7D4-700E-4772-A2CF-0239581EF3CE}" dt="2025-11-16T15:23:02.578" v="681" actId="20577"/>
          <ac:spMkLst>
            <pc:docMk/>
            <pc:sldMk cId="88118889" sldId="2147480830"/>
            <ac:spMk id="4" creationId="{6F45FC74-82C4-C22F-96EB-46D13B81E72B}"/>
          </ac:spMkLst>
        </pc:spChg>
        <pc:spChg chg="add del mod">
          <ac:chgData name="Gary Murakami" userId="d419d4ba-09b1-43c4-8d75-fbde53fd6fe7" providerId="ADAL" clId="{5080F7D4-700E-4772-A2CF-0239581EF3CE}" dt="2025-11-16T15:22:52.958" v="639" actId="478"/>
          <ac:spMkLst>
            <pc:docMk/>
            <pc:sldMk cId="88118889" sldId="2147480830"/>
            <ac:spMk id="5" creationId="{45A79171-A979-1424-640F-69B6FFD63528}"/>
          </ac:spMkLst>
        </pc:spChg>
      </pc:sldChg>
      <pc:sldChg chg="addSp modSp">
        <pc:chgData name="Gary Murakami" userId="d419d4ba-09b1-43c4-8d75-fbde53fd6fe7" providerId="ADAL" clId="{5080F7D4-700E-4772-A2CF-0239581EF3CE}" dt="2025-11-16T15:25:47.758" v="786"/>
        <pc:sldMkLst>
          <pc:docMk/>
          <pc:sldMk cId="4070044389" sldId="2147480831"/>
        </pc:sldMkLst>
        <pc:spChg chg="add mod">
          <ac:chgData name="Gary Murakami" userId="d419d4ba-09b1-43c4-8d75-fbde53fd6fe7" providerId="ADAL" clId="{5080F7D4-700E-4772-A2CF-0239581EF3CE}" dt="2025-11-16T15:25:47.758" v="786"/>
          <ac:spMkLst>
            <pc:docMk/>
            <pc:sldMk cId="4070044389" sldId="2147480831"/>
            <ac:spMk id="2" creationId="{FBD05D11-6778-83BF-0379-853FF95AAC5E}"/>
          </ac:spMkLst>
        </pc:spChg>
        <pc:spChg chg="add mod">
          <ac:chgData name="Gary Murakami" userId="d419d4ba-09b1-43c4-8d75-fbde53fd6fe7" providerId="ADAL" clId="{5080F7D4-700E-4772-A2CF-0239581EF3CE}" dt="2025-11-16T15:25:47.758" v="786"/>
          <ac:spMkLst>
            <pc:docMk/>
            <pc:sldMk cId="4070044389" sldId="2147480831"/>
            <ac:spMk id="4" creationId="{B3167C85-12AB-111B-F2AE-A63499D440C0}"/>
          </ac:spMkLst>
        </pc:spChg>
      </pc:sldChg>
      <pc:sldChg chg="addSp delSp modSp mod">
        <pc:chgData name="Gary Murakami" userId="d419d4ba-09b1-43c4-8d75-fbde53fd6fe7" providerId="ADAL" clId="{5080F7D4-700E-4772-A2CF-0239581EF3CE}" dt="2025-11-16T15:25:32.636" v="785"/>
        <pc:sldMkLst>
          <pc:docMk/>
          <pc:sldMk cId="2710427704" sldId="2147480832"/>
        </pc:sldMkLst>
        <pc:spChg chg="add del mod">
          <ac:chgData name="Gary Murakami" userId="d419d4ba-09b1-43c4-8d75-fbde53fd6fe7" providerId="ADAL" clId="{5080F7D4-700E-4772-A2CF-0239581EF3CE}" dt="2025-11-16T15:24:30.760" v="763" actId="478"/>
          <ac:spMkLst>
            <pc:docMk/>
            <pc:sldMk cId="2710427704" sldId="2147480832"/>
            <ac:spMk id="2" creationId="{543AB648-48A6-7559-A5BD-B37564CE71B0}"/>
          </ac:spMkLst>
        </pc:spChg>
        <pc:spChg chg="add mod">
          <ac:chgData name="Gary Murakami" userId="d419d4ba-09b1-43c4-8d75-fbde53fd6fe7" providerId="ADAL" clId="{5080F7D4-700E-4772-A2CF-0239581EF3CE}" dt="2025-11-16T15:25:22.695" v="782"/>
          <ac:spMkLst>
            <pc:docMk/>
            <pc:sldMk cId="2710427704" sldId="2147480832"/>
            <ac:spMk id="4" creationId="{83E20E0B-94B4-B7B6-17B4-64EF639FCDE9}"/>
          </ac:spMkLst>
        </pc:spChg>
        <pc:spChg chg="add mod">
          <ac:chgData name="Gary Murakami" userId="d419d4ba-09b1-43c4-8d75-fbde53fd6fe7" providerId="ADAL" clId="{5080F7D4-700E-4772-A2CF-0239581EF3CE}" dt="2025-11-16T15:25:22.695" v="782"/>
          <ac:spMkLst>
            <pc:docMk/>
            <pc:sldMk cId="2710427704" sldId="2147480832"/>
            <ac:spMk id="7" creationId="{464D0A69-F8F1-3A3C-AA34-CB2B40ABC6FD}"/>
          </ac:spMkLst>
        </pc:spChg>
        <pc:spChg chg="add mod">
          <ac:chgData name="Gary Murakami" userId="d419d4ba-09b1-43c4-8d75-fbde53fd6fe7" providerId="ADAL" clId="{5080F7D4-700E-4772-A2CF-0239581EF3CE}" dt="2025-11-16T15:25:32.636" v="785"/>
          <ac:spMkLst>
            <pc:docMk/>
            <pc:sldMk cId="2710427704" sldId="2147480832"/>
            <ac:spMk id="9" creationId="{FEFF19DB-A512-978D-59A9-1C60BF15FB49}"/>
          </ac:spMkLst>
        </pc:spChg>
      </pc:sldChg>
      <pc:sldChg chg="addSp delSp modSp mod">
        <pc:chgData name="Gary Murakami" userId="d419d4ba-09b1-43c4-8d75-fbde53fd6fe7" providerId="ADAL" clId="{5080F7D4-700E-4772-A2CF-0239581EF3CE}" dt="2025-11-16T15:25:30.336" v="784" actId="1076"/>
        <pc:sldMkLst>
          <pc:docMk/>
          <pc:sldMk cId="732864347" sldId="2147480833"/>
        </pc:sldMkLst>
        <pc:spChg chg="add mod">
          <ac:chgData name="Gary Murakami" userId="d419d4ba-09b1-43c4-8d75-fbde53fd6fe7" providerId="ADAL" clId="{5080F7D4-700E-4772-A2CF-0239581EF3CE}" dt="2025-11-16T15:25:02.661" v="764"/>
          <ac:spMkLst>
            <pc:docMk/>
            <pc:sldMk cId="732864347" sldId="2147480833"/>
            <ac:spMk id="5" creationId="{694160B1-8A28-CA40-727C-A5CC2A864AA0}"/>
          </ac:spMkLst>
        </pc:spChg>
        <pc:spChg chg="add mod">
          <ac:chgData name="Gary Murakami" userId="d419d4ba-09b1-43c4-8d75-fbde53fd6fe7" providerId="ADAL" clId="{5080F7D4-700E-4772-A2CF-0239581EF3CE}" dt="2025-11-16T15:25:02.661" v="764"/>
          <ac:spMkLst>
            <pc:docMk/>
            <pc:sldMk cId="732864347" sldId="2147480833"/>
            <ac:spMk id="14" creationId="{83C1B663-2ACD-ABCE-3486-351BF5A85E17}"/>
          </ac:spMkLst>
        </pc:spChg>
        <pc:spChg chg="add mod">
          <ac:chgData name="Gary Murakami" userId="d419d4ba-09b1-43c4-8d75-fbde53fd6fe7" providerId="ADAL" clId="{5080F7D4-700E-4772-A2CF-0239581EF3CE}" dt="2025-11-16T15:25:16.059" v="780" actId="14100"/>
          <ac:spMkLst>
            <pc:docMk/>
            <pc:sldMk cId="732864347" sldId="2147480833"/>
            <ac:spMk id="17" creationId="{C7C0D56F-5188-FC07-A7FC-4D25C177B185}"/>
          </ac:spMkLst>
        </pc:spChg>
        <pc:spChg chg="add del mod">
          <ac:chgData name="Gary Murakami" userId="d419d4ba-09b1-43c4-8d75-fbde53fd6fe7" providerId="ADAL" clId="{5080F7D4-700E-4772-A2CF-0239581EF3CE}" dt="2025-11-16T15:25:17.713" v="781" actId="478"/>
          <ac:spMkLst>
            <pc:docMk/>
            <pc:sldMk cId="732864347" sldId="2147480833"/>
            <ac:spMk id="18" creationId="{B463152F-DB0D-B98B-D5D8-509C2224D8DF}"/>
          </ac:spMkLst>
        </pc:spChg>
        <pc:graphicFrameChg chg="mod">
          <ac:chgData name="Gary Murakami" userId="d419d4ba-09b1-43c4-8d75-fbde53fd6fe7" providerId="ADAL" clId="{5080F7D4-700E-4772-A2CF-0239581EF3CE}" dt="2025-11-16T15:25:30.336" v="784" actId="1076"/>
          <ac:graphicFrameMkLst>
            <pc:docMk/>
            <pc:sldMk cId="732864347" sldId="2147480833"/>
            <ac:graphicFrameMk id="3" creationId="{9C9226FE-B547-D9AF-941E-699CFC698F34}"/>
          </ac:graphicFrameMkLst>
        </pc:graphicFrameChg>
      </pc:sldChg>
      <pc:sldChg chg="addSp delSp modSp mod">
        <pc:chgData name="Gary Murakami" userId="d419d4ba-09b1-43c4-8d75-fbde53fd6fe7" providerId="ADAL" clId="{5080F7D4-700E-4772-A2CF-0239581EF3CE}" dt="2025-11-16T15:27:14.919" v="893" actId="20577"/>
        <pc:sldMkLst>
          <pc:docMk/>
          <pc:sldMk cId="682247798" sldId="2147480834"/>
        </pc:sldMkLst>
        <pc:spChg chg="add del mod">
          <ac:chgData name="Gary Murakami" userId="d419d4ba-09b1-43c4-8d75-fbde53fd6fe7" providerId="ADAL" clId="{5080F7D4-700E-4772-A2CF-0239581EF3CE}" dt="2025-11-16T15:26:30.372" v="788" actId="478"/>
          <ac:spMkLst>
            <pc:docMk/>
            <pc:sldMk cId="682247798" sldId="2147480834"/>
            <ac:spMk id="2" creationId="{2C2BD1AF-9378-6EA6-69C5-24EF3DF156D4}"/>
          </ac:spMkLst>
        </pc:spChg>
        <pc:spChg chg="add del mod">
          <ac:chgData name="Gary Murakami" userId="d419d4ba-09b1-43c4-8d75-fbde53fd6fe7" providerId="ADAL" clId="{5080F7D4-700E-4772-A2CF-0239581EF3CE}" dt="2025-11-16T15:26:30.372" v="788" actId="478"/>
          <ac:spMkLst>
            <pc:docMk/>
            <pc:sldMk cId="682247798" sldId="2147480834"/>
            <ac:spMk id="4" creationId="{0AB8F209-3AE4-1ACA-2B2A-24E5EAB63171}"/>
          </ac:spMkLst>
        </pc:spChg>
        <pc:spChg chg="add del mod">
          <ac:chgData name="Gary Murakami" userId="d419d4ba-09b1-43c4-8d75-fbde53fd6fe7" providerId="ADAL" clId="{5080F7D4-700E-4772-A2CF-0239581EF3CE}" dt="2025-11-16T15:27:05.851" v="856" actId="478"/>
          <ac:spMkLst>
            <pc:docMk/>
            <pc:sldMk cId="682247798" sldId="2147480834"/>
            <ac:spMk id="7" creationId="{6B242B36-D723-E280-C134-7E8CA1E2B0C0}"/>
          </ac:spMkLst>
        </pc:spChg>
        <pc:spChg chg="add mod">
          <ac:chgData name="Gary Murakami" userId="d419d4ba-09b1-43c4-8d75-fbde53fd6fe7" providerId="ADAL" clId="{5080F7D4-700E-4772-A2CF-0239581EF3CE}" dt="2025-11-16T15:27:14.919" v="893" actId="20577"/>
          <ac:spMkLst>
            <pc:docMk/>
            <pc:sldMk cId="682247798" sldId="2147480834"/>
            <ac:spMk id="9" creationId="{2B9C076D-124C-EFBA-91FD-D3D2DB300D48}"/>
          </ac:spMkLst>
        </pc:spChg>
      </pc:sldChg>
      <pc:sldChg chg="addSp modSp">
        <pc:chgData name="Gary Murakami" userId="d419d4ba-09b1-43c4-8d75-fbde53fd6fe7" providerId="ADAL" clId="{5080F7D4-700E-4772-A2CF-0239581EF3CE}" dt="2025-11-16T15:26:43.207" v="789"/>
        <pc:sldMkLst>
          <pc:docMk/>
          <pc:sldMk cId="793356671" sldId="2147480835"/>
        </pc:sldMkLst>
        <pc:spChg chg="add mod">
          <ac:chgData name="Gary Murakami" userId="d419d4ba-09b1-43c4-8d75-fbde53fd6fe7" providerId="ADAL" clId="{5080F7D4-700E-4772-A2CF-0239581EF3CE}" dt="2025-11-16T15:26:43.207" v="789"/>
          <ac:spMkLst>
            <pc:docMk/>
            <pc:sldMk cId="793356671" sldId="2147480835"/>
            <ac:spMk id="9" creationId="{20AF5596-FB61-9246-D7E0-C956086FA03B}"/>
          </ac:spMkLst>
        </pc:spChg>
        <pc:spChg chg="add mod">
          <ac:chgData name="Gary Murakami" userId="d419d4ba-09b1-43c4-8d75-fbde53fd6fe7" providerId="ADAL" clId="{5080F7D4-700E-4772-A2CF-0239581EF3CE}" dt="2025-11-16T15:26:43.207" v="789"/>
          <ac:spMkLst>
            <pc:docMk/>
            <pc:sldMk cId="793356671" sldId="2147480835"/>
            <ac:spMk id="17" creationId="{8056E5F2-E7BC-623D-C5D9-ACACD0D66263}"/>
          </ac:spMkLst>
        </pc:spChg>
      </pc:sldChg>
    </pc:docChg>
  </pc:docChgLst>
  <pc:docChgLst>
    <pc:chgData name="Si Jing Goh" userId="fe228f63-d733-4912-9848-3eb5c05e5c90" providerId="ADAL" clId="{D3CB8232-7DC5-4573-8DB2-EB195F94AE5A}"/>
    <pc:docChg chg="undo custSel addSld delSld modSld sldOrd modMainMaster">
      <pc:chgData name="Si Jing Goh" userId="fe228f63-d733-4912-9848-3eb5c05e5c90" providerId="ADAL" clId="{D3CB8232-7DC5-4573-8DB2-EB195F94AE5A}" dt="2025-11-17T05:11:03.329" v="20312" actId="20577"/>
      <pc:docMkLst>
        <pc:docMk/>
      </pc:docMkLst>
      <pc:sldChg chg="modSp mod modTransition">
        <pc:chgData name="Si Jing Goh" userId="fe228f63-d733-4912-9848-3eb5c05e5c90" providerId="ADAL" clId="{D3CB8232-7DC5-4573-8DB2-EB195F94AE5A}" dt="2025-11-17T05:11:03.329" v="20312" actId="20577"/>
        <pc:sldMkLst>
          <pc:docMk/>
          <pc:sldMk cId="2833378921" sldId="261"/>
        </pc:sldMkLst>
        <pc:spChg chg="mod">
          <ac:chgData name="Si Jing Goh" userId="fe228f63-d733-4912-9848-3eb5c05e5c90" providerId="ADAL" clId="{D3CB8232-7DC5-4573-8DB2-EB195F94AE5A}" dt="2025-11-06T10:20:34.028" v="8862" actId="20577"/>
          <ac:spMkLst>
            <pc:docMk/>
            <pc:sldMk cId="2833378921" sldId="261"/>
            <ac:spMk id="2" creationId="{7932D716-2682-2515-416C-F80646932724}"/>
          </ac:spMkLst>
        </pc:spChg>
        <pc:spChg chg="mod">
          <ac:chgData name="Si Jing Goh" userId="fe228f63-d733-4912-9848-3eb5c05e5c90" providerId="ADAL" clId="{D3CB8232-7DC5-4573-8DB2-EB195F94AE5A}" dt="2025-11-17T05:11:03.329" v="20312" actId="20577"/>
          <ac:spMkLst>
            <pc:docMk/>
            <pc:sldMk cId="2833378921" sldId="261"/>
            <ac:spMk id="3" creationId="{90B2A7E4-E3CB-9B36-4828-DA48766858C4}"/>
          </ac:spMkLst>
        </pc:spChg>
      </pc:sldChg>
      <pc:sldChg chg="modSp add mod modTransition">
        <pc:chgData name="Si Jing Goh" userId="fe228f63-d733-4912-9848-3eb5c05e5c90" providerId="ADAL" clId="{D3CB8232-7DC5-4573-8DB2-EB195F94AE5A}" dt="2025-11-06T09:19:56.880" v="8438"/>
        <pc:sldMkLst>
          <pc:docMk/>
          <pc:sldMk cId="4232239161" sldId="2147480640"/>
        </pc:sldMkLst>
        <pc:spChg chg="mod">
          <ac:chgData name="Si Jing Goh" userId="fe228f63-d733-4912-9848-3eb5c05e5c90" providerId="ADAL" clId="{D3CB8232-7DC5-4573-8DB2-EB195F94AE5A}" dt="2025-11-06T03:16:13.669" v="1183" actId="20577"/>
          <ac:spMkLst>
            <pc:docMk/>
            <pc:sldMk cId="4232239161" sldId="2147480640"/>
            <ac:spMk id="4" creationId="{4257642A-FA7A-78A5-2B6F-445AFD2E3F97}"/>
          </ac:spMkLst>
        </pc:spChg>
        <pc:spChg chg="mod">
          <ac:chgData name="Si Jing Goh" userId="fe228f63-d733-4912-9848-3eb5c05e5c90" providerId="ADAL" clId="{D3CB8232-7DC5-4573-8DB2-EB195F94AE5A}" dt="2025-11-02T11:17:57.339" v="397" actId="20577"/>
          <ac:spMkLst>
            <pc:docMk/>
            <pc:sldMk cId="4232239161" sldId="2147480640"/>
            <ac:spMk id="6" creationId="{4E2AD51D-05E5-0D42-DA45-47FE13775AD1}"/>
          </ac:spMkLst>
        </pc:spChg>
        <pc:graphicFrameChg chg="mod modGraphic">
          <ac:chgData name="Si Jing Goh" userId="fe228f63-d733-4912-9848-3eb5c05e5c90" providerId="ADAL" clId="{D3CB8232-7DC5-4573-8DB2-EB195F94AE5A}" dt="2025-11-06T03:16:33.408" v="1187" actId="14100"/>
          <ac:graphicFrameMkLst>
            <pc:docMk/>
            <pc:sldMk cId="4232239161" sldId="2147480640"/>
            <ac:graphicFrameMk id="2" creationId="{71745F62-3B53-5711-1713-7632687CA0E1}"/>
          </ac:graphicFrameMkLst>
        </pc:graphicFrameChg>
      </pc:sldChg>
      <pc:sldChg chg="addSp delSp modSp add mod modTransition">
        <pc:chgData name="Si Jing Goh" userId="fe228f63-d733-4912-9848-3eb5c05e5c90" providerId="ADAL" clId="{D3CB8232-7DC5-4573-8DB2-EB195F94AE5A}" dt="2025-11-06T10:59:42.031" v="9382" actId="13926"/>
        <pc:sldMkLst>
          <pc:docMk/>
          <pc:sldMk cId="2458194876" sldId="2147480680"/>
        </pc:sldMkLst>
        <pc:spChg chg="mod">
          <ac:chgData name="Si Jing Goh" userId="fe228f63-d733-4912-9848-3eb5c05e5c90" providerId="ADAL" clId="{D3CB8232-7DC5-4573-8DB2-EB195F94AE5A}" dt="2025-11-06T09:29:44.212" v="8846" actId="20577"/>
          <ac:spMkLst>
            <pc:docMk/>
            <pc:sldMk cId="2458194876" sldId="2147480680"/>
            <ac:spMk id="2" creationId="{933CD688-E286-4381-CC57-AE4FA86AAEDF}"/>
          </ac:spMkLst>
        </pc:spChg>
        <pc:spChg chg="mod">
          <ac:chgData name="Si Jing Goh" userId="fe228f63-d733-4912-9848-3eb5c05e5c90" providerId="ADAL" clId="{D3CB8232-7DC5-4573-8DB2-EB195F94AE5A}" dt="2025-11-06T08:57:20.342" v="7693" actId="20577"/>
          <ac:spMkLst>
            <pc:docMk/>
            <pc:sldMk cId="2458194876" sldId="2147480680"/>
            <ac:spMk id="8" creationId="{A28A8098-D9DA-167F-A7A3-9584CD6433DD}"/>
          </ac:spMkLst>
        </pc:spChg>
        <pc:graphicFrameChg chg="mod modGraphic">
          <ac:chgData name="Si Jing Goh" userId="fe228f63-d733-4912-9848-3eb5c05e5c90" providerId="ADAL" clId="{D3CB8232-7DC5-4573-8DB2-EB195F94AE5A}" dt="2025-11-06T10:59:42.031" v="9382" actId="13926"/>
          <ac:graphicFrameMkLst>
            <pc:docMk/>
            <pc:sldMk cId="2458194876" sldId="2147480680"/>
            <ac:graphicFrameMk id="5" creationId="{F470A456-39F7-52AB-894B-4B1D9BBAD482}"/>
          </ac:graphicFrameMkLst>
        </pc:graphicFrameChg>
      </pc:sldChg>
      <pc:sldChg chg="addSp delSp modSp mod modTransition">
        <pc:chgData name="Si Jing Goh" userId="fe228f63-d733-4912-9848-3eb5c05e5c90" providerId="ADAL" clId="{D3CB8232-7DC5-4573-8DB2-EB195F94AE5A}" dt="2025-11-17T04:34:30.193" v="19639"/>
        <pc:sldMkLst>
          <pc:docMk/>
          <pc:sldMk cId="3782879518" sldId="2147480804"/>
        </pc:sldMkLst>
        <pc:spChg chg="mod">
          <ac:chgData name="Si Jing Goh" userId="fe228f63-d733-4912-9848-3eb5c05e5c90" providerId="ADAL" clId="{D3CB8232-7DC5-4573-8DB2-EB195F94AE5A}" dt="2025-11-06T09:29:10.669" v="8748" actId="20577"/>
          <ac:spMkLst>
            <pc:docMk/>
            <pc:sldMk cId="3782879518" sldId="2147480804"/>
            <ac:spMk id="2" creationId="{76C96EB6-5173-4FE0-FF40-1F6275360107}"/>
          </ac:spMkLst>
        </pc:spChg>
        <pc:spChg chg="del mod">
          <ac:chgData name="Si Jing Goh" userId="fe228f63-d733-4912-9848-3eb5c05e5c90" providerId="ADAL" clId="{D3CB8232-7DC5-4573-8DB2-EB195F94AE5A}" dt="2025-11-17T04:22:20.134" v="19360" actId="478"/>
          <ac:spMkLst>
            <pc:docMk/>
            <pc:sldMk cId="3782879518" sldId="2147480804"/>
            <ac:spMk id="4" creationId="{C82ABCF7-EB04-B43A-0DE7-07E6A7AB9C97}"/>
          </ac:spMkLst>
        </pc:spChg>
        <pc:spChg chg="add del mod">
          <ac:chgData name="Si Jing Goh" userId="fe228f63-d733-4912-9848-3eb5c05e5c90" providerId="ADAL" clId="{D3CB8232-7DC5-4573-8DB2-EB195F94AE5A}" dt="2025-11-17T04:22:15.171" v="19351" actId="478"/>
          <ac:spMkLst>
            <pc:docMk/>
            <pc:sldMk cId="3782879518" sldId="2147480804"/>
            <ac:spMk id="5" creationId="{518EA516-C5FA-F8AB-5977-547933A06C82}"/>
          </ac:spMkLst>
        </pc:spChg>
        <pc:spChg chg="add mod">
          <ac:chgData name="Si Jing Goh" userId="fe228f63-d733-4912-9848-3eb5c05e5c90" providerId="ADAL" clId="{D3CB8232-7DC5-4573-8DB2-EB195F94AE5A}" dt="2025-11-17T04:34:30.193" v="19639"/>
          <ac:spMkLst>
            <pc:docMk/>
            <pc:sldMk cId="3782879518" sldId="2147480804"/>
            <ac:spMk id="6" creationId="{737A7AE9-1ADA-287E-1393-3672257186DB}"/>
          </ac:spMkLst>
        </pc:spChg>
        <pc:spChg chg="add del mod">
          <ac:chgData name="Si Jing Goh" userId="fe228f63-d733-4912-9848-3eb5c05e5c90" providerId="ADAL" clId="{D3CB8232-7DC5-4573-8DB2-EB195F94AE5A}" dt="2025-11-17T00:59:19.486" v="18642" actId="478"/>
          <ac:spMkLst>
            <pc:docMk/>
            <pc:sldMk cId="3782879518" sldId="2147480804"/>
            <ac:spMk id="6" creationId="{C14E1FC3-AFDC-A826-B59E-E1BD4F410E62}"/>
          </ac:spMkLst>
        </pc:spChg>
        <pc:spChg chg="del mod">
          <ac:chgData name="Si Jing Goh" userId="fe228f63-d733-4912-9848-3eb5c05e5c90" providerId="ADAL" clId="{D3CB8232-7DC5-4573-8DB2-EB195F94AE5A}" dt="2025-11-17T04:34:29.991" v="19638" actId="478"/>
          <ac:spMkLst>
            <pc:docMk/>
            <pc:sldMk cId="3782879518" sldId="2147480804"/>
            <ac:spMk id="8" creationId="{12800698-1515-2D0A-95E7-F3A9176820A4}"/>
          </ac:spMkLst>
        </pc:spChg>
        <pc:graphicFrameChg chg="mod modGraphic">
          <ac:chgData name="Si Jing Goh" userId="fe228f63-d733-4912-9848-3eb5c05e5c90" providerId="ADAL" clId="{D3CB8232-7DC5-4573-8DB2-EB195F94AE5A}" dt="2025-11-17T04:22:12.211" v="19350"/>
          <ac:graphicFrameMkLst>
            <pc:docMk/>
            <pc:sldMk cId="3782879518" sldId="2147480804"/>
            <ac:graphicFrameMk id="3" creationId="{0AF23187-A4B5-0F4D-93BE-3B30FA73C764}"/>
          </ac:graphicFrameMkLst>
        </pc:graphicFrameChg>
      </pc:sldChg>
      <pc:sldChg chg="addSp delSp modSp mod modTransition">
        <pc:chgData name="Si Jing Goh" userId="fe228f63-d733-4912-9848-3eb5c05e5c90" providerId="ADAL" clId="{D3CB8232-7DC5-4573-8DB2-EB195F94AE5A}" dt="2025-11-17T04:42:11.380" v="19759" actId="14734"/>
        <pc:sldMkLst>
          <pc:docMk/>
          <pc:sldMk cId="1100039154" sldId="2147480805"/>
        </pc:sldMkLst>
        <pc:spChg chg="mod">
          <ac:chgData name="Si Jing Goh" userId="fe228f63-d733-4912-9848-3eb5c05e5c90" providerId="ADAL" clId="{D3CB8232-7DC5-4573-8DB2-EB195F94AE5A}" dt="2025-11-06T09:29:04.443" v="8738" actId="20577"/>
          <ac:spMkLst>
            <pc:docMk/>
            <pc:sldMk cId="1100039154" sldId="2147480805"/>
            <ac:spMk id="2" creationId="{59E3C83A-19E1-0093-AC1E-893C77824563}"/>
          </ac:spMkLst>
        </pc:spChg>
        <pc:spChg chg="add del mod">
          <ac:chgData name="Si Jing Goh" userId="fe228f63-d733-4912-9848-3eb5c05e5c90" providerId="ADAL" clId="{D3CB8232-7DC5-4573-8DB2-EB195F94AE5A}" dt="2025-11-17T04:36:19.008" v="19641" actId="478"/>
          <ac:spMkLst>
            <pc:docMk/>
            <pc:sldMk cId="1100039154" sldId="2147480805"/>
            <ac:spMk id="4" creationId="{14C01A97-87BE-9E23-C9A1-3529CC29093E}"/>
          </ac:spMkLst>
        </pc:spChg>
        <pc:spChg chg="del mod">
          <ac:chgData name="Si Jing Goh" userId="fe228f63-d733-4912-9848-3eb5c05e5c90" providerId="ADAL" clId="{D3CB8232-7DC5-4573-8DB2-EB195F94AE5A}" dt="2025-11-17T00:27:08.519" v="18405" actId="478"/>
          <ac:spMkLst>
            <pc:docMk/>
            <pc:sldMk cId="1100039154" sldId="2147480805"/>
            <ac:spMk id="4" creationId="{4DAC9308-F3DD-E02A-BF1E-6D89E459FDFC}"/>
          </ac:spMkLst>
        </pc:spChg>
        <pc:spChg chg="del mod">
          <ac:chgData name="Si Jing Goh" userId="fe228f63-d733-4912-9848-3eb5c05e5c90" providerId="ADAL" clId="{D3CB8232-7DC5-4573-8DB2-EB195F94AE5A}" dt="2025-11-17T04:04:37.238" v="19345" actId="478"/>
          <ac:spMkLst>
            <pc:docMk/>
            <pc:sldMk cId="1100039154" sldId="2147480805"/>
            <ac:spMk id="5" creationId="{421F8639-489E-5F6F-80AA-4A2FBDDC6AAF}"/>
          </ac:spMkLst>
        </pc:spChg>
        <pc:spChg chg="del">
          <ac:chgData name="Si Jing Goh" userId="fe228f63-d733-4912-9848-3eb5c05e5c90" providerId="ADAL" clId="{D3CB8232-7DC5-4573-8DB2-EB195F94AE5A}" dt="2025-11-17T00:26:52.809" v="18401" actId="478"/>
          <ac:spMkLst>
            <pc:docMk/>
            <pc:sldMk cId="1100039154" sldId="2147480805"/>
            <ac:spMk id="6" creationId="{738A23B5-1F48-5D0D-AA9C-5AFF572BD573}"/>
          </ac:spMkLst>
        </pc:spChg>
        <pc:spChg chg="add mod">
          <ac:chgData name="Si Jing Goh" userId="fe228f63-d733-4912-9848-3eb5c05e5c90" providerId="ADAL" clId="{D3CB8232-7DC5-4573-8DB2-EB195F94AE5A}" dt="2025-11-17T04:34:24.321" v="19637" actId="1035"/>
          <ac:spMkLst>
            <pc:docMk/>
            <pc:sldMk cId="1100039154" sldId="2147480805"/>
            <ac:spMk id="6" creationId="{95C7CAD1-0A2A-A064-A374-93172AD87C36}"/>
          </ac:spMkLst>
        </pc:spChg>
        <pc:graphicFrameChg chg="mod modGraphic">
          <ac:chgData name="Si Jing Goh" userId="fe228f63-d733-4912-9848-3eb5c05e5c90" providerId="ADAL" clId="{D3CB8232-7DC5-4573-8DB2-EB195F94AE5A}" dt="2025-11-17T04:42:11.380" v="19759" actId="14734"/>
          <ac:graphicFrameMkLst>
            <pc:docMk/>
            <pc:sldMk cId="1100039154" sldId="2147480805"/>
            <ac:graphicFrameMk id="3" creationId="{74AFE54B-F464-1E46-258E-F2ADD15C6686}"/>
          </ac:graphicFrameMkLst>
        </pc:graphicFrameChg>
      </pc:sldChg>
      <pc:sldChg chg="addSp delSp modSp add mod ord modTransition modShow">
        <pc:chgData name="Si Jing Goh" userId="fe228f63-d733-4912-9848-3eb5c05e5c90" providerId="ADAL" clId="{D3CB8232-7DC5-4573-8DB2-EB195F94AE5A}" dt="2025-11-17T04:49:01.438" v="19998" actId="478"/>
        <pc:sldMkLst>
          <pc:docMk/>
          <pc:sldMk cId="2470003383" sldId="2147480806"/>
        </pc:sldMkLst>
        <pc:spChg chg="mod">
          <ac:chgData name="Si Jing Goh" userId="fe228f63-d733-4912-9848-3eb5c05e5c90" providerId="ADAL" clId="{D3CB8232-7DC5-4573-8DB2-EB195F94AE5A}" dt="2025-11-06T06:22:26.534" v="3276" actId="1036"/>
          <ac:spMkLst>
            <pc:docMk/>
            <pc:sldMk cId="2470003383" sldId="2147480806"/>
            <ac:spMk id="5" creationId="{A21FC6AB-10F9-C4BB-4460-A97C33C008A6}"/>
          </ac:spMkLst>
        </pc:spChg>
        <pc:spChg chg="del mod">
          <ac:chgData name="Si Jing Goh" userId="fe228f63-d733-4912-9848-3eb5c05e5c90" providerId="ADAL" clId="{D3CB8232-7DC5-4573-8DB2-EB195F94AE5A}" dt="2025-11-17T04:49:01.438" v="19998" actId="478"/>
          <ac:spMkLst>
            <pc:docMk/>
            <pc:sldMk cId="2470003383" sldId="2147480806"/>
            <ac:spMk id="6" creationId="{F399153D-E70C-1BFB-125B-7083103CB726}"/>
          </ac:spMkLst>
        </pc:spChg>
        <pc:spChg chg="add mod">
          <ac:chgData name="Si Jing Goh" userId="fe228f63-d733-4912-9848-3eb5c05e5c90" providerId="ADAL" clId="{D3CB8232-7DC5-4573-8DB2-EB195F94AE5A}" dt="2025-11-17T04:37:49.854" v="19698"/>
          <ac:spMkLst>
            <pc:docMk/>
            <pc:sldMk cId="2470003383" sldId="2147480806"/>
            <ac:spMk id="7" creationId="{3793C3F7-DBAD-CE6F-4B85-AACC1137585D}"/>
          </ac:spMkLst>
        </pc:spChg>
        <pc:spChg chg="mod">
          <ac:chgData name="Si Jing Goh" userId="fe228f63-d733-4912-9848-3eb5c05e5c90" providerId="ADAL" clId="{D3CB8232-7DC5-4573-8DB2-EB195F94AE5A}" dt="2025-11-14T17:47:14.061" v="18045" actId="20577"/>
          <ac:spMkLst>
            <pc:docMk/>
            <pc:sldMk cId="2470003383" sldId="2147480806"/>
            <ac:spMk id="16" creationId="{E9C65DC4-3C9D-2C48-BCC8-A59B6A56F1D4}"/>
          </ac:spMkLst>
        </pc:spChg>
        <pc:spChg chg="mod">
          <ac:chgData name="Si Jing Goh" userId="fe228f63-d733-4912-9848-3eb5c05e5c90" providerId="ADAL" clId="{D3CB8232-7DC5-4573-8DB2-EB195F94AE5A}" dt="2025-11-06T03:31:46.865" v="1474" actId="20577"/>
          <ac:spMkLst>
            <pc:docMk/>
            <pc:sldMk cId="2470003383" sldId="2147480806"/>
            <ac:spMk id="27" creationId="{D985DF55-26B5-DB80-2A82-CA4EFEF63D96}"/>
          </ac:spMkLst>
        </pc:spChg>
        <pc:spChg chg="add mod">
          <ac:chgData name="Si Jing Goh" userId="fe228f63-d733-4912-9848-3eb5c05e5c90" providerId="ADAL" clId="{D3CB8232-7DC5-4573-8DB2-EB195F94AE5A}" dt="2025-11-06T06:21:46.791" v="3265" actId="14100"/>
          <ac:spMkLst>
            <pc:docMk/>
            <pc:sldMk cId="2470003383" sldId="2147480806"/>
            <ac:spMk id="33" creationId="{28FB35DB-2FB7-62D4-4E11-A82783DCE517}"/>
          </ac:spMkLst>
        </pc:spChg>
        <pc:spChg chg="add mod">
          <ac:chgData name="Si Jing Goh" userId="fe228f63-d733-4912-9848-3eb5c05e5c90" providerId="ADAL" clId="{D3CB8232-7DC5-4573-8DB2-EB195F94AE5A}" dt="2025-11-06T06:21:46.791" v="3265" actId="14100"/>
          <ac:spMkLst>
            <pc:docMk/>
            <pc:sldMk cId="2470003383" sldId="2147480806"/>
            <ac:spMk id="37" creationId="{307CD60A-4304-3093-7C27-824CFAF4BC28}"/>
          </ac:spMkLst>
        </pc:spChg>
        <pc:spChg chg="add mod">
          <ac:chgData name="Si Jing Goh" userId="fe228f63-d733-4912-9848-3eb5c05e5c90" providerId="ADAL" clId="{D3CB8232-7DC5-4573-8DB2-EB195F94AE5A}" dt="2025-11-06T06:21:46.791" v="3265" actId="14100"/>
          <ac:spMkLst>
            <pc:docMk/>
            <pc:sldMk cId="2470003383" sldId="2147480806"/>
            <ac:spMk id="38" creationId="{0814A4E1-F091-C458-8905-48215705475A}"/>
          </ac:spMkLst>
        </pc:spChg>
        <pc:spChg chg="add mod">
          <ac:chgData name="Si Jing Goh" userId="fe228f63-d733-4912-9848-3eb5c05e5c90" providerId="ADAL" clId="{D3CB8232-7DC5-4573-8DB2-EB195F94AE5A}" dt="2025-11-06T06:21:46.791" v="3265" actId="14100"/>
          <ac:spMkLst>
            <pc:docMk/>
            <pc:sldMk cId="2470003383" sldId="2147480806"/>
            <ac:spMk id="39" creationId="{8D78F465-6846-8490-EC37-2192E1EBEB4D}"/>
          </ac:spMkLst>
        </pc:spChg>
        <pc:graphicFrameChg chg="mod modGraphic">
          <ac:chgData name="Si Jing Goh" userId="fe228f63-d733-4912-9848-3eb5c05e5c90" providerId="ADAL" clId="{D3CB8232-7DC5-4573-8DB2-EB195F94AE5A}" dt="2025-11-06T06:23:18.979" v="3319" actId="20577"/>
          <ac:graphicFrameMkLst>
            <pc:docMk/>
            <pc:sldMk cId="2470003383" sldId="2147480806"/>
            <ac:graphicFrameMk id="3" creationId="{9C0D49A6-203D-4F72-7D84-F2CE66622F5D}"/>
          </ac:graphicFrameMkLst>
        </pc:graphicFrameChg>
        <pc:graphicFrameChg chg="add mod">
          <ac:chgData name="Si Jing Goh" userId="fe228f63-d733-4912-9848-3eb5c05e5c90" providerId="ADAL" clId="{D3CB8232-7DC5-4573-8DB2-EB195F94AE5A}" dt="2025-11-06T06:28:34.029" v="3413" actId="14100"/>
          <ac:graphicFrameMkLst>
            <pc:docMk/>
            <pc:sldMk cId="2470003383" sldId="2147480806"/>
            <ac:graphicFrameMk id="40" creationId="{2635EA93-880C-BFFF-4A94-43EC11C3C901}"/>
          </ac:graphicFrameMkLst>
        </pc:graphicFrameChg>
        <pc:picChg chg="add mod">
          <ac:chgData name="Si Jing Goh" userId="fe228f63-d733-4912-9848-3eb5c05e5c90" providerId="ADAL" clId="{D3CB8232-7DC5-4573-8DB2-EB195F94AE5A}" dt="2025-11-06T03:12:42.617" v="1088" actId="208"/>
          <ac:picMkLst>
            <pc:docMk/>
            <pc:sldMk cId="2470003383" sldId="2147480806"/>
            <ac:picMk id="4" creationId="{D5BB2407-9643-A13E-F93A-CDAB44D11544}"/>
          </ac:picMkLst>
        </pc:picChg>
        <pc:picChg chg="add del">
          <ac:chgData name="Si Jing Goh" userId="fe228f63-d733-4912-9848-3eb5c05e5c90" providerId="ADAL" clId="{D3CB8232-7DC5-4573-8DB2-EB195F94AE5A}" dt="2025-11-17T00:59:30.695" v="18644" actId="21"/>
          <ac:picMkLst>
            <pc:docMk/>
            <pc:sldMk cId="2470003383" sldId="2147480806"/>
            <ac:picMk id="11" creationId="{BE4E1D3C-DF47-815C-7895-FA767ED533AA}"/>
          </ac:picMkLst>
        </pc:picChg>
        <pc:picChg chg="add mod">
          <ac:chgData name="Si Jing Goh" userId="fe228f63-d733-4912-9848-3eb5c05e5c90" providerId="ADAL" clId="{D3CB8232-7DC5-4573-8DB2-EB195F94AE5A}" dt="2025-11-06T03:31:57.314" v="1480" actId="1076"/>
          <ac:picMkLst>
            <pc:docMk/>
            <pc:sldMk cId="2470003383" sldId="2147480806"/>
            <ac:picMk id="17" creationId="{8ACDF88F-C73C-57BB-9F5A-5EAD8F8A67BA}"/>
          </ac:picMkLst>
        </pc:picChg>
        <pc:picChg chg="add mod modCrop">
          <ac:chgData name="Si Jing Goh" userId="fe228f63-d733-4912-9848-3eb5c05e5c90" providerId="ADAL" clId="{D3CB8232-7DC5-4573-8DB2-EB195F94AE5A}" dt="2025-11-06T06:21:41.687" v="3263" actId="14100"/>
          <ac:picMkLst>
            <pc:docMk/>
            <pc:sldMk cId="2470003383" sldId="2147480806"/>
            <ac:picMk id="19" creationId="{8A94823A-5A8B-E54D-0049-26E454C7264B}"/>
          </ac:picMkLst>
        </pc:picChg>
        <pc:picChg chg="add mod">
          <ac:chgData name="Si Jing Goh" userId="fe228f63-d733-4912-9848-3eb5c05e5c90" providerId="ADAL" clId="{D3CB8232-7DC5-4573-8DB2-EB195F94AE5A}" dt="2025-11-06T06:21:41.687" v="3263" actId="14100"/>
          <ac:picMkLst>
            <pc:docMk/>
            <pc:sldMk cId="2470003383" sldId="2147480806"/>
            <ac:picMk id="21" creationId="{AE679745-5A6C-DCCF-67D6-C7148A0CF35C}"/>
          </ac:picMkLst>
        </pc:picChg>
        <pc:picChg chg="add mod">
          <ac:chgData name="Si Jing Goh" userId="fe228f63-d733-4912-9848-3eb5c05e5c90" providerId="ADAL" clId="{D3CB8232-7DC5-4573-8DB2-EB195F94AE5A}" dt="2025-11-06T06:21:41.687" v="3263" actId="14100"/>
          <ac:picMkLst>
            <pc:docMk/>
            <pc:sldMk cId="2470003383" sldId="2147480806"/>
            <ac:picMk id="23" creationId="{EAD77844-DEF3-9A6D-D594-AED3637B3993}"/>
          </ac:picMkLst>
        </pc:picChg>
        <pc:picChg chg="add mod modCrop">
          <ac:chgData name="Si Jing Goh" userId="fe228f63-d733-4912-9848-3eb5c05e5c90" providerId="ADAL" clId="{D3CB8232-7DC5-4573-8DB2-EB195F94AE5A}" dt="2025-11-06T06:21:41.687" v="3263" actId="14100"/>
          <ac:picMkLst>
            <pc:docMk/>
            <pc:sldMk cId="2470003383" sldId="2147480806"/>
            <ac:picMk id="25" creationId="{A92AA5B1-57FB-53A6-BF86-BE4318F9AA9E}"/>
          </ac:picMkLst>
        </pc:picChg>
      </pc:sldChg>
      <pc:sldChg chg="addSp delSp modSp add mod ord modTransition">
        <pc:chgData name="Si Jing Goh" userId="fe228f63-d733-4912-9848-3eb5c05e5c90" providerId="ADAL" clId="{D3CB8232-7DC5-4573-8DB2-EB195F94AE5A}" dt="2025-11-17T04:44:21.684" v="19909" actId="14100"/>
        <pc:sldMkLst>
          <pc:docMk/>
          <pc:sldMk cId="2441086250" sldId="2147480807"/>
        </pc:sldMkLst>
        <pc:spChg chg="add mod">
          <ac:chgData name="Si Jing Goh" userId="fe228f63-d733-4912-9848-3eb5c05e5c90" providerId="ADAL" clId="{D3CB8232-7DC5-4573-8DB2-EB195F94AE5A}" dt="2025-11-17T04:37:51.660" v="19700"/>
          <ac:spMkLst>
            <pc:docMk/>
            <pc:sldMk cId="2441086250" sldId="2147480807"/>
            <ac:spMk id="2" creationId="{5433C8D4-BDCD-737D-C9E3-CE38812C608C}"/>
          </ac:spMkLst>
        </pc:spChg>
        <pc:spChg chg="mod">
          <ac:chgData name="Si Jing Goh" userId="fe228f63-d733-4912-9848-3eb5c05e5c90" providerId="ADAL" clId="{D3CB8232-7DC5-4573-8DB2-EB195F94AE5A}" dt="2025-11-06T06:29:03.688" v="3421" actId="20577"/>
          <ac:spMkLst>
            <pc:docMk/>
            <pc:sldMk cId="2441086250" sldId="2147480807"/>
            <ac:spMk id="4" creationId="{9E535D6B-90E8-326D-2BE5-787C361D5C67}"/>
          </ac:spMkLst>
        </pc:spChg>
        <pc:spChg chg="mod">
          <ac:chgData name="Si Jing Goh" userId="fe228f63-d733-4912-9848-3eb5c05e5c90" providerId="ADAL" clId="{D3CB8232-7DC5-4573-8DB2-EB195F94AE5A}" dt="2025-11-14T17:47:51.872" v="18060" actId="20577"/>
          <ac:spMkLst>
            <pc:docMk/>
            <pc:sldMk cId="2441086250" sldId="2147480807"/>
            <ac:spMk id="16" creationId="{C7B219EC-0FE3-B7C4-4A99-5C1E00348A50}"/>
          </ac:spMkLst>
        </pc:spChg>
        <pc:spChg chg="add mod">
          <ac:chgData name="Si Jing Goh" userId="fe228f63-d733-4912-9848-3eb5c05e5c90" providerId="ADAL" clId="{D3CB8232-7DC5-4573-8DB2-EB195F94AE5A}" dt="2025-11-06T03:51:00.274" v="2306" actId="1076"/>
          <ac:spMkLst>
            <pc:docMk/>
            <pc:sldMk cId="2441086250" sldId="2147480807"/>
            <ac:spMk id="33" creationId="{52CE3E55-0129-FA35-82C9-07E4EE03D872}"/>
          </ac:spMkLst>
        </pc:spChg>
        <pc:spChg chg="add mod">
          <ac:chgData name="Si Jing Goh" userId="fe228f63-d733-4912-9848-3eb5c05e5c90" providerId="ADAL" clId="{D3CB8232-7DC5-4573-8DB2-EB195F94AE5A}" dt="2025-11-06T03:51:20.776" v="2357" actId="20577"/>
          <ac:spMkLst>
            <pc:docMk/>
            <pc:sldMk cId="2441086250" sldId="2147480807"/>
            <ac:spMk id="34" creationId="{539AEEA1-38D3-7B16-732D-C9B94B01A28C}"/>
          </ac:spMkLst>
        </pc:spChg>
        <pc:spChg chg="add mod">
          <ac:chgData name="Si Jing Goh" userId="fe228f63-d733-4912-9848-3eb5c05e5c90" providerId="ADAL" clId="{D3CB8232-7DC5-4573-8DB2-EB195F94AE5A}" dt="2025-11-06T03:51:43.077" v="2410" actId="1076"/>
          <ac:spMkLst>
            <pc:docMk/>
            <pc:sldMk cId="2441086250" sldId="2147480807"/>
            <ac:spMk id="37" creationId="{53CC6A25-5BA1-7B8F-6E42-DF334F6F5164}"/>
          </ac:spMkLst>
        </pc:spChg>
        <pc:graphicFrameChg chg="mod modGraphic">
          <ac:chgData name="Si Jing Goh" userId="fe228f63-d733-4912-9848-3eb5c05e5c90" providerId="ADAL" clId="{D3CB8232-7DC5-4573-8DB2-EB195F94AE5A}" dt="2025-11-06T06:25:31.822" v="3377" actId="14100"/>
          <ac:graphicFrameMkLst>
            <pc:docMk/>
            <pc:sldMk cId="2441086250" sldId="2147480807"/>
            <ac:graphicFrameMk id="3" creationId="{463395E6-D83D-74FC-2B30-6E700E0A6E2A}"/>
          </ac:graphicFrameMkLst>
        </pc:graphicFrameChg>
        <pc:picChg chg="add mod">
          <ac:chgData name="Si Jing Goh" userId="fe228f63-d733-4912-9848-3eb5c05e5c90" providerId="ADAL" clId="{D3CB8232-7DC5-4573-8DB2-EB195F94AE5A}" dt="2025-11-17T04:44:18.622" v="19906" actId="14100"/>
          <ac:picMkLst>
            <pc:docMk/>
            <pc:sldMk cId="2441086250" sldId="2147480807"/>
            <ac:picMk id="7" creationId="{8161970E-A7AE-FE45-5512-1A90460D4140}"/>
          </ac:picMkLst>
        </pc:picChg>
        <pc:picChg chg="add del mod">
          <ac:chgData name="Si Jing Goh" userId="fe228f63-d733-4912-9848-3eb5c05e5c90" providerId="ADAL" clId="{D3CB8232-7DC5-4573-8DB2-EB195F94AE5A}" dt="2025-11-17T04:38:41.220" v="19729" actId="21"/>
          <ac:picMkLst>
            <pc:docMk/>
            <pc:sldMk cId="2441086250" sldId="2147480807"/>
            <ac:picMk id="18" creationId="{6BD2F5AB-5A94-98FC-F6D9-D9A85553BBE9}"/>
          </ac:picMkLst>
        </pc:picChg>
        <pc:picChg chg="add mod">
          <ac:chgData name="Si Jing Goh" userId="fe228f63-d733-4912-9848-3eb5c05e5c90" providerId="ADAL" clId="{D3CB8232-7DC5-4573-8DB2-EB195F94AE5A}" dt="2025-11-06T03:50:58.604" v="2305" actId="1076"/>
          <ac:picMkLst>
            <pc:docMk/>
            <pc:sldMk cId="2441086250" sldId="2147480807"/>
            <ac:picMk id="24" creationId="{804265CD-C49F-140E-2062-80FE3A369B97}"/>
          </ac:picMkLst>
        </pc:picChg>
        <pc:picChg chg="add mod">
          <ac:chgData name="Si Jing Goh" userId="fe228f63-d733-4912-9848-3eb5c05e5c90" providerId="ADAL" clId="{D3CB8232-7DC5-4573-8DB2-EB195F94AE5A}" dt="2025-11-06T03:51:43.976" v="2411" actId="1076"/>
          <ac:picMkLst>
            <pc:docMk/>
            <pc:sldMk cId="2441086250" sldId="2147480807"/>
            <ac:picMk id="30" creationId="{092515DF-7162-2668-C777-26A552595041}"/>
          </ac:picMkLst>
        </pc:picChg>
        <pc:picChg chg="add mod modCrop">
          <ac:chgData name="Si Jing Goh" userId="fe228f63-d733-4912-9848-3eb5c05e5c90" providerId="ADAL" clId="{D3CB8232-7DC5-4573-8DB2-EB195F94AE5A}" dt="2025-11-06T03:50:20.556" v="2222" actId="1076"/>
          <ac:picMkLst>
            <pc:docMk/>
            <pc:sldMk cId="2441086250" sldId="2147480807"/>
            <ac:picMk id="32" creationId="{9F72D555-962C-1DA7-5412-96468DCB6FE4}"/>
          </ac:picMkLst>
        </pc:picChg>
        <pc:picChg chg="add mod modCrop">
          <ac:chgData name="Si Jing Goh" userId="fe228f63-d733-4912-9848-3eb5c05e5c90" providerId="ADAL" clId="{D3CB8232-7DC5-4573-8DB2-EB195F94AE5A}" dt="2025-11-17T04:44:21.684" v="19909" actId="14100"/>
          <ac:picMkLst>
            <pc:docMk/>
            <pc:sldMk cId="2441086250" sldId="2147480807"/>
            <ac:picMk id="39" creationId="{528044B5-9366-D1F7-A552-50142D3017A6}"/>
          </ac:picMkLst>
        </pc:picChg>
      </pc:sldChg>
      <pc:sldChg chg="addSp delSp modSp add mod ord modTransition">
        <pc:chgData name="Si Jing Goh" userId="fe228f63-d733-4912-9848-3eb5c05e5c90" providerId="ADAL" clId="{D3CB8232-7DC5-4573-8DB2-EB195F94AE5A}" dt="2025-11-17T04:44:41.311" v="19914" actId="1076"/>
        <pc:sldMkLst>
          <pc:docMk/>
          <pc:sldMk cId="2659876311" sldId="2147480808"/>
        </pc:sldMkLst>
        <pc:spChg chg="add mod">
          <ac:chgData name="Si Jing Goh" userId="fe228f63-d733-4912-9848-3eb5c05e5c90" providerId="ADAL" clId="{D3CB8232-7DC5-4573-8DB2-EB195F94AE5A}" dt="2025-11-17T04:37:52.270" v="19702"/>
          <ac:spMkLst>
            <pc:docMk/>
            <pc:sldMk cId="2659876311" sldId="2147480808"/>
            <ac:spMk id="2" creationId="{BD4A6058-AB5D-9C32-2A44-B0C795007861}"/>
          </ac:spMkLst>
        </pc:spChg>
        <pc:spChg chg="mod">
          <ac:chgData name="Si Jing Goh" userId="fe228f63-d733-4912-9848-3eb5c05e5c90" providerId="ADAL" clId="{D3CB8232-7DC5-4573-8DB2-EB195F94AE5A}" dt="2025-11-14T17:48:15.391" v="18068" actId="20577"/>
          <ac:spMkLst>
            <pc:docMk/>
            <pc:sldMk cId="2659876311" sldId="2147480808"/>
            <ac:spMk id="16" creationId="{B95393C2-A1D2-57EB-3553-9B7631E2124A}"/>
          </ac:spMkLst>
        </pc:spChg>
        <pc:spChg chg="mod">
          <ac:chgData name="Si Jing Goh" userId="fe228f63-d733-4912-9848-3eb5c05e5c90" providerId="ADAL" clId="{D3CB8232-7DC5-4573-8DB2-EB195F94AE5A}" dt="2025-11-06T06:11:28.140" v="3124" actId="1076"/>
          <ac:spMkLst>
            <pc:docMk/>
            <pc:sldMk cId="2659876311" sldId="2147480808"/>
            <ac:spMk id="23" creationId="{281DF4C4-4FAA-9DB2-87F1-28DA35E18654}"/>
          </ac:spMkLst>
        </pc:spChg>
        <pc:spChg chg="mod">
          <ac:chgData name="Si Jing Goh" userId="fe228f63-d733-4912-9848-3eb5c05e5c90" providerId="ADAL" clId="{D3CB8232-7DC5-4573-8DB2-EB195F94AE5A}" dt="2025-11-06T06:11:26.526" v="3123" actId="1076"/>
          <ac:spMkLst>
            <pc:docMk/>
            <pc:sldMk cId="2659876311" sldId="2147480808"/>
            <ac:spMk id="30" creationId="{447A9FC4-1FE6-E036-CE46-7677B12C9D9C}"/>
          </ac:spMkLst>
        </pc:spChg>
        <pc:spChg chg="mod">
          <ac:chgData name="Si Jing Goh" userId="fe228f63-d733-4912-9848-3eb5c05e5c90" providerId="ADAL" clId="{D3CB8232-7DC5-4573-8DB2-EB195F94AE5A}" dt="2025-11-06T06:11:24.253" v="3122" actId="1076"/>
          <ac:spMkLst>
            <pc:docMk/>
            <pc:sldMk cId="2659876311" sldId="2147480808"/>
            <ac:spMk id="35" creationId="{B661719F-B9BA-C56D-DEAE-EDB9CB2EAFBD}"/>
          </ac:spMkLst>
        </pc:spChg>
        <pc:spChg chg="mod">
          <ac:chgData name="Si Jing Goh" userId="fe228f63-d733-4912-9848-3eb5c05e5c90" providerId="ADAL" clId="{D3CB8232-7DC5-4573-8DB2-EB195F94AE5A}" dt="2025-11-06T06:11:24.253" v="3122" actId="1076"/>
          <ac:spMkLst>
            <pc:docMk/>
            <pc:sldMk cId="2659876311" sldId="2147480808"/>
            <ac:spMk id="36" creationId="{9C471EE6-03CF-3C62-EC8E-6D80D8C416D5}"/>
          </ac:spMkLst>
        </pc:spChg>
        <pc:spChg chg="mod">
          <ac:chgData name="Si Jing Goh" userId="fe228f63-d733-4912-9848-3eb5c05e5c90" providerId="ADAL" clId="{D3CB8232-7DC5-4573-8DB2-EB195F94AE5A}" dt="2025-11-06T06:11:42.868" v="3130" actId="1036"/>
          <ac:spMkLst>
            <pc:docMk/>
            <pc:sldMk cId="2659876311" sldId="2147480808"/>
            <ac:spMk id="39" creationId="{E5264DF6-F2AD-D864-540A-BF1F88E7B713}"/>
          </ac:spMkLst>
        </pc:spChg>
        <pc:graphicFrameChg chg="mod modGraphic">
          <ac:chgData name="Si Jing Goh" userId="fe228f63-d733-4912-9848-3eb5c05e5c90" providerId="ADAL" clId="{D3CB8232-7DC5-4573-8DB2-EB195F94AE5A}" dt="2025-11-06T06:41:33.793" v="3900"/>
          <ac:graphicFrameMkLst>
            <pc:docMk/>
            <pc:sldMk cId="2659876311" sldId="2147480808"/>
            <ac:graphicFrameMk id="3" creationId="{E39C32BF-5A84-3794-FDC9-DB75188F3CAD}"/>
          </ac:graphicFrameMkLst>
        </pc:graphicFrameChg>
        <pc:graphicFrameChg chg="mod">
          <ac:chgData name="Si Jing Goh" userId="fe228f63-d733-4912-9848-3eb5c05e5c90" providerId="ADAL" clId="{D3CB8232-7DC5-4573-8DB2-EB195F94AE5A}" dt="2025-11-06T06:30:43.786" v="3569"/>
          <ac:graphicFrameMkLst>
            <pc:docMk/>
            <pc:sldMk cId="2659876311" sldId="2147480808"/>
            <ac:graphicFrameMk id="20" creationId="{933F6D5E-D0A9-D430-60DF-4A7348CD481E}"/>
          </ac:graphicFrameMkLst>
        </pc:graphicFrameChg>
        <pc:picChg chg="add mod">
          <ac:chgData name="Si Jing Goh" userId="fe228f63-d733-4912-9848-3eb5c05e5c90" providerId="ADAL" clId="{D3CB8232-7DC5-4573-8DB2-EB195F94AE5A}" dt="2025-11-17T04:44:10.662" v="19903" actId="14100"/>
          <ac:picMkLst>
            <pc:docMk/>
            <pc:sldMk cId="2659876311" sldId="2147480808"/>
            <ac:picMk id="4" creationId="{35BA901F-6427-DEC5-2DD5-D30DEB14DBB4}"/>
          </ac:picMkLst>
        </pc:picChg>
        <pc:picChg chg="mod">
          <ac:chgData name="Si Jing Goh" userId="fe228f63-d733-4912-9848-3eb5c05e5c90" providerId="ADAL" clId="{D3CB8232-7DC5-4573-8DB2-EB195F94AE5A}" dt="2025-11-06T06:11:19.256" v="3121" actId="14100"/>
          <ac:picMkLst>
            <pc:docMk/>
            <pc:sldMk cId="2659876311" sldId="2147480808"/>
            <ac:picMk id="25" creationId="{C94535C5-5010-7EC7-4BDA-E5D63437A54D}"/>
          </ac:picMkLst>
        </pc:picChg>
        <pc:picChg chg="mod">
          <ac:chgData name="Si Jing Goh" userId="fe228f63-d733-4912-9848-3eb5c05e5c90" providerId="ADAL" clId="{D3CB8232-7DC5-4573-8DB2-EB195F94AE5A}" dt="2025-11-06T06:11:19.256" v="3121" actId="14100"/>
          <ac:picMkLst>
            <pc:docMk/>
            <pc:sldMk cId="2659876311" sldId="2147480808"/>
            <ac:picMk id="29" creationId="{79F58F83-54F7-606F-EB22-917D3B4B0F3E}"/>
          </ac:picMkLst>
        </pc:picChg>
        <pc:picChg chg="mod">
          <ac:chgData name="Si Jing Goh" userId="fe228f63-d733-4912-9848-3eb5c05e5c90" providerId="ADAL" clId="{D3CB8232-7DC5-4573-8DB2-EB195F94AE5A}" dt="2025-11-06T06:11:19.256" v="3121" actId="14100"/>
          <ac:picMkLst>
            <pc:docMk/>
            <pc:sldMk cId="2659876311" sldId="2147480808"/>
            <ac:picMk id="32" creationId="{70BB7E07-5E61-2B58-8AE6-D3534EFF3611}"/>
          </ac:picMkLst>
        </pc:picChg>
        <pc:picChg chg="mod">
          <ac:chgData name="Si Jing Goh" userId="fe228f63-d733-4912-9848-3eb5c05e5c90" providerId="ADAL" clId="{D3CB8232-7DC5-4573-8DB2-EB195F94AE5A}" dt="2025-11-06T06:11:19.256" v="3121" actId="14100"/>
          <ac:picMkLst>
            <pc:docMk/>
            <pc:sldMk cId="2659876311" sldId="2147480808"/>
            <ac:picMk id="34" creationId="{46BD86A5-6C17-3059-AE43-EC6051984F27}"/>
          </ac:picMkLst>
        </pc:picChg>
        <pc:picChg chg="mod">
          <ac:chgData name="Si Jing Goh" userId="fe228f63-d733-4912-9848-3eb5c05e5c90" providerId="ADAL" clId="{D3CB8232-7DC5-4573-8DB2-EB195F94AE5A}" dt="2025-11-17T04:44:41.311" v="19914" actId="1076"/>
          <ac:picMkLst>
            <pc:docMk/>
            <pc:sldMk cId="2659876311" sldId="2147480808"/>
            <ac:picMk id="1030" creationId="{C12B3A60-F034-91A5-5023-F99E13F329FD}"/>
          </ac:picMkLst>
        </pc:picChg>
      </pc:sldChg>
      <pc:sldChg chg="addSp delSp modSp add mod modTransition">
        <pc:chgData name="Si Jing Goh" userId="fe228f63-d733-4912-9848-3eb5c05e5c90" providerId="ADAL" clId="{D3CB8232-7DC5-4573-8DB2-EB195F94AE5A}" dt="2025-11-17T04:37:53.348" v="19703"/>
        <pc:sldMkLst>
          <pc:docMk/>
          <pc:sldMk cId="710992453" sldId="2147480809"/>
        </pc:sldMkLst>
        <pc:spChg chg="add mod">
          <ac:chgData name="Si Jing Goh" userId="fe228f63-d733-4912-9848-3eb5c05e5c90" providerId="ADAL" clId="{D3CB8232-7DC5-4573-8DB2-EB195F94AE5A}" dt="2025-11-17T04:37:53.348" v="19703"/>
          <ac:spMkLst>
            <pc:docMk/>
            <pc:sldMk cId="710992453" sldId="2147480809"/>
            <ac:spMk id="2" creationId="{9AECC2B9-89F4-58FC-EBF0-3EBAA5D89F18}"/>
          </ac:spMkLst>
        </pc:spChg>
        <pc:spChg chg="mod">
          <ac:chgData name="Si Jing Goh" userId="fe228f63-d733-4912-9848-3eb5c05e5c90" providerId="ADAL" clId="{D3CB8232-7DC5-4573-8DB2-EB195F94AE5A}" dt="2025-11-14T17:48:20.831" v="18072" actId="20577"/>
          <ac:spMkLst>
            <pc:docMk/>
            <pc:sldMk cId="710992453" sldId="2147480809"/>
            <ac:spMk id="16" creationId="{76365714-B298-B3B0-4BC2-298E3F632B2B}"/>
          </ac:spMkLst>
        </pc:spChg>
        <pc:graphicFrameChg chg="mod modGraphic">
          <ac:chgData name="Si Jing Goh" userId="fe228f63-d733-4912-9848-3eb5c05e5c90" providerId="ADAL" clId="{D3CB8232-7DC5-4573-8DB2-EB195F94AE5A}" dt="2025-11-06T06:49:12.099" v="4576"/>
          <ac:graphicFrameMkLst>
            <pc:docMk/>
            <pc:sldMk cId="710992453" sldId="2147480809"/>
            <ac:graphicFrameMk id="3" creationId="{1E4BDA0B-4CAC-7A56-5E5A-69E8160586B6}"/>
          </ac:graphicFrameMkLst>
        </pc:graphicFrameChg>
        <pc:graphicFrameChg chg="add mod modGraphic">
          <ac:chgData name="Si Jing Goh" userId="fe228f63-d733-4912-9848-3eb5c05e5c90" providerId="ADAL" clId="{D3CB8232-7DC5-4573-8DB2-EB195F94AE5A}" dt="2025-11-06T06:58:27.191" v="5040"/>
          <ac:graphicFrameMkLst>
            <pc:docMk/>
            <pc:sldMk cId="710992453" sldId="2147480809"/>
            <ac:graphicFrameMk id="18" creationId="{3FBD827C-8771-E4A7-2804-E38B7124A43D}"/>
          </ac:graphicFrameMkLst>
        </pc:graphicFrameChg>
        <pc:picChg chg="add del mod">
          <ac:chgData name="Si Jing Goh" userId="fe228f63-d733-4912-9848-3eb5c05e5c90" providerId="ADAL" clId="{D3CB8232-7DC5-4573-8DB2-EB195F94AE5A}" dt="2025-11-17T00:59:35.841" v="18647" actId="21"/>
          <ac:picMkLst>
            <pc:docMk/>
            <pc:sldMk cId="710992453" sldId="2147480809"/>
            <ac:picMk id="2" creationId="{BE4E1D3C-DF47-815C-7895-FA767ED533AA}"/>
          </ac:picMkLst>
        </pc:picChg>
        <pc:picChg chg="add mod">
          <ac:chgData name="Si Jing Goh" userId="fe228f63-d733-4912-9848-3eb5c05e5c90" providerId="ADAL" clId="{D3CB8232-7DC5-4573-8DB2-EB195F94AE5A}" dt="2025-11-06T03:17:15.038" v="1196"/>
          <ac:picMkLst>
            <pc:docMk/>
            <pc:sldMk cId="710992453" sldId="2147480809"/>
            <ac:picMk id="5" creationId="{E3C7C522-C051-E57C-CA1A-1D908B8EB16D}"/>
          </ac:picMkLst>
        </pc:picChg>
        <pc:picChg chg="add mod">
          <ac:chgData name="Si Jing Goh" userId="fe228f63-d733-4912-9848-3eb5c05e5c90" providerId="ADAL" clId="{D3CB8232-7DC5-4573-8DB2-EB195F94AE5A}" dt="2025-11-06T06:52:37.914" v="4895" actId="1076"/>
          <ac:picMkLst>
            <pc:docMk/>
            <pc:sldMk cId="710992453" sldId="2147480809"/>
            <ac:picMk id="20" creationId="{2D792216-C38B-7FEA-A4AE-9FB09739B746}"/>
          </ac:picMkLst>
        </pc:picChg>
        <pc:picChg chg="add mod modCrop">
          <ac:chgData name="Si Jing Goh" userId="fe228f63-d733-4912-9848-3eb5c05e5c90" providerId="ADAL" clId="{D3CB8232-7DC5-4573-8DB2-EB195F94AE5A}" dt="2025-11-06T06:58:47.944" v="5057" actId="12788"/>
          <ac:picMkLst>
            <pc:docMk/>
            <pc:sldMk cId="710992453" sldId="2147480809"/>
            <ac:picMk id="22" creationId="{11882834-1746-0BEE-3DD2-521312199AD2}"/>
          </ac:picMkLst>
        </pc:picChg>
        <pc:picChg chg="add mod modCrop">
          <ac:chgData name="Si Jing Goh" userId="fe228f63-d733-4912-9848-3eb5c05e5c90" providerId="ADAL" clId="{D3CB8232-7DC5-4573-8DB2-EB195F94AE5A}" dt="2025-11-06T06:58:54.870" v="5060" actId="465"/>
          <ac:picMkLst>
            <pc:docMk/>
            <pc:sldMk cId="710992453" sldId="2147480809"/>
            <ac:picMk id="24" creationId="{C20F1FE3-329F-B2D3-B1CF-03AC2DAAB28A}"/>
          </ac:picMkLst>
        </pc:picChg>
        <pc:picChg chg="add mod modCrop">
          <ac:chgData name="Si Jing Goh" userId="fe228f63-d733-4912-9848-3eb5c05e5c90" providerId="ADAL" clId="{D3CB8232-7DC5-4573-8DB2-EB195F94AE5A}" dt="2025-11-06T06:58:54.870" v="5060" actId="465"/>
          <ac:picMkLst>
            <pc:docMk/>
            <pc:sldMk cId="710992453" sldId="2147480809"/>
            <ac:picMk id="25" creationId="{718B70C3-117D-22EE-90C1-578A82503CB3}"/>
          </ac:picMkLst>
        </pc:picChg>
        <pc:picChg chg="add mod modCrop">
          <ac:chgData name="Si Jing Goh" userId="fe228f63-d733-4912-9848-3eb5c05e5c90" providerId="ADAL" clId="{D3CB8232-7DC5-4573-8DB2-EB195F94AE5A}" dt="2025-11-06T06:58:54.870" v="5060" actId="465"/>
          <ac:picMkLst>
            <pc:docMk/>
            <pc:sldMk cId="710992453" sldId="2147480809"/>
            <ac:picMk id="29" creationId="{BABEAA27-A137-7967-5C50-DE92BF0485EA}"/>
          </ac:picMkLst>
        </pc:picChg>
        <pc:picChg chg="add mod modCrop">
          <ac:chgData name="Si Jing Goh" userId="fe228f63-d733-4912-9848-3eb5c05e5c90" providerId="ADAL" clId="{D3CB8232-7DC5-4573-8DB2-EB195F94AE5A}" dt="2025-11-06T06:58:54.870" v="5060" actId="465"/>
          <ac:picMkLst>
            <pc:docMk/>
            <pc:sldMk cId="710992453" sldId="2147480809"/>
            <ac:picMk id="31" creationId="{1DD09201-43A6-1168-4DBA-020601A8A72F}"/>
          </ac:picMkLst>
        </pc:picChg>
        <pc:picChg chg="add mod modCrop">
          <ac:chgData name="Si Jing Goh" userId="fe228f63-d733-4912-9848-3eb5c05e5c90" providerId="ADAL" clId="{D3CB8232-7DC5-4573-8DB2-EB195F94AE5A}" dt="2025-11-06T06:58:50.490" v="5059" actId="1036"/>
          <ac:picMkLst>
            <pc:docMk/>
            <pc:sldMk cId="710992453" sldId="2147480809"/>
            <ac:picMk id="32" creationId="{6E6D5EBB-B6A4-6474-83F0-AE8E2D39D1D1}"/>
          </ac:picMkLst>
        </pc:picChg>
      </pc:sldChg>
      <pc:sldChg chg="addSp delSp modSp add mod modTransition">
        <pc:chgData name="Si Jing Goh" userId="fe228f63-d733-4912-9848-3eb5c05e5c90" providerId="ADAL" clId="{D3CB8232-7DC5-4573-8DB2-EB195F94AE5A}" dt="2025-11-17T04:43:59.587" v="19900" actId="1076"/>
        <pc:sldMkLst>
          <pc:docMk/>
          <pc:sldMk cId="3265770744" sldId="2147480810"/>
        </pc:sldMkLst>
        <pc:spChg chg="add mod">
          <ac:chgData name="Si Jing Goh" userId="fe228f63-d733-4912-9848-3eb5c05e5c90" providerId="ADAL" clId="{D3CB8232-7DC5-4573-8DB2-EB195F94AE5A}" dt="2025-11-17T04:38:00.236" v="19709"/>
          <ac:spMkLst>
            <pc:docMk/>
            <pc:sldMk cId="3265770744" sldId="2147480810"/>
            <ac:spMk id="2" creationId="{6CF65E41-BB11-33D4-59C2-BE290C4BDAFB}"/>
          </ac:spMkLst>
        </pc:spChg>
        <pc:spChg chg="add mod">
          <ac:chgData name="Si Jing Goh" userId="fe228f63-d733-4912-9848-3eb5c05e5c90" providerId="ADAL" clId="{D3CB8232-7DC5-4573-8DB2-EB195F94AE5A}" dt="2025-11-06T04:18:53.746" v="3046" actId="57"/>
          <ac:spMkLst>
            <pc:docMk/>
            <pc:sldMk cId="3265770744" sldId="2147480810"/>
            <ac:spMk id="6" creationId="{B54AC58A-54E9-DD11-823A-A64ABF5C63BC}"/>
          </ac:spMkLst>
        </pc:spChg>
        <pc:spChg chg="add mod">
          <ac:chgData name="Si Jing Goh" userId="fe228f63-d733-4912-9848-3eb5c05e5c90" providerId="ADAL" clId="{D3CB8232-7DC5-4573-8DB2-EB195F94AE5A}" dt="2025-11-06T04:19:27.297" v="3073" actId="1035"/>
          <ac:spMkLst>
            <pc:docMk/>
            <pc:sldMk cId="3265770744" sldId="2147480810"/>
            <ac:spMk id="7" creationId="{2BF9C3B2-7B63-0D46-E4C6-ABCCA71DF814}"/>
          </ac:spMkLst>
        </pc:spChg>
        <pc:spChg chg="mod">
          <ac:chgData name="Si Jing Goh" userId="fe228f63-d733-4912-9848-3eb5c05e5c90" providerId="ADAL" clId="{D3CB8232-7DC5-4573-8DB2-EB195F94AE5A}" dt="2025-11-17T01:03:40.263" v="18748" actId="20577"/>
          <ac:spMkLst>
            <pc:docMk/>
            <pc:sldMk cId="3265770744" sldId="2147480810"/>
            <ac:spMk id="16" creationId="{8EECD9F5-6D5A-46A4-58E9-553852A506D7}"/>
          </ac:spMkLst>
        </pc:spChg>
        <pc:spChg chg="add mod">
          <ac:chgData name="Si Jing Goh" userId="fe228f63-d733-4912-9848-3eb5c05e5c90" providerId="ADAL" clId="{D3CB8232-7DC5-4573-8DB2-EB195F94AE5A}" dt="2025-11-06T04:19:44.491" v="3088" actId="1035"/>
          <ac:spMkLst>
            <pc:docMk/>
            <pc:sldMk cId="3265770744" sldId="2147480810"/>
            <ac:spMk id="17" creationId="{7947ED3C-3381-0120-23F6-3E5DF6BEBEB1}"/>
          </ac:spMkLst>
        </pc:spChg>
        <pc:spChg chg="add mod">
          <ac:chgData name="Si Jing Goh" userId="fe228f63-d733-4912-9848-3eb5c05e5c90" providerId="ADAL" clId="{D3CB8232-7DC5-4573-8DB2-EB195F94AE5A}" dt="2025-11-06T04:20:24.719" v="3102" actId="20577"/>
          <ac:spMkLst>
            <pc:docMk/>
            <pc:sldMk cId="3265770744" sldId="2147480810"/>
            <ac:spMk id="18" creationId="{8AEE934F-5BE6-9ACA-BDD0-AE512A5BABD7}"/>
          </ac:spMkLst>
        </pc:spChg>
        <pc:graphicFrameChg chg="mod modGraphic">
          <ac:chgData name="Si Jing Goh" userId="fe228f63-d733-4912-9848-3eb5c05e5c90" providerId="ADAL" clId="{D3CB8232-7DC5-4573-8DB2-EB195F94AE5A}" dt="2025-11-06T06:19:06.787" v="3235" actId="13926"/>
          <ac:graphicFrameMkLst>
            <pc:docMk/>
            <pc:sldMk cId="3265770744" sldId="2147480810"/>
            <ac:graphicFrameMk id="3" creationId="{DD4C38BE-3BE6-E473-D188-914A778221CD}"/>
          </ac:graphicFrameMkLst>
        </pc:graphicFrameChg>
        <pc:graphicFrameChg chg="add mod">
          <ac:chgData name="Si Jing Goh" userId="fe228f63-d733-4912-9848-3eb5c05e5c90" providerId="ADAL" clId="{D3CB8232-7DC5-4573-8DB2-EB195F94AE5A}" dt="2025-11-06T06:20:21.117" v="3242"/>
          <ac:graphicFrameMkLst>
            <pc:docMk/>
            <pc:sldMk cId="3265770744" sldId="2147480810"/>
            <ac:graphicFrameMk id="19" creationId="{BD01E37F-75B6-6A12-A86D-4D79F3088F28}"/>
          </ac:graphicFrameMkLst>
        </pc:graphicFrameChg>
        <pc:picChg chg="add del mod">
          <ac:chgData name="Si Jing Goh" userId="fe228f63-d733-4912-9848-3eb5c05e5c90" providerId="ADAL" clId="{D3CB8232-7DC5-4573-8DB2-EB195F94AE5A}" dt="2025-11-17T04:43:53.945" v="19895" actId="478"/>
          <ac:picMkLst>
            <pc:docMk/>
            <pc:sldMk cId="3265770744" sldId="2147480810"/>
            <ac:picMk id="4" creationId="{0DB9DBEB-8CBB-D19C-72C6-3BF20A3A6527}"/>
          </ac:picMkLst>
        </pc:picChg>
        <pc:picChg chg="add del mod">
          <ac:chgData name="Si Jing Goh" userId="fe228f63-d733-4912-9848-3eb5c05e5c90" providerId="ADAL" clId="{D3CB8232-7DC5-4573-8DB2-EB195F94AE5A}" dt="2025-11-17T04:39:04.509" v="19758" actId="478"/>
          <ac:picMkLst>
            <pc:docMk/>
            <pc:sldMk cId="3265770744" sldId="2147480810"/>
            <ac:picMk id="9" creationId="{6BD2F5AB-5A94-98FC-F6D9-D9A85553BBE9}"/>
          </ac:picMkLst>
        </pc:picChg>
        <pc:picChg chg="add del">
          <ac:chgData name="Si Jing Goh" userId="fe228f63-d733-4912-9848-3eb5c05e5c90" providerId="ADAL" clId="{D3CB8232-7DC5-4573-8DB2-EB195F94AE5A}" dt="2025-11-17T01:03:41.348" v="18749" actId="21"/>
          <ac:picMkLst>
            <pc:docMk/>
            <pc:sldMk cId="3265770744" sldId="2147480810"/>
            <ac:picMk id="9" creationId="{96B6B393-2739-C239-83A3-81477E919D57}"/>
          </ac:picMkLst>
        </pc:picChg>
        <pc:picChg chg="add del mod">
          <ac:chgData name="Si Jing Goh" userId="fe228f63-d733-4912-9848-3eb5c05e5c90" providerId="ADAL" clId="{D3CB8232-7DC5-4573-8DB2-EB195F94AE5A}" dt="2025-11-17T04:42:29.972" v="19762" actId="21"/>
          <ac:picMkLst>
            <pc:docMk/>
            <pc:sldMk cId="3265770744" sldId="2147480810"/>
            <ac:picMk id="14" creationId="{86618EB7-41F6-8D99-4C25-335BCF7462CC}"/>
          </ac:picMkLst>
        </pc:picChg>
        <pc:picChg chg="add mod">
          <ac:chgData name="Si Jing Goh" userId="fe228f63-d733-4912-9848-3eb5c05e5c90" providerId="ADAL" clId="{D3CB8232-7DC5-4573-8DB2-EB195F94AE5A}" dt="2025-11-17T04:43:54.091" v="19896"/>
          <ac:picMkLst>
            <pc:docMk/>
            <pc:sldMk cId="3265770744" sldId="2147480810"/>
            <ac:picMk id="22" creationId="{B21A0949-5678-6F81-FF93-724DBF9ECFD2}"/>
          </ac:picMkLst>
        </pc:picChg>
        <pc:picChg chg="add mod">
          <ac:chgData name="Si Jing Goh" userId="fe228f63-d733-4912-9848-3eb5c05e5c90" providerId="ADAL" clId="{D3CB8232-7DC5-4573-8DB2-EB195F94AE5A}" dt="2025-11-17T04:43:59.587" v="19900" actId="1076"/>
          <ac:picMkLst>
            <pc:docMk/>
            <pc:sldMk cId="3265770744" sldId="2147480810"/>
            <ac:picMk id="2050" creationId="{E872C631-747A-0110-149A-0FDD9A6B0FFB}"/>
          </ac:picMkLst>
        </pc:picChg>
        <pc:picChg chg="add mod">
          <ac:chgData name="Si Jing Goh" userId="fe228f63-d733-4912-9848-3eb5c05e5c90" providerId="ADAL" clId="{D3CB8232-7DC5-4573-8DB2-EB195F94AE5A}" dt="2025-11-06T04:17:47.901" v="2989" actId="465"/>
          <ac:picMkLst>
            <pc:docMk/>
            <pc:sldMk cId="3265770744" sldId="2147480810"/>
            <ac:picMk id="2052" creationId="{28E7D0DE-8C40-568A-42DB-E7F5D1AB0E76}"/>
          </ac:picMkLst>
        </pc:picChg>
        <pc:picChg chg="add mod">
          <ac:chgData name="Si Jing Goh" userId="fe228f63-d733-4912-9848-3eb5c05e5c90" providerId="ADAL" clId="{D3CB8232-7DC5-4573-8DB2-EB195F94AE5A}" dt="2025-11-06T04:17:47.901" v="2989" actId="465"/>
          <ac:picMkLst>
            <pc:docMk/>
            <pc:sldMk cId="3265770744" sldId="2147480810"/>
            <ac:picMk id="2054" creationId="{979C51E3-E9B5-D4AD-13CE-513BF09A2830}"/>
          </ac:picMkLst>
        </pc:picChg>
        <pc:picChg chg="add mod">
          <ac:chgData name="Si Jing Goh" userId="fe228f63-d733-4912-9848-3eb5c05e5c90" providerId="ADAL" clId="{D3CB8232-7DC5-4573-8DB2-EB195F94AE5A}" dt="2025-11-06T04:17:47.901" v="2989" actId="465"/>
          <ac:picMkLst>
            <pc:docMk/>
            <pc:sldMk cId="3265770744" sldId="2147480810"/>
            <ac:picMk id="2056" creationId="{F8C80C38-3D0A-5507-13AB-64E2443B3CC8}"/>
          </ac:picMkLst>
        </pc:picChg>
        <pc:picChg chg="add mod">
          <ac:chgData name="Si Jing Goh" userId="fe228f63-d733-4912-9848-3eb5c05e5c90" providerId="ADAL" clId="{D3CB8232-7DC5-4573-8DB2-EB195F94AE5A}" dt="2025-11-06T04:17:47.901" v="2989" actId="465"/>
          <ac:picMkLst>
            <pc:docMk/>
            <pc:sldMk cId="3265770744" sldId="2147480810"/>
            <ac:picMk id="2058" creationId="{B9588C4C-3CDA-7D7F-A006-A95878CB9994}"/>
          </ac:picMkLst>
        </pc:picChg>
      </pc:sldChg>
      <pc:sldChg chg="addSp delSp modSp add mod ord modTransition">
        <pc:chgData name="Si Jing Goh" userId="fe228f63-d733-4912-9848-3eb5c05e5c90" providerId="ADAL" clId="{D3CB8232-7DC5-4573-8DB2-EB195F94AE5A}" dt="2025-11-17T04:43:35.189" v="19888" actId="478"/>
        <pc:sldMkLst>
          <pc:docMk/>
          <pc:sldMk cId="3449079256" sldId="2147480812"/>
        </pc:sldMkLst>
        <pc:spChg chg="add mod">
          <ac:chgData name="Si Jing Goh" userId="fe228f63-d733-4912-9848-3eb5c05e5c90" providerId="ADAL" clId="{D3CB8232-7DC5-4573-8DB2-EB195F94AE5A}" dt="2025-11-17T04:38:21.532" v="19724"/>
          <ac:spMkLst>
            <pc:docMk/>
            <pc:sldMk cId="3449079256" sldId="2147480812"/>
            <ac:spMk id="2" creationId="{42E99C84-12DA-9417-8DE1-09A0E460D7BC}"/>
          </ac:spMkLst>
        </pc:spChg>
        <pc:spChg chg="mod">
          <ac:chgData name="Si Jing Goh" userId="fe228f63-d733-4912-9848-3eb5c05e5c90" providerId="ADAL" clId="{D3CB8232-7DC5-4573-8DB2-EB195F94AE5A}" dt="2025-11-17T01:08:50.997" v="18873" actId="20577"/>
          <ac:spMkLst>
            <pc:docMk/>
            <pc:sldMk cId="3449079256" sldId="2147480812"/>
            <ac:spMk id="16" creationId="{4ABD0F53-3562-568D-570A-38619EDF2F43}"/>
          </ac:spMkLst>
        </pc:spChg>
        <pc:spChg chg="mod">
          <ac:chgData name="Si Jing Goh" userId="fe228f63-d733-4912-9848-3eb5c05e5c90" providerId="ADAL" clId="{D3CB8232-7DC5-4573-8DB2-EB195F94AE5A}" dt="2025-11-06T09:24:49.287" v="8541" actId="14100"/>
          <ac:spMkLst>
            <pc:docMk/>
            <pc:sldMk cId="3449079256" sldId="2147480812"/>
            <ac:spMk id="19" creationId="{8E5E0B4E-6EE6-8972-2314-DE31AC63AB1E}"/>
          </ac:spMkLst>
        </pc:spChg>
        <pc:spChg chg="mod">
          <ac:chgData name="Si Jing Goh" userId="fe228f63-d733-4912-9848-3eb5c05e5c90" providerId="ADAL" clId="{D3CB8232-7DC5-4573-8DB2-EB195F94AE5A}" dt="2025-11-06T09:24:50.945" v="8542" actId="14100"/>
          <ac:spMkLst>
            <pc:docMk/>
            <pc:sldMk cId="3449079256" sldId="2147480812"/>
            <ac:spMk id="25" creationId="{7C59846F-5BC4-CDD9-F8C8-16AC6E9AA18E}"/>
          </ac:spMkLst>
        </pc:spChg>
        <pc:graphicFrameChg chg="mod modGraphic">
          <ac:chgData name="Si Jing Goh" userId="fe228f63-d733-4912-9848-3eb5c05e5c90" providerId="ADAL" clId="{D3CB8232-7DC5-4573-8DB2-EB195F94AE5A}" dt="2025-11-06T09:28:04.354" v="8635" actId="20577"/>
          <ac:graphicFrameMkLst>
            <pc:docMk/>
            <pc:sldMk cId="3449079256" sldId="2147480812"/>
            <ac:graphicFrameMk id="3" creationId="{C00887AE-49DE-9DAD-9272-79D3C315DCDA}"/>
          </ac:graphicFrameMkLst>
        </pc:graphicFrameChg>
        <pc:picChg chg="add del mod">
          <ac:chgData name="Si Jing Goh" userId="fe228f63-d733-4912-9848-3eb5c05e5c90" providerId="ADAL" clId="{D3CB8232-7DC5-4573-8DB2-EB195F94AE5A}" dt="2025-11-17T01:08:52.372" v="18874" actId="21"/>
          <ac:picMkLst>
            <pc:docMk/>
            <pc:sldMk cId="3449079256" sldId="2147480812"/>
            <ac:picMk id="2" creationId="{96B6B393-2739-C239-83A3-81477E919D57}"/>
          </ac:picMkLst>
        </pc:picChg>
        <pc:picChg chg="add mod">
          <ac:chgData name="Si Jing Goh" userId="fe228f63-d733-4912-9848-3eb5c05e5c90" providerId="ADAL" clId="{D3CB8232-7DC5-4573-8DB2-EB195F94AE5A}" dt="2025-11-06T03:25:35.647" v="1271"/>
          <ac:picMkLst>
            <pc:docMk/>
            <pc:sldMk cId="3449079256" sldId="2147480812"/>
            <ac:picMk id="5" creationId="{A2714980-32F8-CDFF-56DB-A8B1D4E7FFF6}"/>
          </ac:picMkLst>
        </pc:picChg>
        <pc:picChg chg="add del mod">
          <ac:chgData name="Si Jing Goh" userId="fe228f63-d733-4912-9848-3eb5c05e5c90" providerId="ADAL" clId="{D3CB8232-7DC5-4573-8DB2-EB195F94AE5A}" dt="2025-11-17T04:43:35.189" v="19888" actId="478"/>
          <ac:picMkLst>
            <pc:docMk/>
            <pc:sldMk cId="3449079256" sldId="2147480812"/>
            <ac:picMk id="9" creationId="{86618EB7-41F6-8D99-4C25-335BCF7462CC}"/>
          </ac:picMkLst>
        </pc:picChg>
        <pc:picChg chg="mod modCrop">
          <ac:chgData name="Si Jing Goh" userId="fe228f63-d733-4912-9848-3eb5c05e5c90" providerId="ADAL" clId="{D3CB8232-7DC5-4573-8DB2-EB195F94AE5A}" dt="2025-11-06T09:24:42.009" v="8539" actId="465"/>
          <ac:picMkLst>
            <pc:docMk/>
            <pc:sldMk cId="3449079256" sldId="2147480812"/>
            <ac:picMk id="18" creationId="{04E8A5FD-C81B-01CC-6F20-CF3DD8E4C4A4}"/>
          </ac:picMkLst>
        </pc:picChg>
        <pc:picChg chg="mod modCrop">
          <ac:chgData name="Si Jing Goh" userId="fe228f63-d733-4912-9848-3eb5c05e5c90" providerId="ADAL" clId="{D3CB8232-7DC5-4573-8DB2-EB195F94AE5A}" dt="2025-11-06T09:24:42.009" v="8539" actId="465"/>
          <ac:picMkLst>
            <pc:docMk/>
            <pc:sldMk cId="3449079256" sldId="2147480812"/>
            <ac:picMk id="21" creationId="{D7E8264C-34D9-6BB7-7510-A6956B474E31}"/>
          </ac:picMkLst>
        </pc:picChg>
        <pc:picChg chg="mod modCrop">
          <ac:chgData name="Si Jing Goh" userId="fe228f63-d733-4912-9848-3eb5c05e5c90" providerId="ADAL" clId="{D3CB8232-7DC5-4573-8DB2-EB195F94AE5A}" dt="2025-11-06T09:24:42.009" v="8539" actId="465"/>
          <ac:picMkLst>
            <pc:docMk/>
            <pc:sldMk cId="3449079256" sldId="2147480812"/>
            <ac:picMk id="24" creationId="{F7F6B82A-1979-05BC-1E17-193DC7550C51}"/>
          </ac:picMkLst>
        </pc:picChg>
        <pc:picChg chg="mod">
          <ac:chgData name="Si Jing Goh" userId="fe228f63-d733-4912-9848-3eb5c05e5c90" providerId="ADAL" clId="{D3CB8232-7DC5-4573-8DB2-EB195F94AE5A}" dt="2025-11-06T09:24:42.009" v="8539" actId="465"/>
          <ac:picMkLst>
            <pc:docMk/>
            <pc:sldMk cId="3449079256" sldId="2147480812"/>
            <ac:picMk id="1028" creationId="{C9228010-B977-9D11-A58B-47F8D11A8C44}"/>
          </ac:picMkLst>
        </pc:picChg>
      </pc:sldChg>
      <pc:sldChg chg="addSp delSp modSp add del mod ord modTransition">
        <pc:chgData name="Si Jing Goh" userId="fe228f63-d733-4912-9848-3eb5c05e5c90" providerId="ADAL" clId="{D3CB8232-7DC5-4573-8DB2-EB195F94AE5A}" dt="2025-11-17T01:03:04.221" v="18743" actId="47"/>
        <pc:sldMkLst>
          <pc:docMk/>
          <pc:sldMk cId="3286415090" sldId="2147480813"/>
        </pc:sldMkLst>
      </pc:sldChg>
      <pc:sldChg chg="addSp delSp modSp add del mod modTransition">
        <pc:chgData name="Si Jing Goh" userId="fe228f63-d733-4912-9848-3eb5c05e5c90" providerId="ADAL" clId="{D3CB8232-7DC5-4573-8DB2-EB195F94AE5A}" dt="2025-11-17T01:03:01.781" v="18742" actId="47"/>
        <pc:sldMkLst>
          <pc:docMk/>
          <pc:sldMk cId="2348506124" sldId="2147480814"/>
        </pc:sldMkLst>
        <pc:picChg chg="add del mod">
          <ac:chgData name="Si Jing Goh" userId="fe228f63-d733-4912-9848-3eb5c05e5c90" providerId="ADAL" clId="{D3CB8232-7DC5-4573-8DB2-EB195F94AE5A}" dt="2025-11-17T01:02:58.766" v="18741" actId="478"/>
          <ac:picMkLst>
            <pc:docMk/>
            <pc:sldMk cId="2348506124" sldId="2147480814"/>
            <ac:picMk id="2" creationId="{BE4E1D3C-DF47-815C-7895-FA767ED533AA}"/>
          </ac:picMkLst>
        </pc:picChg>
      </pc:sldChg>
      <pc:sldChg chg="addSp delSp modSp add mod ord">
        <pc:chgData name="Si Jing Goh" userId="fe228f63-d733-4912-9848-3eb5c05e5c90" providerId="ADAL" clId="{D3CB8232-7DC5-4573-8DB2-EB195F94AE5A}" dt="2025-11-17T04:55:33.987" v="20068" actId="478"/>
        <pc:sldMkLst>
          <pc:docMk/>
          <pc:sldMk cId="962102037" sldId="2147480818"/>
        </pc:sldMkLst>
        <pc:spChg chg="del mod">
          <ac:chgData name="Si Jing Goh" userId="fe228f63-d733-4912-9848-3eb5c05e5c90" providerId="ADAL" clId="{D3CB8232-7DC5-4573-8DB2-EB195F94AE5A}" dt="2025-11-17T04:55:33.987" v="20068" actId="478"/>
          <ac:spMkLst>
            <pc:docMk/>
            <pc:sldMk cId="962102037" sldId="2147480818"/>
            <ac:spMk id="2" creationId="{8709F1A0-FDD6-68BE-4C6D-735A7C48AF42}"/>
          </ac:spMkLst>
        </pc:spChg>
        <pc:spChg chg="del mod">
          <ac:chgData name="Si Jing Goh" userId="fe228f63-d733-4912-9848-3eb5c05e5c90" providerId="ADAL" clId="{D3CB8232-7DC5-4573-8DB2-EB195F94AE5A}" dt="2025-11-17T04:55:11.363" v="20050" actId="478"/>
          <ac:spMkLst>
            <pc:docMk/>
            <pc:sldMk cId="962102037" sldId="2147480818"/>
            <ac:spMk id="5" creationId="{A5DB3B49-10B0-0989-B04A-A0BBB0D0636B}"/>
          </ac:spMkLst>
        </pc:spChg>
        <pc:spChg chg="mod">
          <ac:chgData name="Si Jing Goh" userId="fe228f63-d733-4912-9848-3eb5c05e5c90" providerId="ADAL" clId="{D3CB8232-7DC5-4573-8DB2-EB195F94AE5A}" dt="2025-11-14T09:35:02.213" v="9694" actId="1036"/>
          <ac:spMkLst>
            <pc:docMk/>
            <pc:sldMk cId="962102037" sldId="2147480818"/>
            <ac:spMk id="7" creationId="{50CD4A91-CED0-9197-C780-608AEF598AD4}"/>
          </ac:spMkLst>
        </pc:spChg>
        <pc:spChg chg="add mod">
          <ac:chgData name="Si Jing Goh" userId="fe228f63-d733-4912-9848-3eb5c05e5c90" providerId="ADAL" clId="{D3CB8232-7DC5-4573-8DB2-EB195F94AE5A}" dt="2025-11-17T04:37:54.449" v="19704"/>
          <ac:spMkLst>
            <pc:docMk/>
            <pc:sldMk cId="962102037" sldId="2147480818"/>
            <ac:spMk id="10" creationId="{083B9598-436D-F6A2-363A-BD3C8D5CD5DA}"/>
          </ac:spMkLst>
        </pc:spChg>
        <pc:spChg chg="del mod">
          <ac:chgData name="Si Jing Goh" userId="fe228f63-d733-4912-9848-3eb5c05e5c90" providerId="ADAL" clId="{D3CB8232-7DC5-4573-8DB2-EB195F94AE5A}" dt="2025-11-17T01:02:13.780" v="18700" actId="478"/>
          <ac:spMkLst>
            <pc:docMk/>
            <pc:sldMk cId="962102037" sldId="2147480818"/>
            <ac:spMk id="10" creationId="{B7F92B90-D551-88C3-69F7-D829F4E6ECB7}"/>
          </ac:spMkLst>
        </pc:spChg>
        <pc:spChg chg="mod">
          <ac:chgData name="Si Jing Goh" userId="fe228f63-d733-4912-9848-3eb5c05e5c90" providerId="ADAL" clId="{D3CB8232-7DC5-4573-8DB2-EB195F94AE5A}" dt="2025-11-14T16:23:55.466" v="16487" actId="13926"/>
          <ac:spMkLst>
            <pc:docMk/>
            <pc:sldMk cId="962102037" sldId="2147480818"/>
            <ac:spMk id="11" creationId="{897EE808-D432-5F6E-8244-D66C6B926460}"/>
          </ac:spMkLst>
        </pc:spChg>
        <pc:spChg chg="add del mod">
          <ac:chgData name="Si Jing Goh" userId="fe228f63-d733-4912-9848-3eb5c05e5c90" providerId="ADAL" clId="{D3CB8232-7DC5-4573-8DB2-EB195F94AE5A}" dt="2025-11-17T04:37:56.306" v="19705" actId="478"/>
          <ac:spMkLst>
            <pc:docMk/>
            <pc:sldMk cId="962102037" sldId="2147480818"/>
            <ac:spMk id="14" creationId="{9E5A18FC-9976-D53A-5E6A-A3151F61D644}"/>
          </ac:spMkLst>
        </pc:spChg>
        <pc:spChg chg="mod">
          <ac:chgData name="Si Jing Goh" userId="fe228f63-d733-4912-9848-3eb5c05e5c90" providerId="ADAL" clId="{D3CB8232-7DC5-4573-8DB2-EB195F94AE5A}" dt="2025-11-14T09:44:48.938" v="9963" actId="13926"/>
          <ac:spMkLst>
            <pc:docMk/>
            <pc:sldMk cId="962102037" sldId="2147480818"/>
            <ac:spMk id="15" creationId="{C0BDA403-A744-3802-CA39-0D3567702F2B}"/>
          </ac:spMkLst>
        </pc:spChg>
        <pc:spChg chg="mod">
          <ac:chgData name="Si Jing Goh" userId="fe228f63-d733-4912-9848-3eb5c05e5c90" providerId="ADAL" clId="{D3CB8232-7DC5-4573-8DB2-EB195F94AE5A}" dt="2025-11-14T17:54:01.122" v="18141" actId="20577"/>
          <ac:spMkLst>
            <pc:docMk/>
            <pc:sldMk cId="962102037" sldId="2147480818"/>
            <ac:spMk id="16" creationId="{3DB1F0E2-C52A-88B0-7817-67B2EABEFAC2}"/>
          </ac:spMkLst>
        </pc:spChg>
        <pc:spChg chg="mod">
          <ac:chgData name="Si Jing Goh" userId="fe228f63-d733-4912-9848-3eb5c05e5c90" providerId="ADAL" clId="{D3CB8232-7DC5-4573-8DB2-EB195F94AE5A}" dt="2025-11-14T09:44:45.396" v="9957" actId="1036"/>
          <ac:spMkLst>
            <pc:docMk/>
            <pc:sldMk cId="962102037" sldId="2147480818"/>
            <ac:spMk id="17" creationId="{09CFDE99-5182-8B21-AF2B-609EDA776B7E}"/>
          </ac:spMkLst>
        </pc:spChg>
        <pc:spChg chg="add mod">
          <ac:chgData name="Si Jing Goh" userId="fe228f63-d733-4912-9848-3eb5c05e5c90" providerId="ADAL" clId="{D3CB8232-7DC5-4573-8DB2-EB195F94AE5A}" dt="2025-11-17T04:38:50.340" v="19737" actId="20577"/>
          <ac:spMkLst>
            <pc:docMk/>
            <pc:sldMk cId="962102037" sldId="2147480818"/>
            <ac:spMk id="18" creationId="{9B305AE5-5AD6-F0E0-3500-4AC37FA14BCB}"/>
          </ac:spMkLst>
        </pc:spChg>
        <pc:spChg chg="add mod">
          <ac:chgData name="Si Jing Goh" userId="fe228f63-d733-4912-9848-3eb5c05e5c90" providerId="ADAL" clId="{D3CB8232-7DC5-4573-8DB2-EB195F94AE5A}" dt="2025-11-14T09:44:45.396" v="9957" actId="1036"/>
          <ac:spMkLst>
            <pc:docMk/>
            <pc:sldMk cId="962102037" sldId="2147480818"/>
            <ac:spMk id="23" creationId="{CA5D1D67-195E-4032-FEB8-0074CDF424B6}"/>
          </ac:spMkLst>
        </pc:spChg>
        <pc:spChg chg="add mod">
          <ac:chgData name="Si Jing Goh" userId="fe228f63-d733-4912-9848-3eb5c05e5c90" providerId="ADAL" clId="{D3CB8232-7DC5-4573-8DB2-EB195F94AE5A}" dt="2025-11-14T09:44:39.669" v="9953" actId="1036"/>
          <ac:spMkLst>
            <pc:docMk/>
            <pc:sldMk cId="962102037" sldId="2147480818"/>
            <ac:spMk id="25" creationId="{A46F3F2D-8ED0-B3D2-A894-E6C0ACB24B8C}"/>
          </ac:spMkLst>
        </pc:spChg>
        <pc:spChg chg="add mod">
          <ac:chgData name="Si Jing Goh" userId="fe228f63-d733-4912-9848-3eb5c05e5c90" providerId="ADAL" clId="{D3CB8232-7DC5-4573-8DB2-EB195F94AE5A}" dt="2025-11-14T09:44:39.669" v="9953" actId="1036"/>
          <ac:spMkLst>
            <pc:docMk/>
            <pc:sldMk cId="962102037" sldId="2147480818"/>
            <ac:spMk id="27" creationId="{4532477A-B449-1F6B-8005-37CD2259D6C6}"/>
          </ac:spMkLst>
        </pc:spChg>
        <pc:spChg chg="add mod">
          <ac:chgData name="Si Jing Goh" userId="fe228f63-d733-4912-9848-3eb5c05e5c90" providerId="ADAL" clId="{D3CB8232-7DC5-4573-8DB2-EB195F94AE5A}" dt="2025-11-14T09:44:39.669" v="9953" actId="1036"/>
          <ac:spMkLst>
            <pc:docMk/>
            <pc:sldMk cId="962102037" sldId="2147480818"/>
            <ac:spMk id="29" creationId="{75322E28-C6D5-3CBA-6C54-5E1DA94242F6}"/>
          </ac:spMkLst>
        </pc:spChg>
        <pc:spChg chg="add mod">
          <ac:chgData name="Si Jing Goh" userId="fe228f63-d733-4912-9848-3eb5c05e5c90" providerId="ADAL" clId="{D3CB8232-7DC5-4573-8DB2-EB195F94AE5A}" dt="2025-11-14T09:44:39.669" v="9953" actId="1036"/>
          <ac:spMkLst>
            <pc:docMk/>
            <pc:sldMk cId="962102037" sldId="2147480818"/>
            <ac:spMk id="31" creationId="{A22D317D-C235-C72D-3F4C-6C32376784B3}"/>
          </ac:spMkLst>
        </pc:spChg>
        <pc:graphicFrameChg chg="mod modGraphic">
          <ac:chgData name="Si Jing Goh" userId="fe228f63-d733-4912-9848-3eb5c05e5c90" providerId="ADAL" clId="{D3CB8232-7DC5-4573-8DB2-EB195F94AE5A}" dt="2025-11-17T04:55:27.924" v="20067" actId="20577"/>
          <ac:graphicFrameMkLst>
            <pc:docMk/>
            <pc:sldMk cId="962102037" sldId="2147480818"/>
            <ac:graphicFrameMk id="3" creationId="{FE26E283-55C6-C721-D2F7-C7FA9830380A}"/>
          </ac:graphicFrameMkLst>
        </pc:graphicFrameChg>
        <pc:graphicFrameChg chg="mod">
          <ac:chgData name="Si Jing Goh" userId="fe228f63-d733-4912-9848-3eb5c05e5c90" providerId="ADAL" clId="{D3CB8232-7DC5-4573-8DB2-EB195F94AE5A}" dt="2025-11-14T16:34:00.558" v="16683"/>
          <ac:graphicFrameMkLst>
            <pc:docMk/>
            <pc:sldMk cId="962102037" sldId="2147480818"/>
            <ac:graphicFrameMk id="4" creationId="{FAE133BA-1C11-F3EB-56C7-2C5187BE9327}"/>
          </ac:graphicFrameMkLst>
        </pc:graphicFrameChg>
        <pc:picChg chg="add mod">
          <ac:chgData name="Si Jing Goh" userId="fe228f63-d733-4912-9848-3eb5c05e5c90" providerId="ADAL" clId="{D3CB8232-7DC5-4573-8DB2-EB195F94AE5A}" dt="2025-11-14T09:27:01.806" v="9554"/>
          <ac:picMkLst>
            <pc:docMk/>
            <pc:sldMk cId="962102037" sldId="2147480818"/>
            <ac:picMk id="9" creationId="{D012B28A-1B6E-4F67-8A93-67FE01598AC4}"/>
          </ac:picMkLst>
        </pc:picChg>
        <pc:picChg chg="add del mod">
          <ac:chgData name="Si Jing Goh" userId="fe228f63-d733-4912-9848-3eb5c05e5c90" providerId="ADAL" clId="{D3CB8232-7DC5-4573-8DB2-EB195F94AE5A}" dt="2025-11-17T04:38:52.300" v="19739" actId="21"/>
          <ac:picMkLst>
            <pc:docMk/>
            <pc:sldMk cId="962102037" sldId="2147480818"/>
            <ac:picMk id="19" creationId="{6BD2F5AB-5A94-98FC-F6D9-D9A85553BBE9}"/>
          </ac:picMkLst>
        </pc:picChg>
        <pc:picChg chg="add mod">
          <ac:chgData name="Si Jing Goh" userId="fe228f63-d733-4912-9848-3eb5c05e5c90" providerId="ADAL" clId="{D3CB8232-7DC5-4573-8DB2-EB195F94AE5A}" dt="2025-11-14T09:44:45.396" v="9957" actId="1036"/>
          <ac:picMkLst>
            <pc:docMk/>
            <pc:sldMk cId="962102037" sldId="2147480818"/>
            <ac:picMk id="22" creationId="{19C9B3EA-4451-4E4A-EFE8-42B9B48A063D}"/>
          </ac:picMkLst>
        </pc:picChg>
        <pc:picChg chg="add mod modCrop">
          <ac:chgData name="Si Jing Goh" userId="fe228f63-d733-4912-9848-3eb5c05e5c90" providerId="ADAL" clId="{D3CB8232-7DC5-4573-8DB2-EB195F94AE5A}" dt="2025-11-14T09:44:39.669" v="9953" actId="1036"/>
          <ac:picMkLst>
            <pc:docMk/>
            <pc:sldMk cId="962102037" sldId="2147480818"/>
            <ac:picMk id="24" creationId="{6EC6E72B-389B-3200-2F9A-0320D0A9E835}"/>
          </ac:picMkLst>
        </pc:picChg>
        <pc:picChg chg="add mod modCrop">
          <ac:chgData name="Si Jing Goh" userId="fe228f63-d733-4912-9848-3eb5c05e5c90" providerId="ADAL" clId="{D3CB8232-7DC5-4573-8DB2-EB195F94AE5A}" dt="2025-11-14T09:44:39.669" v="9953" actId="1036"/>
          <ac:picMkLst>
            <pc:docMk/>
            <pc:sldMk cId="962102037" sldId="2147480818"/>
            <ac:picMk id="26" creationId="{390E8D38-D946-7388-018B-3AEF469F9AF7}"/>
          </ac:picMkLst>
        </pc:picChg>
        <pc:picChg chg="add mod modCrop">
          <ac:chgData name="Si Jing Goh" userId="fe228f63-d733-4912-9848-3eb5c05e5c90" providerId="ADAL" clId="{D3CB8232-7DC5-4573-8DB2-EB195F94AE5A}" dt="2025-11-14T09:44:39.669" v="9953" actId="1036"/>
          <ac:picMkLst>
            <pc:docMk/>
            <pc:sldMk cId="962102037" sldId="2147480818"/>
            <ac:picMk id="32" creationId="{A4BDCD52-C238-03F1-AA92-57C9AB4AEA2F}"/>
          </ac:picMkLst>
        </pc:picChg>
        <pc:picChg chg="add mod modCrop">
          <ac:chgData name="Si Jing Goh" userId="fe228f63-d733-4912-9848-3eb5c05e5c90" providerId="ADAL" clId="{D3CB8232-7DC5-4573-8DB2-EB195F94AE5A}" dt="2025-11-14T09:44:39.669" v="9953" actId="1036"/>
          <ac:picMkLst>
            <pc:docMk/>
            <pc:sldMk cId="962102037" sldId="2147480818"/>
            <ac:picMk id="33" creationId="{4E4D7169-3741-09CF-2080-61C8946AEA2A}"/>
          </ac:picMkLst>
        </pc:picChg>
        <pc:picChg chg="add mod modCrop">
          <ac:chgData name="Si Jing Goh" userId="fe228f63-d733-4912-9848-3eb5c05e5c90" providerId="ADAL" clId="{D3CB8232-7DC5-4573-8DB2-EB195F94AE5A}" dt="2025-11-14T17:58:54.083" v="18270" actId="1036"/>
          <ac:picMkLst>
            <pc:docMk/>
            <pc:sldMk cId="962102037" sldId="2147480818"/>
            <ac:picMk id="34" creationId="{06A98326-8344-09D9-55A4-C53038C15F18}"/>
          </ac:picMkLst>
        </pc:picChg>
        <pc:picChg chg="add mod">
          <ac:chgData name="Si Jing Goh" userId="fe228f63-d733-4912-9848-3eb5c05e5c90" providerId="ADAL" clId="{D3CB8232-7DC5-4573-8DB2-EB195F94AE5A}" dt="2025-11-14T09:44:45.396" v="9957" actId="1036"/>
          <ac:picMkLst>
            <pc:docMk/>
            <pc:sldMk cId="962102037" sldId="2147480818"/>
            <ac:picMk id="1026" creationId="{6671B9A9-076F-6943-0077-7A930D18FD7D}"/>
          </ac:picMkLst>
        </pc:picChg>
      </pc:sldChg>
      <pc:sldChg chg="addSp delSp modSp add mod">
        <pc:chgData name="Si Jing Goh" userId="fe228f63-d733-4912-9848-3eb5c05e5c90" providerId="ADAL" clId="{D3CB8232-7DC5-4573-8DB2-EB195F94AE5A}" dt="2025-11-17T04:38:28.349" v="19725" actId="21"/>
        <pc:sldMkLst>
          <pc:docMk/>
          <pc:sldMk cId="3795517625" sldId="2147480819"/>
        </pc:sldMkLst>
        <pc:spChg chg="del mod">
          <ac:chgData name="Si Jing Goh" userId="fe228f63-d733-4912-9848-3eb5c05e5c90" providerId="ADAL" clId="{D3CB8232-7DC5-4573-8DB2-EB195F94AE5A}" dt="2025-11-17T00:27:37.639" v="18412" actId="478"/>
          <ac:spMkLst>
            <pc:docMk/>
            <pc:sldMk cId="3795517625" sldId="2147480819"/>
            <ac:spMk id="4" creationId="{6C5961A3-4369-75B3-D519-FFFC194FCCE7}"/>
          </ac:spMkLst>
        </pc:spChg>
        <pc:spChg chg="add del mod">
          <ac:chgData name="Si Jing Goh" userId="fe228f63-d733-4912-9848-3eb5c05e5c90" providerId="ADAL" clId="{D3CB8232-7DC5-4573-8DB2-EB195F94AE5A}" dt="2025-11-17T04:37:47.349" v="19696" actId="21"/>
          <ac:spMkLst>
            <pc:docMk/>
            <pc:sldMk cId="3795517625" sldId="2147480819"/>
            <ac:spMk id="4" creationId="{DB5D75CE-0641-B7D1-A464-1F3BA455CD1A}"/>
          </ac:spMkLst>
        </pc:spChg>
        <pc:spChg chg="del mod">
          <ac:chgData name="Si Jing Goh" userId="fe228f63-d733-4912-9848-3eb5c05e5c90" providerId="ADAL" clId="{D3CB8232-7DC5-4573-8DB2-EB195F94AE5A}" dt="2025-11-17T00:33:45.266" v="18580" actId="478"/>
          <ac:spMkLst>
            <pc:docMk/>
            <pc:sldMk cId="3795517625" sldId="2147480819"/>
            <ac:spMk id="7" creationId="{98A5198D-D56F-4A9E-416B-BDEC0388A472}"/>
          </ac:spMkLst>
        </pc:spChg>
        <pc:spChg chg="mod">
          <ac:chgData name="Si Jing Goh" userId="fe228f63-d733-4912-9848-3eb5c05e5c90" providerId="ADAL" clId="{D3CB8232-7DC5-4573-8DB2-EB195F94AE5A}" dt="2025-11-14T17:46:50.143" v="18029" actId="20577"/>
          <ac:spMkLst>
            <pc:docMk/>
            <pc:sldMk cId="3795517625" sldId="2147480819"/>
            <ac:spMk id="16" creationId="{B95393C2-A1D2-57EB-3553-9B7631E2124A}"/>
          </ac:spMkLst>
        </pc:spChg>
        <pc:graphicFrameChg chg="modGraphic">
          <ac:chgData name="Si Jing Goh" userId="fe228f63-d733-4912-9848-3eb5c05e5c90" providerId="ADAL" clId="{D3CB8232-7DC5-4573-8DB2-EB195F94AE5A}" dt="2025-11-17T00:33:43.760" v="18579" actId="20577"/>
          <ac:graphicFrameMkLst>
            <pc:docMk/>
            <pc:sldMk cId="3795517625" sldId="2147480819"/>
            <ac:graphicFrameMk id="3" creationId="{E39C32BF-5A84-3794-FDC9-DB75188F3CAD}"/>
          </ac:graphicFrameMkLst>
        </pc:graphicFrameChg>
        <pc:picChg chg="add del mod">
          <ac:chgData name="Si Jing Goh" userId="fe228f63-d733-4912-9848-3eb5c05e5c90" providerId="ADAL" clId="{D3CB8232-7DC5-4573-8DB2-EB195F94AE5A}" dt="2025-11-17T04:38:28.349" v="19725" actId="21"/>
          <ac:picMkLst>
            <pc:docMk/>
            <pc:sldMk cId="3795517625" sldId="2147480819"/>
            <ac:picMk id="18" creationId="{6BD2F5AB-5A94-98FC-F6D9-D9A85553BBE9}"/>
          </ac:picMkLst>
        </pc:picChg>
      </pc:sldChg>
      <pc:sldChg chg="addSp delSp modSp add mod ord">
        <pc:chgData name="Si Jing Goh" userId="fe228f63-d733-4912-9848-3eb5c05e5c90" providerId="ADAL" clId="{D3CB8232-7DC5-4573-8DB2-EB195F94AE5A}" dt="2025-11-17T04:56:09.501" v="20100"/>
        <pc:sldMkLst>
          <pc:docMk/>
          <pc:sldMk cId="3262663349" sldId="2147480820"/>
        </pc:sldMkLst>
        <pc:spChg chg="add del mod">
          <ac:chgData name="Si Jing Goh" userId="fe228f63-d733-4912-9848-3eb5c05e5c90" providerId="ADAL" clId="{D3CB8232-7DC5-4573-8DB2-EB195F94AE5A}" dt="2025-11-17T04:37:58.447" v="19707" actId="478"/>
          <ac:spMkLst>
            <pc:docMk/>
            <pc:sldMk cId="3262663349" sldId="2147480820"/>
            <ac:spMk id="5" creationId="{4AB8862A-F75D-98C6-7456-8E2F0559EEAA}"/>
          </ac:spMkLst>
        </pc:spChg>
        <pc:spChg chg="mod">
          <ac:chgData name="Si Jing Goh" userId="fe228f63-d733-4912-9848-3eb5c05e5c90" providerId="ADAL" clId="{D3CB8232-7DC5-4573-8DB2-EB195F94AE5A}" dt="2025-11-14T10:44:54.290" v="10575" actId="1035"/>
          <ac:spMkLst>
            <pc:docMk/>
            <pc:sldMk cId="3262663349" sldId="2147480820"/>
            <ac:spMk id="7" creationId="{99850727-BBCB-B511-F792-1F8B8EB6E86A}"/>
          </ac:spMkLst>
        </pc:spChg>
        <pc:spChg chg="mod">
          <ac:chgData name="Si Jing Goh" userId="fe228f63-d733-4912-9848-3eb5c05e5c90" providerId="ADAL" clId="{D3CB8232-7DC5-4573-8DB2-EB195F94AE5A}" dt="2025-11-14T16:32:37.390" v="16634" actId="13926"/>
          <ac:spMkLst>
            <pc:docMk/>
            <pc:sldMk cId="3262663349" sldId="2147480820"/>
            <ac:spMk id="11" creationId="{FD06473A-CF93-F859-3845-FB5AA4261163}"/>
          </ac:spMkLst>
        </pc:spChg>
        <pc:spChg chg="mod">
          <ac:chgData name="Si Jing Goh" userId="fe228f63-d733-4912-9848-3eb5c05e5c90" providerId="ADAL" clId="{D3CB8232-7DC5-4573-8DB2-EB195F94AE5A}" dt="2025-11-14T10:41:35.424" v="10426" actId="20577"/>
          <ac:spMkLst>
            <pc:docMk/>
            <pc:sldMk cId="3262663349" sldId="2147480820"/>
            <ac:spMk id="15" creationId="{AE6C88DB-8E8C-9D14-6188-EEE83DC23082}"/>
          </ac:spMkLst>
        </pc:spChg>
        <pc:spChg chg="mod">
          <ac:chgData name="Si Jing Goh" userId="fe228f63-d733-4912-9848-3eb5c05e5c90" providerId="ADAL" clId="{D3CB8232-7DC5-4573-8DB2-EB195F94AE5A}" dt="2025-11-14T17:54:08.145" v="18145" actId="20577"/>
          <ac:spMkLst>
            <pc:docMk/>
            <pc:sldMk cId="3262663349" sldId="2147480820"/>
            <ac:spMk id="16" creationId="{F8EBB7D6-4DBF-081E-DF44-3E31A2079AC4}"/>
          </ac:spMkLst>
        </pc:spChg>
        <pc:spChg chg="del mod">
          <ac:chgData name="Si Jing Goh" userId="fe228f63-d733-4912-9848-3eb5c05e5c90" providerId="ADAL" clId="{D3CB8232-7DC5-4573-8DB2-EB195F94AE5A}" dt="2025-11-17T04:55:54.837" v="20094" actId="478"/>
          <ac:spMkLst>
            <pc:docMk/>
            <pc:sldMk cId="3262663349" sldId="2147480820"/>
            <ac:spMk id="17" creationId="{3294082B-47AF-4416-03F4-38B38DD6108A}"/>
          </ac:spMkLst>
        </pc:spChg>
        <pc:spChg chg="del mod">
          <ac:chgData name="Si Jing Goh" userId="fe228f63-d733-4912-9848-3eb5c05e5c90" providerId="ADAL" clId="{D3CB8232-7DC5-4573-8DB2-EB195F94AE5A}" dt="2025-11-17T04:55:54.837" v="20094" actId="478"/>
          <ac:spMkLst>
            <pc:docMk/>
            <pc:sldMk cId="3262663349" sldId="2147480820"/>
            <ac:spMk id="18" creationId="{428E045B-D1AF-96A2-9B82-28374926E054}"/>
          </ac:spMkLst>
        </pc:spChg>
        <pc:spChg chg="add mod">
          <ac:chgData name="Si Jing Goh" userId="fe228f63-d733-4912-9848-3eb5c05e5c90" providerId="ADAL" clId="{D3CB8232-7DC5-4573-8DB2-EB195F94AE5A}" dt="2025-11-17T04:38:57.649" v="19755" actId="20577"/>
          <ac:spMkLst>
            <pc:docMk/>
            <pc:sldMk cId="3262663349" sldId="2147480820"/>
            <ac:spMk id="19" creationId="{CDFDDE91-26E8-6772-69EC-72F8BB2DD530}"/>
          </ac:spMkLst>
        </pc:spChg>
        <pc:graphicFrameChg chg="mod modGraphic">
          <ac:chgData name="Si Jing Goh" userId="fe228f63-d733-4912-9848-3eb5c05e5c90" providerId="ADAL" clId="{D3CB8232-7DC5-4573-8DB2-EB195F94AE5A}" dt="2025-11-17T04:56:01.052" v="20098" actId="14100"/>
          <ac:graphicFrameMkLst>
            <pc:docMk/>
            <pc:sldMk cId="3262663349" sldId="2147480820"/>
            <ac:graphicFrameMk id="3" creationId="{A6B14D50-7AB2-5434-D7B0-AA6B937B52D6}"/>
          </ac:graphicFrameMkLst>
        </pc:graphicFrameChg>
        <pc:graphicFrameChg chg="mod">
          <ac:chgData name="Si Jing Goh" userId="fe228f63-d733-4912-9848-3eb5c05e5c90" providerId="ADAL" clId="{D3CB8232-7DC5-4573-8DB2-EB195F94AE5A}" dt="2025-11-17T04:56:09.501" v="20100"/>
          <ac:graphicFrameMkLst>
            <pc:docMk/>
            <pc:sldMk cId="3262663349" sldId="2147480820"/>
            <ac:graphicFrameMk id="4" creationId="{F90476F3-563C-7780-FBEB-E950E32CE213}"/>
          </ac:graphicFrameMkLst>
        </pc:graphicFrameChg>
        <pc:graphicFrameChg chg="add mod modGraphic">
          <ac:chgData name="Si Jing Goh" userId="fe228f63-d733-4912-9848-3eb5c05e5c90" providerId="ADAL" clId="{D3CB8232-7DC5-4573-8DB2-EB195F94AE5A}" dt="2025-11-14T10:43:31.179" v="10503" actId="20577"/>
          <ac:graphicFrameMkLst>
            <pc:docMk/>
            <pc:sldMk cId="3262663349" sldId="2147480820"/>
            <ac:graphicFrameMk id="36" creationId="{D0B38ED9-0822-39FD-41C2-AC49797B9C85}"/>
          </ac:graphicFrameMkLst>
        </pc:graphicFrameChg>
        <pc:picChg chg="add mod ord">
          <ac:chgData name="Si Jing Goh" userId="fe228f63-d733-4912-9848-3eb5c05e5c90" providerId="ADAL" clId="{D3CB8232-7DC5-4573-8DB2-EB195F94AE5A}" dt="2025-11-14T10:43:09.642" v="10470" actId="1076"/>
          <ac:picMkLst>
            <pc:docMk/>
            <pc:sldMk cId="3262663349" sldId="2147480820"/>
            <ac:picMk id="2" creationId="{BC1DAB5E-EAE8-0302-D897-C23257FE29BB}"/>
          </ac:picMkLst>
        </pc:picChg>
        <pc:picChg chg="add mod modCrop">
          <ac:chgData name="Si Jing Goh" userId="fe228f63-d733-4912-9848-3eb5c05e5c90" providerId="ADAL" clId="{D3CB8232-7DC5-4573-8DB2-EB195F94AE5A}" dt="2025-11-14T17:58:36.862" v="18265" actId="14100"/>
          <ac:picMkLst>
            <pc:docMk/>
            <pc:sldMk cId="3262663349" sldId="2147480820"/>
            <ac:picMk id="10" creationId="{08DB2988-0C53-5800-4BAC-C2B705179218}"/>
          </ac:picMkLst>
        </pc:picChg>
        <pc:picChg chg="add mod ord">
          <ac:chgData name="Si Jing Goh" userId="fe228f63-d733-4912-9848-3eb5c05e5c90" providerId="ADAL" clId="{D3CB8232-7DC5-4573-8DB2-EB195F94AE5A}" dt="2025-11-14T10:43:05.992" v="10469" actId="1036"/>
          <ac:picMkLst>
            <pc:docMk/>
            <pc:sldMk cId="3262663349" sldId="2147480820"/>
            <ac:picMk id="14" creationId="{15FAAAFD-AD5D-F5F3-626A-BD0159081F2F}"/>
          </ac:picMkLst>
        </pc:picChg>
        <pc:picChg chg="add del mod">
          <ac:chgData name="Si Jing Goh" userId="fe228f63-d733-4912-9848-3eb5c05e5c90" providerId="ADAL" clId="{D3CB8232-7DC5-4573-8DB2-EB195F94AE5A}" dt="2025-11-17T04:38:59.748" v="19756" actId="21"/>
          <ac:picMkLst>
            <pc:docMk/>
            <pc:sldMk cId="3262663349" sldId="2147480820"/>
            <ac:picMk id="20" creationId="{6BD2F5AB-5A94-98FC-F6D9-D9A85553BBE9}"/>
          </ac:picMkLst>
        </pc:picChg>
        <pc:picChg chg="add mod ord">
          <ac:chgData name="Si Jing Goh" userId="fe228f63-d733-4912-9848-3eb5c05e5c90" providerId="ADAL" clId="{D3CB8232-7DC5-4573-8DB2-EB195F94AE5A}" dt="2025-11-14T10:43:09.642" v="10470" actId="1076"/>
          <ac:picMkLst>
            <pc:docMk/>
            <pc:sldMk cId="3262663349" sldId="2147480820"/>
            <ac:picMk id="30" creationId="{F5DAE5FC-5974-FF8D-1F1B-50B8D036F970}"/>
          </ac:picMkLst>
        </pc:picChg>
        <pc:picChg chg="add mod ord">
          <ac:chgData name="Si Jing Goh" userId="fe228f63-d733-4912-9848-3eb5c05e5c90" providerId="ADAL" clId="{D3CB8232-7DC5-4573-8DB2-EB195F94AE5A}" dt="2025-11-14T10:43:05.992" v="10469" actId="1036"/>
          <ac:picMkLst>
            <pc:docMk/>
            <pc:sldMk cId="3262663349" sldId="2147480820"/>
            <ac:picMk id="35" creationId="{C75C5C6E-B544-CBA9-ABFA-68E35FDB3A20}"/>
          </ac:picMkLst>
        </pc:picChg>
        <pc:picChg chg="add mod">
          <ac:chgData name="Si Jing Goh" userId="fe228f63-d733-4912-9848-3eb5c05e5c90" providerId="ADAL" clId="{D3CB8232-7DC5-4573-8DB2-EB195F94AE5A}" dt="2025-11-14T10:43:09.642" v="10470" actId="1076"/>
          <ac:picMkLst>
            <pc:docMk/>
            <pc:sldMk cId="3262663349" sldId="2147480820"/>
            <ac:picMk id="38" creationId="{DFDC3094-7EA1-BC10-42A6-02B91439A1B9}"/>
          </ac:picMkLst>
        </pc:picChg>
        <pc:picChg chg="add mod">
          <ac:chgData name="Si Jing Goh" userId="fe228f63-d733-4912-9848-3eb5c05e5c90" providerId="ADAL" clId="{D3CB8232-7DC5-4573-8DB2-EB195F94AE5A}" dt="2025-11-14T10:43:05.992" v="10469" actId="1036"/>
          <ac:picMkLst>
            <pc:docMk/>
            <pc:sldMk cId="3262663349" sldId="2147480820"/>
            <ac:picMk id="40" creationId="{B4BBFA95-A5A7-7C08-D0FD-7D83324B5454}"/>
          </ac:picMkLst>
        </pc:picChg>
      </pc:sldChg>
      <pc:sldChg chg="addSp delSp modSp add mod">
        <pc:chgData name="Si Jing Goh" userId="fe228f63-d733-4912-9848-3eb5c05e5c90" providerId="ADAL" clId="{D3CB8232-7DC5-4573-8DB2-EB195F94AE5A}" dt="2025-11-17T04:37:29.830" v="19693" actId="478"/>
        <pc:sldMkLst>
          <pc:docMk/>
          <pc:sldMk cId="2090853817" sldId="2147480822"/>
        </pc:sldMkLst>
        <pc:spChg chg="del">
          <ac:chgData name="Si Jing Goh" userId="fe228f63-d733-4912-9848-3eb5c05e5c90" providerId="ADAL" clId="{D3CB8232-7DC5-4573-8DB2-EB195F94AE5A}" dt="2025-11-17T04:37:29.830" v="19693" actId="478"/>
          <ac:spMkLst>
            <pc:docMk/>
            <pc:sldMk cId="2090853817" sldId="2147480822"/>
            <ac:spMk id="4" creationId="{2E916EBF-E57C-F4B3-FBCA-D994B6AD7F9B}"/>
          </ac:spMkLst>
        </pc:spChg>
        <pc:spChg chg="add del mod">
          <ac:chgData name="Si Jing Goh" userId="fe228f63-d733-4912-9848-3eb5c05e5c90" providerId="ADAL" clId="{D3CB8232-7DC5-4573-8DB2-EB195F94AE5A}" dt="2025-11-17T04:37:09.868" v="19661" actId="478"/>
          <ac:spMkLst>
            <pc:docMk/>
            <pc:sldMk cId="2090853817" sldId="2147480822"/>
            <ac:spMk id="6" creationId="{7A1EBE4E-B622-6154-ED8B-8C4681F032CA}"/>
          </ac:spMkLst>
        </pc:spChg>
        <pc:spChg chg="add mod">
          <ac:chgData name="Si Jing Goh" userId="fe228f63-d733-4912-9848-3eb5c05e5c90" providerId="ADAL" clId="{D3CB8232-7DC5-4573-8DB2-EB195F94AE5A}" dt="2025-11-17T04:37:14.019" v="19676" actId="20577"/>
          <ac:spMkLst>
            <pc:docMk/>
            <pc:sldMk cId="2090853817" sldId="2147480822"/>
            <ac:spMk id="11" creationId="{B5D3B639-EB4C-14D3-60AA-35BB1958A036}"/>
          </ac:spMkLst>
        </pc:spChg>
        <pc:spChg chg="mod">
          <ac:chgData name="Si Jing Goh" userId="fe228f63-d733-4912-9848-3eb5c05e5c90" providerId="ADAL" clId="{D3CB8232-7DC5-4573-8DB2-EB195F94AE5A}" dt="2025-11-14T17:46:24.133" v="18020" actId="20577"/>
          <ac:spMkLst>
            <pc:docMk/>
            <pc:sldMk cId="2090853817" sldId="2147480822"/>
            <ac:spMk id="16" creationId="{5C875DF7-5980-9851-1CA1-B669BE66377E}"/>
          </ac:spMkLst>
        </pc:spChg>
        <pc:picChg chg="mod">
          <ac:chgData name="Si Jing Goh" userId="fe228f63-d733-4912-9848-3eb5c05e5c90" providerId="ADAL" clId="{D3CB8232-7DC5-4573-8DB2-EB195F94AE5A}" dt="2025-11-14T17:59:04.555" v="18279" actId="1036"/>
          <ac:picMkLst>
            <pc:docMk/>
            <pc:sldMk cId="2090853817" sldId="2147480822"/>
            <ac:picMk id="17" creationId="{E2EA2A9D-FC7D-0DC3-DF0A-94EC341E5CF9}"/>
          </ac:picMkLst>
        </pc:picChg>
        <pc:picChg chg="add del mod">
          <ac:chgData name="Si Jing Goh" userId="fe228f63-d733-4912-9848-3eb5c05e5c90" providerId="ADAL" clId="{D3CB8232-7DC5-4573-8DB2-EB195F94AE5A}" dt="2025-11-17T04:37:15.560" v="19677" actId="21"/>
          <ac:picMkLst>
            <pc:docMk/>
            <pc:sldMk cId="2090853817" sldId="2147480822"/>
            <ac:picMk id="18" creationId="{6BD2F5AB-5A94-98FC-F6D9-D9A85553BBE9}"/>
          </ac:picMkLst>
        </pc:picChg>
      </pc:sldChg>
      <pc:sldChg chg="addSp delSp modSp add mod ord">
        <pc:chgData name="Si Jing Goh" userId="fe228f63-d733-4912-9848-3eb5c05e5c90" providerId="ADAL" clId="{D3CB8232-7DC5-4573-8DB2-EB195F94AE5A}" dt="2025-11-17T04:37:28.137" v="19692" actId="478"/>
        <pc:sldMkLst>
          <pc:docMk/>
          <pc:sldMk cId="2804689967" sldId="2147480824"/>
        </pc:sldMkLst>
        <pc:spChg chg="add mod">
          <ac:chgData name="Si Jing Goh" userId="fe228f63-d733-4912-9848-3eb5c05e5c90" providerId="ADAL" clId="{D3CB8232-7DC5-4573-8DB2-EB195F94AE5A}" dt="2025-11-17T04:36:44.570" v="19653" actId="207"/>
          <ac:spMkLst>
            <pc:docMk/>
            <pc:sldMk cId="2804689967" sldId="2147480824"/>
            <ac:spMk id="2" creationId="{DA7E1858-6918-515F-9DA6-205C07DC3195}"/>
          </ac:spMkLst>
        </pc:spChg>
        <pc:spChg chg="del">
          <ac:chgData name="Si Jing Goh" userId="fe228f63-d733-4912-9848-3eb5c05e5c90" providerId="ADAL" clId="{D3CB8232-7DC5-4573-8DB2-EB195F94AE5A}" dt="2025-11-17T04:37:26.661" v="19691" actId="478"/>
          <ac:spMkLst>
            <pc:docMk/>
            <pc:sldMk cId="2804689967" sldId="2147480824"/>
            <ac:spMk id="4" creationId="{708EAB0A-F323-887E-4680-4362E23E1C17}"/>
          </ac:spMkLst>
        </pc:spChg>
        <pc:spChg chg="add del mod">
          <ac:chgData name="Si Jing Goh" userId="fe228f63-d733-4912-9848-3eb5c05e5c90" providerId="ADAL" clId="{D3CB8232-7DC5-4573-8DB2-EB195F94AE5A}" dt="2025-11-17T04:37:28.137" v="19692" actId="478"/>
          <ac:spMkLst>
            <pc:docMk/>
            <pc:sldMk cId="2804689967" sldId="2147480824"/>
            <ac:spMk id="5" creationId="{FDBD9CE5-9C4B-2083-926A-B03BA318BD2A}"/>
          </ac:spMkLst>
        </pc:spChg>
        <pc:spChg chg="mod">
          <ac:chgData name="Si Jing Goh" userId="fe228f63-d733-4912-9848-3eb5c05e5c90" providerId="ADAL" clId="{D3CB8232-7DC5-4573-8DB2-EB195F94AE5A}" dt="2025-11-14T17:46:19.914" v="18015" actId="20577"/>
          <ac:spMkLst>
            <pc:docMk/>
            <pc:sldMk cId="2804689967" sldId="2147480824"/>
            <ac:spMk id="16" creationId="{23982C3B-D2BE-7635-3897-83745EC04F9E}"/>
          </ac:spMkLst>
        </pc:spChg>
        <pc:graphicFrameChg chg="mod">
          <ac:chgData name="Si Jing Goh" userId="fe228f63-d733-4912-9848-3eb5c05e5c90" providerId="ADAL" clId="{D3CB8232-7DC5-4573-8DB2-EB195F94AE5A}" dt="2025-11-14T18:01:06.914" v="18281"/>
          <ac:graphicFrameMkLst>
            <pc:docMk/>
            <pc:sldMk cId="2804689967" sldId="2147480824"/>
            <ac:graphicFrameMk id="14" creationId="{0A7FDCD0-5F84-3C3D-2FC2-99A2550C4F63}"/>
          </ac:graphicFrameMkLst>
        </pc:graphicFrameChg>
        <pc:picChg chg="add del mod">
          <ac:chgData name="Si Jing Goh" userId="fe228f63-d733-4912-9848-3eb5c05e5c90" providerId="ADAL" clId="{D3CB8232-7DC5-4573-8DB2-EB195F94AE5A}" dt="2025-11-17T04:37:04.322" v="19659" actId="21"/>
          <ac:picMkLst>
            <pc:docMk/>
            <pc:sldMk cId="2804689967" sldId="2147480824"/>
            <ac:picMk id="18" creationId="{6BD2F5AB-5A94-98FC-F6D9-D9A85553BBE9}"/>
          </ac:picMkLst>
        </pc:picChg>
      </pc:sldChg>
      <pc:sldChg chg="addSp delSp modSp add mod ord">
        <pc:chgData name="Si Jing Goh" userId="fe228f63-d733-4912-9848-3eb5c05e5c90" providerId="ADAL" clId="{D3CB8232-7DC5-4573-8DB2-EB195F94AE5A}" dt="2025-11-17T04:44:02.248" v="19902"/>
        <pc:sldMkLst>
          <pc:docMk/>
          <pc:sldMk cId="3397738791" sldId="2147480825"/>
        </pc:sldMkLst>
        <pc:spChg chg="del mod">
          <ac:chgData name="Si Jing Goh" userId="fe228f63-d733-4912-9848-3eb5c05e5c90" providerId="ADAL" clId="{D3CB8232-7DC5-4573-8DB2-EB195F94AE5A}" dt="2025-11-17T01:05:27.776" v="18783" actId="478"/>
          <ac:spMkLst>
            <pc:docMk/>
            <pc:sldMk cId="3397738791" sldId="2147480825"/>
            <ac:spMk id="9" creationId="{231C780A-6695-72BD-B1B2-E0FE9A5DD41A}"/>
          </ac:spMkLst>
        </pc:spChg>
        <pc:spChg chg="add mod">
          <ac:chgData name="Si Jing Goh" userId="fe228f63-d733-4912-9848-3eb5c05e5c90" providerId="ADAL" clId="{D3CB8232-7DC5-4573-8DB2-EB195F94AE5A}" dt="2025-11-17T04:42:38.839" v="19778" actId="20577"/>
          <ac:spMkLst>
            <pc:docMk/>
            <pc:sldMk cId="3397738791" sldId="2147480825"/>
            <ac:spMk id="9" creationId="{F3B9C704-E07D-E5E1-50E6-40E57A8E1D4A}"/>
          </ac:spMkLst>
        </pc:spChg>
        <pc:spChg chg="mod">
          <ac:chgData name="Si Jing Goh" userId="fe228f63-d733-4912-9848-3eb5c05e5c90" providerId="ADAL" clId="{D3CB8232-7DC5-4573-8DB2-EB195F94AE5A}" dt="2025-11-14T17:13:55.329" v="16972" actId="13926"/>
          <ac:spMkLst>
            <pc:docMk/>
            <pc:sldMk cId="3397738791" sldId="2147480825"/>
            <ac:spMk id="11" creationId="{81AB8B9D-0ACA-3D96-1F8C-764B850754D2}"/>
          </ac:spMkLst>
        </pc:spChg>
        <pc:spChg chg="mod">
          <ac:chgData name="Si Jing Goh" userId="fe228f63-d733-4912-9848-3eb5c05e5c90" providerId="ADAL" clId="{D3CB8232-7DC5-4573-8DB2-EB195F94AE5A}" dt="2025-11-14T14:45:06.081" v="12726" actId="13926"/>
          <ac:spMkLst>
            <pc:docMk/>
            <pc:sldMk cId="3397738791" sldId="2147480825"/>
            <ac:spMk id="15" creationId="{C723734B-8D3F-A9F7-AD00-670901241AA9}"/>
          </ac:spMkLst>
        </pc:spChg>
        <pc:spChg chg="mod">
          <ac:chgData name="Si Jing Goh" userId="fe228f63-d733-4912-9848-3eb5c05e5c90" providerId="ADAL" clId="{D3CB8232-7DC5-4573-8DB2-EB195F94AE5A}" dt="2025-11-17T01:05:40.088" v="18787" actId="20577"/>
          <ac:spMkLst>
            <pc:docMk/>
            <pc:sldMk cId="3397738791" sldId="2147480825"/>
            <ac:spMk id="16" creationId="{EBBDB484-F110-0634-5584-8E39C483F8B1}"/>
          </ac:spMkLst>
        </pc:spChg>
        <pc:spChg chg="add mod">
          <ac:chgData name="Si Jing Goh" userId="fe228f63-d733-4912-9848-3eb5c05e5c90" providerId="ADAL" clId="{D3CB8232-7DC5-4573-8DB2-EB195F94AE5A}" dt="2025-11-14T14:45:08.925" v="12743" actId="20577"/>
          <ac:spMkLst>
            <pc:docMk/>
            <pc:sldMk cId="3397738791" sldId="2147480825"/>
            <ac:spMk id="30" creationId="{AADBA85A-9A8F-BB85-3AFC-73CB644431E0}"/>
          </ac:spMkLst>
        </pc:spChg>
        <pc:spChg chg="add mod">
          <ac:chgData name="Si Jing Goh" userId="fe228f63-d733-4912-9848-3eb5c05e5c90" providerId="ADAL" clId="{D3CB8232-7DC5-4573-8DB2-EB195F94AE5A}" dt="2025-11-14T14:45:14.871" v="12760" actId="1076"/>
          <ac:spMkLst>
            <pc:docMk/>
            <pc:sldMk cId="3397738791" sldId="2147480825"/>
            <ac:spMk id="31" creationId="{01048D9F-2BD5-AB16-33A5-0462FB03D98B}"/>
          </ac:spMkLst>
        </pc:spChg>
        <pc:spChg chg="add mod">
          <ac:chgData name="Si Jing Goh" userId="fe228f63-d733-4912-9848-3eb5c05e5c90" providerId="ADAL" clId="{D3CB8232-7DC5-4573-8DB2-EB195F94AE5A}" dt="2025-11-14T14:49:14.093" v="13028" actId="20577"/>
          <ac:spMkLst>
            <pc:docMk/>
            <pc:sldMk cId="3397738791" sldId="2147480825"/>
            <ac:spMk id="32" creationId="{C16F13CC-7612-6306-FB64-8BE89DDF41ED}"/>
          </ac:spMkLst>
        </pc:spChg>
        <pc:spChg chg="add del mod">
          <ac:chgData name="Si Jing Goh" userId="fe228f63-d733-4912-9848-3eb5c05e5c90" providerId="ADAL" clId="{D3CB8232-7DC5-4573-8DB2-EB195F94AE5A}" dt="2025-11-17T04:38:02.189" v="19710" actId="478"/>
          <ac:spMkLst>
            <pc:docMk/>
            <pc:sldMk cId="3397738791" sldId="2147480825"/>
            <ac:spMk id="35" creationId="{69EB736A-B07A-3DAF-4E05-0BC229CED6DE}"/>
          </ac:spMkLst>
        </pc:spChg>
        <pc:graphicFrameChg chg="mod modGraphic">
          <ac:chgData name="Si Jing Goh" userId="fe228f63-d733-4912-9848-3eb5c05e5c90" providerId="ADAL" clId="{D3CB8232-7DC5-4573-8DB2-EB195F94AE5A}" dt="2025-11-17T01:05:29.327" v="18784"/>
          <ac:graphicFrameMkLst>
            <pc:docMk/>
            <pc:sldMk cId="3397738791" sldId="2147480825"/>
            <ac:graphicFrameMk id="3" creationId="{6742E1A5-60B4-AD9D-3CEA-F24151241969}"/>
          </ac:graphicFrameMkLst>
        </pc:graphicFrameChg>
        <pc:picChg chg="add del mod">
          <ac:chgData name="Si Jing Goh" userId="fe228f63-d733-4912-9848-3eb5c05e5c90" providerId="ADAL" clId="{D3CB8232-7DC5-4573-8DB2-EB195F94AE5A}" dt="2025-11-17T04:44:02.087" v="19901" actId="478"/>
          <ac:picMkLst>
            <pc:docMk/>
            <pc:sldMk cId="3397738791" sldId="2147480825"/>
            <ac:picMk id="2" creationId="{F0404734-11FF-2A6C-4EDD-642F25456BD5}"/>
          </ac:picMkLst>
        </pc:picChg>
        <pc:picChg chg="add mod modCrop">
          <ac:chgData name="Si Jing Goh" userId="fe228f63-d733-4912-9848-3eb5c05e5c90" providerId="ADAL" clId="{D3CB8232-7DC5-4573-8DB2-EB195F94AE5A}" dt="2025-11-14T14:42:33.665" v="12625" actId="1076"/>
          <ac:picMkLst>
            <pc:docMk/>
            <pc:sldMk cId="3397738791" sldId="2147480825"/>
            <ac:picMk id="4" creationId="{BB9CD91D-F9B2-489F-6F80-5B1870D5361A}"/>
          </ac:picMkLst>
        </pc:picChg>
        <pc:picChg chg="add mod">
          <ac:chgData name="Si Jing Goh" userId="fe228f63-d733-4912-9848-3eb5c05e5c90" providerId="ADAL" clId="{D3CB8232-7DC5-4573-8DB2-EB195F94AE5A}" dt="2025-11-14T14:43:30.853" v="12638" actId="1076"/>
          <ac:picMkLst>
            <pc:docMk/>
            <pc:sldMk cId="3397738791" sldId="2147480825"/>
            <ac:picMk id="5" creationId="{421817AC-194A-4E8F-EF92-E8D3AFF13015}"/>
          </ac:picMkLst>
        </pc:picChg>
        <pc:picChg chg="add mod">
          <ac:chgData name="Si Jing Goh" userId="fe228f63-d733-4912-9848-3eb5c05e5c90" providerId="ADAL" clId="{D3CB8232-7DC5-4573-8DB2-EB195F94AE5A}" dt="2025-11-14T14:44:04.893" v="12653" actId="1076"/>
          <ac:picMkLst>
            <pc:docMk/>
            <pc:sldMk cId="3397738791" sldId="2147480825"/>
            <ac:picMk id="7" creationId="{6BC01E3D-1402-AFF2-C29C-67C7747D6533}"/>
          </ac:picMkLst>
        </pc:picChg>
        <pc:picChg chg="add mod">
          <ac:chgData name="Si Jing Goh" userId="fe228f63-d733-4912-9848-3eb5c05e5c90" providerId="ADAL" clId="{D3CB8232-7DC5-4573-8DB2-EB195F94AE5A}" dt="2025-11-17T04:44:02.248" v="19902"/>
          <ac:picMkLst>
            <pc:docMk/>
            <pc:sldMk cId="3397738791" sldId="2147480825"/>
            <ac:picMk id="10" creationId="{1EA8D897-69C9-B125-B4B4-BD208C30C9ED}"/>
          </ac:picMkLst>
        </pc:picChg>
        <pc:picChg chg="add del mod">
          <ac:chgData name="Si Jing Goh" userId="fe228f63-d733-4912-9848-3eb5c05e5c90" providerId="ADAL" clId="{D3CB8232-7DC5-4573-8DB2-EB195F94AE5A}" dt="2025-11-17T01:05:45.643" v="18788" actId="21"/>
          <ac:picMkLst>
            <pc:docMk/>
            <pc:sldMk cId="3397738791" sldId="2147480825"/>
            <ac:picMk id="10" creationId="{96B6B393-2739-C239-83A3-81477E919D57}"/>
          </ac:picMkLst>
        </pc:picChg>
        <pc:picChg chg="add del mod">
          <ac:chgData name="Si Jing Goh" userId="fe228f63-d733-4912-9848-3eb5c05e5c90" providerId="ADAL" clId="{D3CB8232-7DC5-4573-8DB2-EB195F94AE5A}" dt="2025-11-17T04:42:40.790" v="19779" actId="21"/>
          <ac:picMkLst>
            <pc:docMk/>
            <pc:sldMk cId="3397738791" sldId="2147480825"/>
            <ac:picMk id="14" creationId="{86618EB7-41F6-8D99-4C25-335BCF7462CC}"/>
          </ac:picMkLst>
        </pc:picChg>
        <pc:picChg chg="add mod">
          <ac:chgData name="Si Jing Goh" userId="fe228f63-d733-4912-9848-3eb5c05e5c90" providerId="ADAL" clId="{D3CB8232-7DC5-4573-8DB2-EB195F94AE5A}" dt="2025-11-14T14:44:05.938" v="12654" actId="1076"/>
          <ac:picMkLst>
            <pc:docMk/>
            <pc:sldMk cId="3397738791" sldId="2147480825"/>
            <ac:picMk id="18" creationId="{E1FFE2A8-5B7E-42EB-64DA-571E01EC1CCF}"/>
          </ac:picMkLst>
        </pc:picChg>
      </pc:sldChg>
      <pc:sldChg chg="addSp delSp modSp add mod">
        <pc:chgData name="Si Jing Goh" userId="fe228f63-d733-4912-9848-3eb5c05e5c90" providerId="ADAL" clId="{D3CB8232-7DC5-4573-8DB2-EB195F94AE5A}" dt="2025-11-17T04:57:20.033" v="20128" actId="478"/>
        <pc:sldMkLst>
          <pc:docMk/>
          <pc:sldMk cId="2796601450" sldId="2147480826"/>
        </pc:sldMkLst>
        <pc:spChg chg="del mod">
          <ac:chgData name="Si Jing Goh" userId="fe228f63-d733-4912-9848-3eb5c05e5c90" providerId="ADAL" clId="{D3CB8232-7DC5-4573-8DB2-EB195F94AE5A}" dt="2025-11-17T04:57:20.033" v="20128" actId="478"/>
          <ac:spMkLst>
            <pc:docMk/>
            <pc:sldMk cId="2796601450" sldId="2147480826"/>
            <ac:spMk id="4" creationId="{78DBF536-1DA8-56B0-7F2F-E83441ACE98E}"/>
          </ac:spMkLst>
        </pc:spChg>
        <pc:spChg chg="add mod">
          <ac:chgData name="Si Jing Goh" userId="fe228f63-d733-4912-9848-3eb5c05e5c90" providerId="ADAL" clId="{D3CB8232-7DC5-4573-8DB2-EB195F94AE5A}" dt="2025-11-17T04:37:51.059" v="19699"/>
          <ac:spMkLst>
            <pc:docMk/>
            <pc:sldMk cId="2796601450" sldId="2147480826"/>
            <ac:spMk id="6" creationId="{CD77290E-28FB-71CA-6A56-AE5630321B6A}"/>
          </ac:spMkLst>
        </pc:spChg>
        <pc:spChg chg="mod">
          <ac:chgData name="Si Jing Goh" userId="fe228f63-d733-4912-9848-3eb5c05e5c90" providerId="ADAL" clId="{D3CB8232-7DC5-4573-8DB2-EB195F94AE5A}" dt="2025-11-14T17:47:20.755" v="18049" actId="20577"/>
          <ac:spMkLst>
            <pc:docMk/>
            <pc:sldMk cId="2796601450" sldId="2147480826"/>
            <ac:spMk id="16" creationId="{F4558E19-31C5-5FE1-CD5D-D9D750BF7E99}"/>
          </ac:spMkLst>
        </pc:spChg>
        <pc:graphicFrameChg chg="mod modGraphic">
          <ac:chgData name="Si Jing Goh" userId="fe228f63-d733-4912-9848-3eb5c05e5c90" providerId="ADAL" clId="{D3CB8232-7DC5-4573-8DB2-EB195F94AE5A}" dt="2025-11-17T04:57:18.538" v="20127" actId="20577"/>
          <ac:graphicFrameMkLst>
            <pc:docMk/>
            <pc:sldMk cId="2796601450" sldId="2147480826"/>
            <ac:graphicFrameMk id="3" creationId="{4B3A07B7-4D85-03C0-1709-FC38659D9AF6}"/>
          </ac:graphicFrameMkLst>
        </pc:graphicFrameChg>
        <pc:picChg chg="del">
          <ac:chgData name="Si Jing Goh" userId="fe228f63-d733-4912-9848-3eb5c05e5c90" providerId="ADAL" clId="{D3CB8232-7DC5-4573-8DB2-EB195F94AE5A}" dt="2025-11-17T04:44:25.016" v="19910" actId="478"/>
          <ac:picMkLst>
            <pc:docMk/>
            <pc:sldMk cId="2796601450" sldId="2147480826"/>
            <ac:picMk id="7" creationId="{85810931-9BB6-7CEB-2199-0EC13CEFCA03}"/>
          </ac:picMkLst>
        </pc:picChg>
        <pc:picChg chg="add mod">
          <ac:chgData name="Si Jing Goh" userId="fe228f63-d733-4912-9848-3eb5c05e5c90" providerId="ADAL" clId="{D3CB8232-7DC5-4573-8DB2-EB195F94AE5A}" dt="2025-11-17T04:44:25.163" v="19911"/>
          <ac:picMkLst>
            <pc:docMk/>
            <pc:sldMk cId="2796601450" sldId="2147480826"/>
            <ac:picMk id="18" creationId="{A9180B15-9EB8-572C-BA6A-1F3AF8A6B752}"/>
          </ac:picMkLst>
        </pc:picChg>
      </pc:sldChg>
      <pc:sldChg chg="addSp delSp modSp add mod">
        <pc:chgData name="Si Jing Goh" userId="fe228f63-d733-4912-9848-3eb5c05e5c90" providerId="ADAL" clId="{D3CB8232-7DC5-4573-8DB2-EB195F94AE5A}" dt="2025-11-17T04:44:14.320" v="19905"/>
        <pc:sldMkLst>
          <pc:docMk/>
          <pc:sldMk cId="1401420479" sldId="2147480827"/>
        </pc:sldMkLst>
        <pc:spChg chg="add mod">
          <ac:chgData name="Si Jing Goh" userId="fe228f63-d733-4912-9848-3eb5c05e5c90" providerId="ADAL" clId="{D3CB8232-7DC5-4573-8DB2-EB195F94AE5A}" dt="2025-11-17T04:37:51.955" v="19701"/>
          <ac:spMkLst>
            <pc:docMk/>
            <pc:sldMk cId="1401420479" sldId="2147480827"/>
            <ac:spMk id="4" creationId="{F55DE430-C0E8-B2C8-BCEE-F64C40E5A8C6}"/>
          </ac:spMkLst>
        </pc:spChg>
        <pc:spChg chg="mod">
          <ac:chgData name="Si Jing Goh" userId="fe228f63-d733-4912-9848-3eb5c05e5c90" providerId="ADAL" clId="{D3CB8232-7DC5-4573-8DB2-EB195F94AE5A}" dt="2025-11-14T17:47:45.812" v="18056" actId="20577"/>
          <ac:spMkLst>
            <pc:docMk/>
            <pc:sldMk cId="1401420479" sldId="2147480827"/>
            <ac:spMk id="16" creationId="{5FC886AD-4450-4179-F4A5-62CC8221AA40}"/>
          </ac:spMkLst>
        </pc:spChg>
        <pc:graphicFrameChg chg="modGraphic">
          <ac:chgData name="Si Jing Goh" userId="fe228f63-d733-4912-9848-3eb5c05e5c90" providerId="ADAL" clId="{D3CB8232-7DC5-4573-8DB2-EB195F94AE5A}" dt="2025-11-17T00:28:06.579" v="18418" actId="20577"/>
          <ac:graphicFrameMkLst>
            <pc:docMk/>
            <pc:sldMk cId="1401420479" sldId="2147480827"/>
            <ac:graphicFrameMk id="3" creationId="{BD6A1252-02D3-7BAE-12F9-0DA2F75F5FC1}"/>
          </ac:graphicFrameMkLst>
        </pc:graphicFrameChg>
        <pc:picChg chg="add mod">
          <ac:chgData name="Si Jing Goh" userId="fe228f63-d733-4912-9848-3eb5c05e5c90" providerId="ADAL" clId="{D3CB8232-7DC5-4573-8DB2-EB195F94AE5A}" dt="2025-11-17T04:44:14.320" v="19905"/>
          <ac:picMkLst>
            <pc:docMk/>
            <pc:sldMk cId="1401420479" sldId="2147480827"/>
            <ac:picMk id="6" creationId="{BC95FA8F-6DFB-58D9-40F5-E07243CD2315}"/>
          </ac:picMkLst>
        </pc:picChg>
        <pc:picChg chg="del">
          <ac:chgData name="Si Jing Goh" userId="fe228f63-d733-4912-9848-3eb5c05e5c90" providerId="ADAL" clId="{D3CB8232-7DC5-4573-8DB2-EB195F94AE5A}" dt="2025-11-17T04:44:14.183" v="19904" actId="478"/>
          <ac:picMkLst>
            <pc:docMk/>
            <pc:sldMk cId="1401420479" sldId="2147480827"/>
            <ac:picMk id="7" creationId="{C7CB9772-0820-143D-2292-BF6F30E766A6}"/>
          </ac:picMkLst>
        </pc:picChg>
      </pc:sldChg>
      <pc:sldChg chg="addSp delSp modSp add mod">
        <pc:chgData name="Si Jing Goh" userId="fe228f63-d733-4912-9848-3eb5c05e5c90" providerId="ADAL" clId="{D3CB8232-7DC5-4573-8DB2-EB195F94AE5A}" dt="2025-11-17T04:54:31.034" v="20049" actId="14100"/>
        <pc:sldMkLst>
          <pc:docMk/>
          <pc:sldMk cId="3005202296" sldId="2147480828"/>
        </pc:sldMkLst>
        <pc:spChg chg="del mod">
          <ac:chgData name="Si Jing Goh" userId="fe228f63-d733-4912-9848-3eb5c05e5c90" providerId="ADAL" clId="{D3CB8232-7DC5-4573-8DB2-EB195F94AE5A}" dt="2025-11-17T04:54:13.373" v="20029" actId="478"/>
          <ac:spMkLst>
            <pc:docMk/>
            <pc:sldMk cId="3005202296" sldId="2147480828"/>
            <ac:spMk id="7" creationId="{82A1C7E6-43D8-DCB6-B1C5-113AB457092E}"/>
          </ac:spMkLst>
        </pc:spChg>
        <pc:spChg chg="del mod">
          <ac:chgData name="Si Jing Goh" userId="fe228f63-d733-4912-9848-3eb5c05e5c90" providerId="ADAL" clId="{D3CB8232-7DC5-4573-8DB2-EB195F94AE5A}" dt="2025-11-17T00:27:53.239" v="18416" actId="478"/>
          <ac:spMkLst>
            <pc:docMk/>
            <pc:sldMk cId="3005202296" sldId="2147480828"/>
            <ac:spMk id="11" creationId="{194BC38A-560F-2BD7-853B-4986B6452377}"/>
          </ac:spMkLst>
        </pc:spChg>
        <pc:spChg chg="add mod">
          <ac:chgData name="Si Jing Goh" userId="fe228f63-d733-4912-9848-3eb5c05e5c90" providerId="ADAL" clId="{D3CB8232-7DC5-4573-8DB2-EB195F94AE5A}" dt="2025-11-17T04:37:49.518" v="19697"/>
          <ac:spMkLst>
            <pc:docMk/>
            <pc:sldMk cId="3005202296" sldId="2147480828"/>
            <ac:spMk id="11" creationId="{940602A6-8616-827F-73B3-A396A6A6B2DE}"/>
          </ac:spMkLst>
        </pc:spChg>
        <pc:spChg chg="mod">
          <ac:chgData name="Si Jing Goh" userId="fe228f63-d733-4912-9848-3eb5c05e5c90" providerId="ADAL" clId="{D3CB8232-7DC5-4573-8DB2-EB195F94AE5A}" dt="2025-11-14T17:46:55.597" v="18033" actId="20577"/>
          <ac:spMkLst>
            <pc:docMk/>
            <pc:sldMk cId="3005202296" sldId="2147480828"/>
            <ac:spMk id="16" creationId="{F4736092-4FBB-42D0-87E6-96C90F117C13}"/>
          </ac:spMkLst>
        </pc:spChg>
        <pc:spChg chg="mod">
          <ac:chgData name="Si Jing Goh" userId="fe228f63-d733-4912-9848-3eb5c05e5c90" providerId="ADAL" clId="{D3CB8232-7DC5-4573-8DB2-EB195F94AE5A}" dt="2025-11-17T04:54:28.904" v="20048" actId="1076"/>
          <ac:spMkLst>
            <pc:docMk/>
            <pc:sldMk cId="3005202296" sldId="2147480828"/>
            <ac:spMk id="39" creationId="{B8404DC7-8438-070A-7C6D-F41D481D5A5C}"/>
          </ac:spMkLst>
        </pc:spChg>
        <pc:graphicFrameChg chg="mod modGraphic">
          <ac:chgData name="Si Jing Goh" userId="fe228f63-d733-4912-9848-3eb5c05e5c90" providerId="ADAL" clId="{D3CB8232-7DC5-4573-8DB2-EB195F94AE5A}" dt="2025-11-17T04:54:27.734" v="20047" actId="14100"/>
          <ac:graphicFrameMkLst>
            <pc:docMk/>
            <pc:sldMk cId="3005202296" sldId="2147480828"/>
            <ac:graphicFrameMk id="3" creationId="{6F9A7BBC-1621-AB87-975D-8FBFF2F00DCB}"/>
          </ac:graphicFrameMkLst>
        </pc:graphicFrameChg>
        <pc:graphicFrameChg chg="mod">
          <ac:chgData name="Si Jing Goh" userId="fe228f63-d733-4912-9848-3eb5c05e5c90" providerId="ADAL" clId="{D3CB8232-7DC5-4573-8DB2-EB195F94AE5A}" dt="2025-11-17T04:54:31.034" v="20049" actId="14100"/>
          <ac:graphicFrameMkLst>
            <pc:docMk/>
            <pc:sldMk cId="3005202296" sldId="2147480828"/>
            <ac:graphicFrameMk id="20" creationId="{05FC4B6C-5333-E5D0-AFB9-B6968769F52A}"/>
          </ac:graphicFrameMkLst>
        </pc:graphicFrameChg>
        <pc:picChg chg="add del mod">
          <ac:chgData name="Si Jing Goh" userId="fe228f63-d733-4912-9848-3eb5c05e5c90" providerId="ADAL" clId="{D3CB8232-7DC5-4573-8DB2-EB195F94AE5A}" dt="2025-11-17T04:38:30.440" v="19727" actId="21"/>
          <ac:picMkLst>
            <pc:docMk/>
            <pc:sldMk cId="3005202296" sldId="2147480828"/>
            <ac:picMk id="18" creationId="{6BD2F5AB-5A94-98FC-F6D9-D9A85553BBE9}"/>
          </ac:picMkLst>
        </pc:picChg>
      </pc:sldChg>
      <pc:sldChg chg="addSp delSp modSp add mod ord">
        <pc:chgData name="Si Jing Goh" userId="fe228f63-d733-4912-9848-3eb5c05e5c90" providerId="ADAL" clId="{D3CB8232-7DC5-4573-8DB2-EB195F94AE5A}" dt="2025-11-17T04:43:51.690" v="19894" actId="14100"/>
        <pc:sldMkLst>
          <pc:docMk/>
          <pc:sldMk cId="315352142" sldId="2147480829"/>
        </pc:sldMkLst>
        <pc:spChg chg="add mod">
          <ac:chgData name="Si Jing Goh" userId="fe228f63-d733-4912-9848-3eb5c05e5c90" providerId="ADAL" clId="{D3CB8232-7DC5-4573-8DB2-EB195F94AE5A}" dt="2025-11-17T04:42:46.928" v="19807" actId="20577"/>
          <ac:spMkLst>
            <pc:docMk/>
            <pc:sldMk cId="315352142" sldId="2147480829"/>
            <ac:spMk id="4" creationId="{753D42E5-8100-3815-6C9B-EAF62E374D3B}"/>
          </ac:spMkLst>
        </pc:spChg>
        <pc:spChg chg="del mod">
          <ac:chgData name="Si Jing Goh" userId="fe228f63-d733-4912-9848-3eb5c05e5c90" providerId="ADAL" clId="{D3CB8232-7DC5-4573-8DB2-EB195F94AE5A}" dt="2025-11-17T01:08:22.162" v="18851" actId="478"/>
          <ac:spMkLst>
            <pc:docMk/>
            <pc:sldMk cId="315352142" sldId="2147480829"/>
            <ac:spMk id="4" creationId="{FDEC3E90-0E40-AE2A-ACC1-AACC0B5D96EC}"/>
          </ac:spMkLst>
        </pc:spChg>
        <pc:spChg chg="mod">
          <ac:chgData name="Si Jing Goh" userId="fe228f63-d733-4912-9848-3eb5c05e5c90" providerId="ADAL" clId="{D3CB8232-7DC5-4573-8DB2-EB195F94AE5A}" dt="2025-11-14T17:16:52.801" v="16991" actId="13926"/>
          <ac:spMkLst>
            <pc:docMk/>
            <pc:sldMk cId="315352142" sldId="2147480829"/>
            <ac:spMk id="11" creationId="{4D1E1C68-F250-5830-CD35-3C42AF240D81}"/>
          </ac:spMkLst>
        </pc:spChg>
        <pc:spChg chg="mod">
          <ac:chgData name="Si Jing Goh" userId="fe228f63-d733-4912-9848-3eb5c05e5c90" providerId="ADAL" clId="{D3CB8232-7DC5-4573-8DB2-EB195F94AE5A}" dt="2025-11-14T15:04:04.764" v="13618" actId="13926"/>
          <ac:spMkLst>
            <pc:docMk/>
            <pc:sldMk cId="315352142" sldId="2147480829"/>
            <ac:spMk id="15" creationId="{CDE1CCB3-970A-37AE-E65C-8D57F51A6AD0}"/>
          </ac:spMkLst>
        </pc:spChg>
        <pc:spChg chg="mod">
          <ac:chgData name="Si Jing Goh" userId="fe228f63-d733-4912-9848-3eb5c05e5c90" providerId="ADAL" clId="{D3CB8232-7DC5-4573-8DB2-EB195F94AE5A}" dt="2025-11-17T01:05:51.283" v="18793" actId="20577"/>
          <ac:spMkLst>
            <pc:docMk/>
            <pc:sldMk cId="315352142" sldId="2147480829"/>
            <ac:spMk id="16" creationId="{99A88109-FA3A-D9D6-35F5-A8BE932BA9B2}"/>
          </ac:spMkLst>
        </pc:spChg>
        <pc:spChg chg="add del mod">
          <ac:chgData name="Si Jing Goh" userId="fe228f63-d733-4912-9848-3eb5c05e5c90" providerId="ADAL" clId="{D3CB8232-7DC5-4573-8DB2-EB195F94AE5A}" dt="2025-11-17T04:38:04.718" v="19712" actId="478"/>
          <ac:spMkLst>
            <pc:docMk/>
            <pc:sldMk cId="315352142" sldId="2147480829"/>
            <ac:spMk id="24" creationId="{6B2FEBC6-E7F9-2BCC-97AE-39A3F0315857}"/>
          </ac:spMkLst>
        </pc:spChg>
        <pc:spChg chg="mod">
          <ac:chgData name="Si Jing Goh" userId="fe228f63-d733-4912-9848-3eb5c05e5c90" providerId="ADAL" clId="{D3CB8232-7DC5-4573-8DB2-EB195F94AE5A}" dt="2025-11-14T15:04:42.810" v="13642" actId="20577"/>
          <ac:spMkLst>
            <pc:docMk/>
            <pc:sldMk cId="315352142" sldId="2147480829"/>
            <ac:spMk id="30" creationId="{84DBDB6B-E420-55D6-9061-27DA4CD8F35D}"/>
          </ac:spMkLst>
        </pc:spChg>
        <pc:spChg chg="mod">
          <ac:chgData name="Si Jing Goh" userId="fe228f63-d733-4912-9848-3eb5c05e5c90" providerId="ADAL" clId="{D3CB8232-7DC5-4573-8DB2-EB195F94AE5A}" dt="2025-11-14T15:04:35.470" v="13632" actId="1076"/>
          <ac:spMkLst>
            <pc:docMk/>
            <pc:sldMk cId="315352142" sldId="2147480829"/>
            <ac:spMk id="31" creationId="{B61F86AF-0FCA-AB7A-407B-27D9B7398B42}"/>
          </ac:spMkLst>
        </pc:spChg>
        <pc:spChg chg="mod">
          <ac:chgData name="Si Jing Goh" userId="fe228f63-d733-4912-9848-3eb5c05e5c90" providerId="ADAL" clId="{D3CB8232-7DC5-4573-8DB2-EB195F94AE5A}" dt="2025-11-14T17:16:47.525" v="16988" actId="14100"/>
          <ac:spMkLst>
            <pc:docMk/>
            <pc:sldMk cId="315352142" sldId="2147480829"/>
            <ac:spMk id="32" creationId="{552F28EE-FDE6-5AC5-EF0A-5AE0496F5137}"/>
          </ac:spMkLst>
        </pc:spChg>
        <pc:grpChg chg="mod">
          <ac:chgData name="Si Jing Goh" userId="fe228f63-d733-4912-9848-3eb5c05e5c90" providerId="ADAL" clId="{D3CB8232-7DC5-4573-8DB2-EB195F94AE5A}" dt="2025-11-14T15:01:36.081" v="13535" actId="12788"/>
          <ac:grpSpMkLst>
            <pc:docMk/>
            <pc:sldMk cId="315352142" sldId="2147480829"/>
            <ac:grpSpMk id="13" creationId="{7C670550-8409-C0B4-EC70-500D4B0ED3B9}"/>
          </ac:grpSpMkLst>
        </pc:grpChg>
        <pc:graphicFrameChg chg="mod modGraphic">
          <ac:chgData name="Si Jing Goh" userId="fe228f63-d733-4912-9848-3eb5c05e5c90" providerId="ADAL" clId="{D3CB8232-7DC5-4573-8DB2-EB195F94AE5A}" dt="2025-11-17T01:08:19.955" v="18850" actId="20577"/>
          <ac:graphicFrameMkLst>
            <pc:docMk/>
            <pc:sldMk cId="315352142" sldId="2147480829"/>
            <ac:graphicFrameMk id="3" creationId="{D61736E3-8BA1-83D1-E787-2D2E53F8894A}"/>
          </ac:graphicFrameMkLst>
        </pc:graphicFrameChg>
        <pc:picChg chg="mod">
          <ac:chgData name="Si Jing Goh" userId="fe228f63-d733-4912-9848-3eb5c05e5c90" providerId="ADAL" clId="{D3CB8232-7DC5-4573-8DB2-EB195F94AE5A}" dt="2025-11-17T04:43:51.690" v="19894" actId="14100"/>
          <ac:picMkLst>
            <pc:docMk/>
            <pc:sldMk cId="315352142" sldId="2147480829"/>
            <ac:picMk id="2" creationId="{C6445DAF-512F-3AF1-48BE-47E9EC08A4F8}"/>
          </ac:picMkLst>
        </pc:picChg>
        <pc:picChg chg="add del mod">
          <ac:chgData name="Si Jing Goh" userId="fe228f63-d733-4912-9848-3eb5c05e5c90" providerId="ADAL" clId="{D3CB8232-7DC5-4573-8DB2-EB195F94AE5A}" dt="2025-11-17T01:08:24.491" v="18852" actId="21"/>
          <ac:picMkLst>
            <pc:docMk/>
            <pc:sldMk cId="315352142" sldId="2147480829"/>
            <ac:picMk id="5" creationId="{96B6B393-2739-C239-83A3-81477E919D57}"/>
          </ac:picMkLst>
        </pc:picChg>
        <pc:picChg chg="add mod modCrop">
          <ac:chgData name="Si Jing Goh" userId="fe228f63-d733-4912-9848-3eb5c05e5c90" providerId="ADAL" clId="{D3CB8232-7DC5-4573-8DB2-EB195F94AE5A}" dt="2025-11-14T15:03:21.152" v="13566" actId="1076"/>
          <ac:picMkLst>
            <pc:docMk/>
            <pc:sldMk cId="315352142" sldId="2147480829"/>
            <ac:picMk id="9" creationId="{18703635-2592-77B7-3F79-7BCD8626E460}"/>
          </ac:picMkLst>
        </pc:picChg>
        <pc:picChg chg="add mod modCrop">
          <ac:chgData name="Si Jing Goh" userId="fe228f63-d733-4912-9848-3eb5c05e5c90" providerId="ADAL" clId="{D3CB8232-7DC5-4573-8DB2-EB195F94AE5A}" dt="2025-11-14T15:03:21.152" v="13566" actId="1076"/>
          <ac:picMkLst>
            <pc:docMk/>
            <pc:sldMk cId="315352142" sldId="2147480829"/>
            <ac:picMk id="10" creationId="{5E6450EC-041F-7D14-77AF-EA86B2C4585E}"/>
          </ac:picMkLst>
        </pc:picChg>
        <pc:picChg chg="add del mod">
          <ac:chgData name="Si Jing Goh" userId="fe228f63-d733-4912-9848-3eb5c05e5c90" providerId="ADAL" clId="{D3CB8232-7DC5-4573-8DB2-EB195F94AE5A}" dt="2025-11-17T04:42:47.993" v="19808" actId="21"/>
          <ac:picMkLst>
            <pc:docMk/>
            <pc:sldMk cId="315352142" sldId="2147480829"/>
            <ac:picMk id="14" creationId="{86618EB7-41F6-8D99-4C25-335BCF7462CC}"/>
          </ac:picMkLst>
        </pc:picChg>
        <pc:picChg chg="add mod">
          <ac:chgData name="Si Jing Goh" userId="fe228f63-d733-4912-9848-3eb5c05e5c90" providerId="ADAL" clId="{D3CB8232-7DC5-4573-8DB2-EB195F94AE5A}" dt="2025-11-14T15:15:09.058" v="14033" actId="1076"/>
          <ac:picMkLst>
            <pc:docMk/>
            <pc:sldMk cId="315352142" sldId="2147480829"/>
            <ac:picMk id="17" creationId="{80F31A2C-0A72-E638-3E53-7BE4107DA2A1}"/>
          </ac:picMkLst>
        </pc:picChg>
      </pc:sldChg>
      <pc:sldChg chg="addSp delSp modSp add del mod ord modShow">
        <pc:chgData name="Si Jing Goh" userId="fe228f63-d733-4912-9848-3eb5c05e5c90" providerId="ADAL" clId="{D3CB8232-7DC5-4573-8DB2-EB195F94AE5A}" dt="2025-11-17T01:02:25.555" v="18705" actId="47"/>
        <pc:sldMkLst>
          <pc:docMk/>
          <pc:sldMk cId="88118889" sldId="2147480830"/>
        </pc:sldMkLst>
        <pc:spChg chg="mod">
          <ac:chgData name="Si Jing Goh" userId="fe228f63-d733-4912-9848-3eb5c05e5c90" providerId="ADAL" clId="{D3CB8232-7DC5-4573-8DB2-EB195F94AE5A}" dt="2025-11-17T01:02:19.641" v="18703" actId="1076"/>
          <ac:spMkLst>
            <pc:docMk/>
            <pc:sldMk cId="88118889" sldId="2147480830"/>
            <ac:spMk id="4" creationId="{6F45FC74-82C4-C22F-96EB-46D13B81E72B}"/>
          </ac:spMkLst>
        </pc:spChg>
        <pc:picChg chg="add del mod">
          <ac:chgData name="Si Jing Goh" userId="fe228f63-d733-4912-9848-3eb5c05e5c90" providerId="ADAL" clId="{D3CB8232-7DC5-4573-8DB2-EB195F94AE5A}" dt="2025-11-17T00:59:40.155" v="18649" actId="21"/>
          <ac:picMkLst>
            <pc:docMk/>
            <pc:sldMk cId="88118889" sldId="2147480830"/>
            <ac:picMk id="5" creationId="{BE4E1D3C-DF47-815C-7895-FA767ED533AA}"/>
          </ac:picMkLst>
        </pc:picChg>
      </pc:sldChg>
      <pc:sldChg chg="addSp delSp modSp add mod">
        <pc:chgData name="Si Jing Goh" userId="fe228f63-d733-4912-9848-3eb5c05e5c90" providerId="ADAL" clId="{D3CB8232-7DC5-4573-8DB2-EB195F94AE5A}" dt="2025-11-17T05:07:06.033" v="20289" actId="478"/>
        <pc:sldMkLst>
          <pc:docMk/>
          <pc:sldMk cId="4070044389" sldId="2147480831"/>
        </pc:sldMkLst>
        <pc:spChg chg="del mod">
          <ac:chgData name="Si Jing Goh" userId="fe228f63-d733-4912-9848-3eb5c05e5c90" providerId="ADAL" clId="{D3CB8232-7DC5-4573-8DB2-EB195F94AE5A}" dt="2025-11-17T05:07:06.033" v="20289" actId="478"/>
          <ac:spMkLst>
            <pc:docMk/>
            <pc:sldMk cId="4070044389" sldId="2147480831"/>
            <ac:spMk id="2" creationId="{FBD05D11-6778-83BF-0379-853FF95AAC5E}"/>
          </ac:spMkLst>
        </pc:spChg>
        <pc:spChg chg="del mod">
          <ac:chgData name="Si Jing Goh" userId="fe228f63-d733-4912-9848-3eb5c05e5c90" providerId="ADAL" clId="{D3CB8232-7DC5-4573-8DB2-EB195F94AE5A}" dt="2025-11-17T05:07:06.033" v="20289" actId="478"/>
          <ac:spMkLst>
            <pc:docMk/>
            <pc:sldMk cId="4070044389" sldId="2147480831"/>
            <ac:spMk id="4" creationId="{B3167C85-12AB-111B-F2AE-A63499D440C0}"/>
          </ac:spMkLst>
        </pc:spChg>
        <pc:spChg chg="add mod">
          <ac:chgData name="Si Jing Goh" userId="fe228f63-d733-4912-9848-3eb5c05e5c90" providerId="ADAL" clId="{D3CB8232-7DC5-4573-8DB2-EB195F94AE5A}" dt="2025-11-17T04:43:15.353" v="19851" actId="20577"/>
          <ac:spMkLst>
            <pc:docMk/>
            <pc:sldMk cId="4070044389" sldId="2147480831"/>
            <ac:spMk id="5" creationId="{B035C019-56CD-D7C0-BAFA-18ADBFF7B244}"/>
          </ac:spMkLst>
        </pc:spChg>
        <pc:spChg chg="mod">
          <ac:chgData name="Si Jing Goh" userId="fe228f63-d733-4912-9848-3eb5c05e5c90" providerId="ADAL" clId="{D3CB8232-7DC5-4573-8DB2-EB195F94AE5A}" dt="2025-11-14T17:22:53.261" v="17095" actId="13926"/>
          <ac:spMkLst>
            <pc:docMk/>
            <pc:sldMk cId="4070044389" sldId="2147480831"/>
            <ac:spMk id="11" creationId="{C74A4F27-3971-053F-F005-009F19740D19}"/>
          </ac:spMkLst>
        </pc:spChg>
        <pc:spChg chg="mod">
          <ac:chgData name="Si Jing Goh" userId="fe228f63-d733-4912-9848-3eb5c05e5c90" providerId="ADAL" clId="{D3CB8232-7DC5-4573-8DB2-EB195F94AE5A}" dt="2025-11-14T15:28:36.975" v="14563" actId="13926"/>
          <ac:spMkLst>
            <pc:docMk/>
            <pc:sldMk cId="4070044389" sldId="2147480831"/>
            <ac:spMk id="15" creationId="{E6F0AFC0-AFBA-326F-ED0B-F255EE290C98}"/>
          </ac:spMkLst>
        </pc:spChg>
        <pc:spChg chg="mod">
          <ac:chgData name="Si Jing Goh" userId="fe228f63-d733-4912-9848-3eb5c05e5c90" providerId="ADAL" clId="{D3CB8232-7DC5-4573-8DB2-EB195F94AE5A}" dt="2025-11-17T01:08:45.207" v="18867" actId="20577"/>
          <ac:spMkLst>
            <pc:docMk/>
            <pc:sldMk cId="4070044389" sldId="2147480831"/>
            <ac:spMk id="16" creationId="{3A96C3C8-5967-BA12-B978-43EBD5F0809E}"/>
          </ac:spMkLst>
        </pc:spChg>
        <pc:spChg chg="mod">
          <ac:chgData name="Si Jing Goh" userId="fe228f63-d733-4912-9848-3eb5c05e5c90" providerId="ADAL" clId="{D3CB8232-7DC5-4573-8DB2-EB195F94AE5A}" dt="2025-11-14T17:22:43.602" v="17092" actId="20577"/>
          <ac:spMkLst>
            <pc:docMk/>
            <pc:sldMk cId="4070044389" sldId="2147480831"/>
            <ac:spMk id="32" creationId="{D48A4BB7-9B7C-C92C-08D5-A167C4BBDA0D}"/>
          </ac:spMkLst>
        </pc:spChg>
        <pc:spChg chg="add mod">
          <ac:chgData name="Si Jing Goh" userId="fe228f63-d733-4912-9848-3eb5c05e5c90" providerId="ADAL" clId="{D3CB8232-7DC5-4573-8DB2-EB195F94AE5A}" dt="2025-11-14T15:31:24.050" v="14687" actId="20577"/>
          <ac:spMkLst>
            <pc:docMk/>
            <pc:sldMk cId="4070044389" sldId="2147480831"/>
            <ac:spMk id="39" creationId="{F371FA3F-4746-AFBF-247B-21FCC3A9DA6D}"/>
          </ac:spMkLst>
        </pc:spChg>
        <pc:spChg chg="add mod">
          <ac:chgData name="Si Jing Goh" userId="fe228f63-d733-4912-9848-3eb5c05e5c90" providerId="ADAL" clId="{D3CB8232-7DC5-4573-8DB2-EB195F94AE5A}" dt="2025-11-14T15:31:53.589" v="14747" actId="20577"/>
          <ac:spMkLst>
            <pc:docMk/>
            <pc:sldMk cId="4070044389" sldId="2147480831"/>
            <ac:spMk id="40" creationId="{E712A8E7-556B-5059-CA6F-ECC7AAB26141}"/>
          </ac:spMkLst>
        </pc:spChg>
        <pc:spChg chg="add mod">
          <ac:chgData name="Si Jing Goh" userId="fe228f63-d733-4912-9848-3eb5c05e5c90" providerId="ADAL" clId="{D3CB8232-7DC5-4573-8DB2-EB195F94AE5A}" dt="2025-11-14T15:31:46.288" v="14722" actId="20577"/>
          <ac:spMkLst>
            <pc:docMk/>
            <pc:sldMk cId="4070044389" sldId="2147480831"/>
            <ac:spMk id="41" creationId="{A80DD2B1-EE3A-D6AE-8611-8F54B1957820}"/>
          </ac:spMkLst>
        </pc:spChg>
        <pc:spChg chg="add mod">
          <ac:chgData name="Si Jing Goh" userId="fe228f63-d733-4912-9848-3eb5c05e5c90" providerId="ADAL" clId="{D3CB8232-7DC5-4573-8DB2-EB195F94AE5A}" dt="2025-11-14T15:31:58.952" v="14764" actId="20577"/>
          <ac:spMkLst>
            <pc:docMk/>
            <pc:sldMk cId="4070044389" sldId="2147480831"/>
            <ac:spMk id="42" creationId="{65BC31DF-1056-262E-C69B-678A65E5BB87}"/>
          </ac:spMkLst>
        </pc:spChg>
        <pc:spChg chg="add del mod">
          <ac:chgData name="Si Jing Goh" userId="fe228f63-d733-4912-9848-3eb5c05e5c90" providerId="ADAL" clId="{D3CB8232-7DC5-4573-8DB2-EB195F94AE5A}" dt="2025-11-17T04:38:13.827" v="19718" actId="478"/>
          <ac:spMkLst>
            <pc:docMk/>
            <pc:sldMk cId="4070044389" sldId="2147480831"/>
            <ac:spMk id="47" creationId="{AA3A2A5E-6038-20DF-E0FC-55ACFEF604ED}"/>
          </ac:spMkLst>
        </pc:spChg>
        <pc:graphicFrameChg chg="mod modGraphic">
          <ac:chgData name="Si Jing Goh" userId="fe228f63-d733-4912-9848-3eb5c05e5c90" providerId="ADAL" clId="{D3CB8232-7DC5-4573-8DB2-EB195F94AE5A}" dt="2025-11-17T05:05:46.118" v="20288" actId="20577"/>
          <ac:graphicFrameMkLst>
            <pc:docMk/>
            <pc:sldMk cId="4070044389" sldId="2147480831"/>
            <ac:graphicFrameMk id="3" creationId="{0C75A428-85DF-C64D-84BC-79C5F5E2AD98}"/>
          </ac:graphicFrameMkLst>
        </pc:graphicFrameChg>
        <pc:picChg chg="add del mod">
          <ac:chgData name="Si Jing Goh" userId="fe228f63-d733-4912-9848-3eb5c05e5c90" providerId="ADAL" clId="{D3CB8232-7DC5-4573-8DB2-EB195F94AE5A}" dt="2025-11-17T01:08:46.438" v="18868" actId="21"/>
          <ac:picMkLst>
            <pc:docMk/>
            <pc:sldMk cId="4070044389" sldId="2147480831"/>
            <ac:picMk id="5" creationId="{96B6B393-2739-C239-83A3-81477E919D57}"/>
          </ac:picMkLst>
        </pc:picChg>
        <pc:picChg chg="add mod">
          <ac:chgData name="Si Jing Goh" userId="fe228f63-d733-4912-9848-3eb5c05e5c90" providerId="ADAL" clId="{D3CB8232-7DC5-4573-8DB2-EB195F94AE5A}" dt="2025-11-17T04:45:03.840" v="19923"/>
          <ac:picMkLst>
            <pc:docMk/>
            <pc:sldMk cId="4070044389" sldId="2147480831"/>
            <ac:picMk id="7" creationId="{6C05D495-930E-A31E-01E8-CD284090F1E1}"/>
          </ac:picMkLst>
        </pc:picChg>
        <pc:picChg chg="add del mod">
          <ac:chgData name="Si Jing Goh" userId="fe228f63-d733-4912-9848-3eb5c05e5c90" providerId="ADAL" clId="{D3CB8232-7DC5-4573-8DB2-EB195F94AE5A}" dt="2025-11-17T04:43:17.598" v="19852" actId="21"/>
          <ac:picMkLst>
            <pc:docMk/>
            <pc:sldMk cId="4070044389" sldId="2147480831"/>
            <ac:picMk id="9" creationId="{86618EB7-41F6-8D99-4C25-335BCF7462CC}"/>
          </ac:picMkLst>
        </pc:picChg>
        <pc:picChg chg="add del mod">
          <ac:chgData name="Si Jing Goh" userId="fe228f63-d733-4912-9848-3eb5c05e5c90" providerId="ADAL" clId="{D3CB8232-7DC5-4573-8DB2-EB195F94AE5A}" dt="2025-11-17T04:45:03.634" v="19922" actId="478"/>
          <ac:picMkLst>
            <pc:docMk/>
            <pc:sldMk cId="4070044389" sldId="2147480831"/>
            <ac:picMk id="23" creationId="{FA8D7F1E-FD9D-9BD2-3D0E-1A2B78CC5C78}"/>
          </ac:picMkLst>
        </pc:picChg>
        <pc:picChg chg="add mod modCrop">
          <ac:chgData name="Si Jing Goh" userId="fe228f63-d733-4912-9848-3eb5c05e5c90" providerId="ADAL" clId="{D3CB8232-7DC5-4573-8DB2-EB195F94AE5A}" dt="2025-11-17T04:45:06.202" v="19924" actId="1076"/>
          <ac:picMkLst>
            <pc:docMk/>
            <pc:sldMk cId="4070044389" sldId="2147480831"/>
            <ac:picMk id="26" creationId="{7A5F9ABF-E683-51F5-DFBB-9BA2423530C1}"/>
          </ac:picMkLst>
        </pc:picChg>
        <pc:picChg chg="add mod">
          <ac:chgData name="Si Jing Goh" userId="fe228f63-d733-4912-9848-3eb5c05e5c90" providerId="ADAL" clId="{D3CB8232-7DC5-4573-8DB2-EB195F94AE5A}" dt="2025-11-14T15:31:12.116" v="14664" actId="1076"/>
          <ac:picMkLst>
            <pc:docMk/>
            <pc:sldMk cId="4070044389" sldId="2147480831"/>
            <ac:picMk id="29" creationId="{446A1404-5C89-06DA-3760-10866D05BCFD}"/>
          </ac:picMkLst>
        </pc:picChg>
        <pc:picChg chg="add mod">
          <ac:chgData name="Si Jing Goh" userId="fe228f63-d733-4912-9848-3eb5c05e5c90" providerId="ADAL" clId="{D3CB8232-7DC5-4573-8DB2-EB195F94AE5A}" dt="2025-11-14T15:31:12.116" v="14664" actId="1076"/>
          <ac:picMkLst>
            <pc:docMk/>
            <pc:sldMk cId="4070044389" sldId="2147480831"/>
            <ac:picMk id="31" creationId="{85BA5085-6E8A-ADB8-DAD6-8650696CECCD}"/>
          </ac:picMkLst>
        </pc:picChg>
        <pc:picChg chg="add mod">
          <ac:chgData name="Si Jing Goh" userId="fe228f63-d733-4912-9848-3eb5c05e5c90" providerId="ADAL" clId="{D3CB8232-7DC5-4573-8DB2-EB195F94AE5A}" dt="2025-11-14T15:31:12.116" v="14664" actId="1076"/>
          <ac:picMkLst>
            <pc:docMk/>
            <pc:sldMk cId="4070044389" sldId="2147480831"/>
            <ac:picMk id="34" creationId="{4B223F9A-65D6-2ACF-2FF6-A9B0CE640BCF}"/>
          </ac:picMkLst>
        </pc:picChg>
        <pc:picChg chg="add mod modCrop">
          <ac:chgData name="Si Jing Goh" userId="fe228f63-d733-4912-9848-3eb5c05e5c90" providerId="ADAL" clId="{D3CB8232-7DC5-4573-8DB2-EB195F94AE5A}" dt="2025-11-14T15:31:12.116" v="14664" actId="1076"/>
          <ac:picMkLst>
            <pc:docMk/>
            <pc:sldMk cId="4070044389" sldId="2147480831"/>
            <ac:picMk id="38" creationId="{A12389C0-BA63-FA6B-4F90-C39B4066B29F}"/>
          </ac:picMkLst>
        </pc:picChg>
      </pc:sldChg>
      <pc:sldChg chg="addSp delSp modSp add mod ord">
        <pc:chgData name="Si Jing Goh" userId="fe228f63-d733-4912-9848-3eb5c05e5c90" providerId="ADAL" clId="{D3CB8232-7DC5-4573-8DB2-EB195F94AE5A}" dt="2025-11-17T05:03:48.222" v="20274" actId="478"/>
        <pc:sldMkLst>
          <pc:docMk/>
          <pc:sldMk cId="2710427704" sldId="2147480832"/>
        </pc:sldMkLst>
        <pc:spChg chg="add mod">
          <ac:chgData name="Si Jing Goh" userId="fe228f63-d733-4912-9848-3eb5c05e5c90" providerId="ADAL" clId="{D3CB8232-7DC5-4573-8DB2-EB195F94AE5A}" dt="2025-11-17T04:43:07.791" v="19838" actId="20577"/>
          <ac:spMkLst>
            <pc:docMk/>
            <pc:sldMk cId="2710427704" sldId="2147480832"/>
            <ac:spMk id="2" creationId="{5D9F596E-4F47-90A3-BBDB-D9AC1BA58CEC}"/>
          </ac:spMkLst>
        </pc:spChg>
        <pc:spChg chg="del mod">
          <ac:chgData name="Si Jing Goh" userId="fe228f63-d733-4912-9848-3eb5c05e5c90" providerId="ADAL" clId="{D3CB8232-7DC5-4573-8DB2-EB195F94AE5A}" dt="2025-11-17T05:03:48.222" v="20274" actId="478"/>
          <ac:spMkLst>
            <pc:docMk/>
            <pc:sldMk cId="2710427704" sldId="2147480832"/>
            <ac:spMk id="4" creationId="{83E20E0B-94B4-B7B6-17B4-64EF639FCDE9}"/>
          </ac:spMkLst>
        </pc:spChg>
        <pc:spChg chg="del">
          <ac:chgData name="Si Jing Goh" userId="fe228f63-d733-4912-9848-3eb5c05e5c90" providerId="ADAL" clId="{D3CB8232-7DC5-4573-8DB2-EB195F94AE5A}" dt="2025-11-17T05:01:25.567" v="20243" actId="478"/>
          <ac:spMkLst>
            <pc:docMk/>
            <pc:sldMk cId="2710427704" sldId="2147480832"/>
            <ac:spMk id="7" creationId="{464D0A69-F8F1-3A3C-AA34-CB2B40ABC6FD}"/>
          </ac:spMkLst>
        </pc:spChg>
        <pc:spChg chg="del mod">
          <ac:chgData name="Si Jing Goh" userId="fe228f63-d733-4912-9848-3eb5c05e5c90" providerId="ADAL" clId="{D3CB8232-7DC5-4573-8DB2-EB195F94AE5A}" dt="2025-11-17T00:34:46.546" v="18594" actId="478"/>
          <ac:spMkLst>
            <pc:docMk/>
            <pc:sldMk cId="2710427704" sldId="2147480832"/>
            <ac:spMk id="9" creationId="{FEFF19DB-A512-978D-59A9-1C60BF15FB49}"/>
          </ac:spMkLst>
        </pc:spChg>
        <pc:spChg chg="mod">
          <ac:chgData name="Si Jing Goh" userId="fe228f63-d733-4912-9848-3eb5c05e5c90" providerId="ADAL" clId="{D3CB8232-7DC5-4573-8DB2-EB195F94AE5A}" dt="2025-11-14T17:26:23.570" v="17279" actId="13926"/>
          <ac:spMkLst>
            <pc:docMk/>
            <pc:sldMk cId="2710427704" sldId="2147480832"/>
            <ac:spMk id="11" creationId="{3514A1D4-5F07-C373-10DC-04E16710F783}"/>
          </ac:spMkLst>
        </pc:spChg>
        <pc:spChg chg="mod">
          <ac:chgData name="Si Jing Goh" userId="fe228f63-d733-4912-9848-3eb5c05e5c90" providerId="ADAL" clId="{D3CB8232-7DC5-4573-8DB2-EB195F94AE5A}" dt="2025-11-14T15:44:02.679" v="14965" actId="13926"/>
          <ac:spMkLst>
            <pc:docMk/>
            <pc:sldMk cId="2710427704" sldId="2147480832"/>
            <ac:spMk id="15" creationId="{47CED8AC-FCE4-9424-BA01-F89016A40730}"/>
          </ac:spMkLst>
        </pc:spChg>
        <pc:spChg chg="mod">
          <ac:chgData name="Si Jing Goh" userId="fe228f63-d733-4912-9848-3eb5c05e5c90" providerId="ADAL" clId="{D3CB8232-7DC5-4573-8DB2-EB195F94AE5A}" dt="2025-11-17T01:08:39.953" v="18861" actId="20577"/>
          <ac:spMkLst>
            <pc:docMk/>
            <pc:sldMk cId="2710427704" sldId="2147480832"/>
            <ac:spMk id="16" creationId="{A2350B78-2599-56A7-1417-92FB09CB3154}"/>
          </ac:spMkLst>
        </pc:spChg>
        <pc:spChg chg="add del mod">
          <ac:chgData name="Si Jing Goh" userId="fe228f63-d733-4912-9848-3eb5c05e5c90" providerId="ADAL" clId="{D3CB8232-7DC5-4573-8DB2-EB195F94AE5A}" dt="2025-11-17T04:38:11.532" v="19716" actId="478"/>
          <ac:spMkLst>
            <pc:docMk/>
            <pc:sldMk cId="2710427704" sldId="2147480832"/>
            <ac:spMk id="25" creationId="{3764A1D5-47EE-2F9A-0712-EFA61C8D1B3A}"/>
          </ac:spMkLst>
        </pc:spChg>
        <pc:spChg chg="mod">
          <ac:chgData name="Si Jing Goh" userId="fe228f63-d733-4912-9848-3eb5c05e5c90" providerId="ADAL" clId="{D3CB8232-7DC5-4573-8DB2-EB195F94AE5A}" dt="2025-11-17T00:34:45.041" v="18593" actId="20577"/>
          <ac:spMkLst>
            <pc:docMk/>
            <pc:sldMk cId="2710427704" sldId="2147480832"/>
            <ac:spMk id="32" creationId="{50D24845-AC67-D666-296B-9027508A93B0}"/>
          </ac:spMkLst>
        </pc:spChg>
        <pc:spChg chg="mod">
          <ac:chgData name="Si Jing Goh" userId="fe228f63-d733-4912-9848-3eb5c05e5c90" providerId="ADAL" clId="{D3CB8232-7DC5-4573-8DB2-EB195F94AE5A}" dt="2025-11-14T15:44:33.111" v="14985" actId="20577"/>
          <ac:spMkLst>
            <pc:docMk/>
            <pc:sldMk cId="2710427704" sldId="2147480832"/>
            <ac:spMk id="39" creationId="{E35609BC-B6CC-259B-B36A-8C6BBDC74872}"/>
          </ac:spMkLst>
        </pc:spChg>
        <pc:spChg chg="mod">
          <ac:chgData name="Si Jing Goh" userId="fe228f63-d733-4912-9848-3eb5c05e5c90" providerId="ADAL" clId="{D3CB8232-7DC5-4573-8DB2-EB195F94AE5A}" dt="2025-11-14T15:44:59.048" v="15000" actId="1076"/>
          <ac:spMkLst>
            <pc:docMk/>
            <pc:sldMk cId="2710427704" sldId="2147480832"/>
            <ac:spMk id="40" creationId="{2A2B2DAD-3995-DF1B-707D-DE7710D8028B}"/>
          </ac:spMkLst>
        </pc:spChg>
        <pc:grpChg chg="mod">
          <ac:chgData name="Si Jing Goh" userId="fe228f63-d733-4912-9848-3eb5c05e5c90" providerId="ADAL" clId="{D3CB8232-7DC5-4573-8DB2-EB195F94AE5A}" dt="2025-11-14T15:44:10.239" v="14967" actId="12788"/>
          <ac:grpSpMkLst>
            <pc:docMk/>
            <pc:sldMk cId="2710427704" sldId="2147480832"/>
            <ac:grpSpMk id="13" creationId="{27A6D8F8-59E5-0823-FC24-6C342F365CBA}"/>
          </ac:grpSpMkLst>
        </pc:grpChg>
        <pc:graphicFrameChg chg="mod modGraphic">
          <ac:chgData name="Si Jing Goh" userId="fe228f63-d733-4912-9848-3eb5c05e5c90" providerId="ADAL" clId="{D3CB8232-7DC5-4573-8DB2-EB195F94AE5A}" dt="2025-11-17T05:03:45.308" v="20273" actId="108"/>
          <ac:graphicFrameMkLst>
            <pc:docMk/>
            <pc:sldMk cId="2710427704" sldId="2147480832"/>
            <ac:graphicFrameMk id="3" creationId="{C7F8E137-8CB0-D367-7F7C-D2CE2E9744D3}"/>
          </ac:graphicFrameMkLst>
        </pc:graphicFrameChg>
        <pc:picChg chg="add del mod">
          <ac:chgData name="Si Jing Goh" userId="fe228f63-d733-4912-9848-3eb5c05e5c90" providerId="ADAL" clId="{D3CB8232-7DC5-4573-8DB2-EB195F94AE5A}" dt="2025-11-17T01:08:41.715" v="18862" actId="21"/>
          <ac:picMkLst>
            <pc:docMk/>
            <pc:sldMk cId="2710427704" sldId="2147480832"/>
            <ac:picMk id="2" creationId="{96B6B393-2739-C239-83A3-81477E919D57}"/>
          </ac:picMkLst>
        </pc:picChg>
        <pc:picChg chg="add mod modCrop">
          <ac:chgData name="Si Jing Goh" userId="fe228f63-d733-4912-9848-3eb5c05e5c90" providerId="ADAL" clId="{D3CB8232-7DC5-4573-8DB2-EB195F94AE5A}" dt="2025-11-17T04:45:01.170" v="19921" actId="1076"/>
          <ac:picMkLst>
            <pc:docMk/>
            <pc:sldMk cId="2710427704" sldId="2147480832"/>
            <ac:picMk id="5" creationId="{77146D19-AF50-118A-931B-BCC4844330EA}"/>
          </ac:picMkLst>
        </pc:picChg>
        <pc:picChg chg="add del mod">
          <ac:chgData name="Si Jing Goh" userId="fe228f63-d733-4912-9848-3eb5c05e5c90" providerId="ADAL" clId="{D3CB8232-7DC5-4573-8DB2-EB195F94AE5A}" dt="2025-11-17T04:43:09.142" v="19839" actId="21"/>
          <ac:picMkLst>
            <pc:docMk/>
            <pc:sldMk cId="2710427704" sldId="2147480832"/>
            <ac:picMk id="9" creationId="{86618EB7-41F6-8D99-4C25-335BCF7462CC}"/>
          </ac:picMkLst>
        </pc:picChg>
        <pc:picChg chg="add del mod">
          <ac:chgData name="Si Jing Goh" userId="fe228f63-d733-4912-9848-3eb5c05e5c90" providerId="ADAL" clId="{D3CB8232-7DC5-4573-8DB2-EB195F94AE5A}" dt="2025-11-17T04:44:59.498" v="19919" actId="478"/>
          <ac:picMkLst>
            <pc:docMk/>
            <pc:sldMk cId="2710427704" sldId="2147480832"/>
            <ac:picMk id="10" creationId="{7333FC65-9DD3-46BA-989F-C6FBEB8FD183}"/>
          </ac:picMkLst>
        </pc:picChg>
        <pc:picChg chg="add mod modCrop">
          <ac:chgData name="Si Jing Goh" userId="fe228f63-d733-4912-9848-3eb5c05e5c90" providerId="ADAL" clId="{D3CB8232-7DC5-4573-8DB2-EB195F94AE5A}" dt="2025-11-14T15:42:53.841" v="14921" actId="14100"/>
          <ac:picMkLst>
            <pc:docMk/>
            <pc:sldMk cId="2710427704" sldId="2147480832"/>
            <ac:picMk id="14" creationId="{1CDF1B57-70F2-AF8F-8424-D944F04CF177}"/>
          </ac:picMkLst>
        </pc:picChg>
        <pc:picChg chg="add mod modCrop">
          <ac:chgData name="Si Jing Goh" userId="fe228f63-d733-4912-9848-3eb5c05e5c90" providerId="ADAL" clId="{D3CB8232-7DC5-4573-8DB2-EB195F94AE5A}" dt="2025-11-14T15:42:50.567" v="14920" actId="408"/>
          <ac:picMkLst>
            <pc:docMk/>
            <pc:sldMk cId="2710427704" sldId="2147480832"/>
            <ac:picMk id="17" creationId="{65F0CDC7-637D-F6CB-FA67-AF2BAD8B0E4C}"/>
          </ac:picMkLst>
        </pc:picChg>
        <pc:picChg chg="add mod modCrop">
          <ac:chgData name="Si Jing Goh" userId="fe228f63-d733-4912-9848-3eb5c05e5c90" providerId="ADAL" clId="{D3CB8232-7DC5-4573-8DB2-EB195F94AE5A}" dt="2025-11-14T15:42:49.933" v="14919" actId="12789"/>
          <ac:picMkLst>
            <pc:docMk/>
            <pc:sldMk cId="2710427704" sldId="2147480832"/>
            <ac:picMk id="18" creationId="{0915EF1A-8331-9039-5F5C-94342011C444}"/>
          </ac:picMkLst>
        </pc:picChg>
        <pc:picChg chg="add mod modCrop">
          <ac:chgData name="Si Jing Goh" userId="fe228f63-d733-4912-9848-3eb5c05e5c90" providerId="ADAL" clId="{D3CB8232-7DC5-4573-8DB2-EB195F94AE5A}" dt="2025-11-14T15:44:59.048" v="15000" actId="1076"/>
          <ac:picMkLst>
            <pc:docMk/>
            <pc:sldMk cId="2710427704" sldId="2147480832"/>
            <ac:picMk id="19" creationId="{468A4DDA-B6DA-27EF-CD78-D5968C093543}"/>
          </ac:picMkLst>
        </pc:picChg>
        <pc:picChg chg="add mod modCrop">
          <ac:chgData name="Si Jing Goh" userId="fe228f63-d733-4912-9848-3eb5c05e5c90" providerId="ADAL" clId="{D3CB8232-7DC5-4573-8DB2-EB195F94AE5A}" dt="2025-11-14T15:44:59.048" v="15000" actId="1076"/>
          <ac:picMkLst>
            <pc:docMk/>
            <pc:sldMk cId="2710427704" sldId="2147480832"/>
            <ac:picMk id="20" creationId="{E536D271-DC08-1908-1846-D3E24ED6CAD4}"/>
          </ac:picMkLst>
        </pc:picChg>
        <pc:picChg chg="add mod modCrop">
          <ac:chgData name="Si Jing Goh" userId="fe228f63-d733-4912-9848-3eb5c05e5c90" providerId="ADAL" clId="{D3CB8232-7DC5-4573-8DB2-EB195F94AE5A}" dt="2025-11-14T15:44:59.048" v="15000" actId="1076"/>
          <ac:picMkLst>
            <pc:docMk/>
            <pc:sldMk cId="2710427704" sldId="2147480832"/>
            <ac:picMk id="22" creationId="{723A67E1-4E01-2B96-D97F-5BFE73658AAA}"/>
          </ac:picMkLst>
        </pc:picChg>
        <pc:picChg chg="del">
          <ac:chgData name="Si Jing Goh" userId="fe228f63-d733-4912-9848-3eb5c05e5c90" providerId="ADAL" clId="{D3CB8232-7DC5-4573-8DB2-EB195F94AE5A}" dt="2025-11-17T04:43:44.980" v="19890" actId="478"/>
          <ac:picMkLst>
            <pc:docMk/>
            <pc:sldMk cId="2710427704" sldId="2147480832"/>
            <ac:picMk id="23" creationId="{74C8B2CC-AC08-6356-48D6-3A5749F2BA61}"/>
          </ac:picMkLst>
        </pc:picChg>
        <pc:picChg chg="add mod">
          <ac:chgData name="Si Jing Goh" userId="fe228f63-d733-4912-9848-3eb5c05e5c90" providerId="ADAL" clId="{D3CB8232-7DC5-4573-8DB2-EB195F94AE5A}" dt="2025-11-17T04:44:59.655" v="19920"/>
          <ac:picMkLst>
            <pc:docMk/>
            <pc:sldMk cId="2710427704" sldId="2147480832"/>
            <ac:picMk id="24" creationId="{824CE7BC-A54F-8892-A29C-BC8EEF697475}"/>
          </ac:picMkLst>
        </pc:picChg>
      </pc:sldChg>
      <pc:sldChg chg="addSp delSp modSp add mod ord">
        <pc:chgData name="Si Jing Goh" userId="fe228f63-d733-4912-9848-3eb5c05e5c90" providerId="ADAL" clId="{D3CB8232-7DC5-4573-8DB2-EB195F94AE5A}" dt="2025-11-17T05:01:06.432" v="20242" actId="14100"/>
        <pc:sldMkLst>
          <pc:docMk/>
          <pc:sldMk cId="732864347" sldId="2147480833"/>
        </pc:sldMkLst>
        <pc:spChg chg="del mod">
          <ac:chgData name="Si Jing Goh" userId="fe228f63-d733-4912-9848-3eb5c05e5c90" providerId="ADAL" clId="{D3CB8232-7DC5-4573-8DB2-EB195F94AE5A}" dt="2025-11-17T05:01:04.470" v="20241" actId="478"/>
          <ac:spMkLst>
            <pc:docMk/>
            <pc:sldMk cId="732864347" sldId="2147480833"/>
            <ac:spMk id="5" creationId="{694160B1-8A28-CA40-727C-A5CC2A864AA0}"/>
          </ac:spMkLst>
        </pc:spChg>
        <pc:spChg chg="mod">
          <ac:chgData name="Si Jing Goh" userId="fe228f63-d733-4912-9848-3eb5c05e5c90" providerId="ADAL" clId="{D3CB8232-7DC5-4573-8DB2-EB195F94AE5A}" dt="2025-11-14T17:31:24.178" v="17394" actId="13926"/>
          <ac:spMkLst>
            <pc:docMk/>
            <pc:sldMk cId="732864347" sldId="2147480833"/>
            <ac:spMk id="11" creationId="{674F53A0-E13D-F5F7-A728-0A05C3D4CC56}"/>
          </ac:spMkLst>
        </pc:spChg>
        <pc:spChg chg="del mod">
          <ac:chgData name="Si Jing Goh" userId="fe228f63-d733-4912-9848-3eb5c05e5c90" providerId="ADAL" clId="{D3CB8232-7DC5-4573-8DB2-EB195F94AE5A}" dt="2025-11-17T05:01:04.470" v="20241" actId="478"/>
          <ac:spMkLst>
            <pc:docMk/>
            <pc:sldMk cId="732864347" sldId="2147480833"/>
            <ac:spMk id="14" creationId="{83C1B663-2ACD-ABCE-3486-351BF5A85E17}"/>
          </ac:spMkLst>
        </pc:spChg>
        <pc:spChg chg="mod">
          <ac:chgData name="Si Jing Goh" userId="fe228f63-d733-4912-9848-3eb5c05e5c90" providerId="ADAL" clId="{D3CB8232-7DC5-4573-8DB2-EB195F94AE5A}" dt="2025-11-14T17:28:09.525" v="17300" actId="13926"/>
          <ac:spMkLst>
            <pc:docMk/>
            <pc:sldMk cId="732864347" sldId="2147480833"/>
            <ac:spMk id="15" creationId="{9A8D3C42-51AD-FB41-6A0D-D3F9F9EED80C}"/>
          </ac:spMkLst>
        </pc:spChg>
        <pc:spChg chg="mod">
          <ac:chgData name="Si Jing Goh" userId="fe228f63-d733-4912-9848-3eb5c05e5c90" providerId="ADAL" clId="{D3CB8232-7DC5-4573-8DB2-EB195F94AE5A}" dt="2025-11-17T01:08:34.626" v="18857" actId="20577"/>
          <ac:spMkLst>
            <pc:docMk/>
            <pc:sldMk cId="732864347" sldId="2147480833"/>
            <ac:spMk id="16" creationId="{119314B1-A512-0A22-E16E-082608D02390}"/>
          </ac:spMkLst>
        </pc:spChg>
        <pc:spChg chg="del mod">
          <ac:chgData name="Si Jing Goh" userId="fe228f63-d733-4912-9848-3eb5c05e5c90" providerId="ADAL" clId="{D3CB8232-7DC5-4573-8DB2-EB195F94AE5A}" dt="2025-11-17T00:34:59.030" v="18603" actId="478"/>
          <ac:spMkLst>
            <pc:docMk/>
            <pc:sldMk cId="732864347" sldId="2147480833"/>
            <ac:spMk id="17" creationId="{C7C0D56F-5188-FC07-A7FC-4D25C177B185}"/>
          </ac:spMkLst>
        </pc:spChg>
        <pc:spChg chg="add mod">
          <ac:chgData name="Si Jing Goh" userId="fe228f63-d733-4912-9848-3eb5c05e5c90" providerId="ADAL" clId="{D3CB8232-7DC5-4573-8DB2-EB195F94AE5A}" dt="2025-11-17T04:42:52.727" v="19824" actId="20577"/>
          <ac:spMkLst>
            <pc:docMk/>
            <pc:sldMk cId="732864347" sldId="2147480833"/>
            <ac:spMk id="17" creationId="{E84AFA3F-8ED9-54EA-0756-A26ECA3CB837}"/>
          </ac:spMkLst>
        </pc:spChg>
        <pc:spChg chg="add mod">
          <ac:chgData name="Si Jing Goh" userId="fe228f63-d733-4912-9848-3eb5c05e5c90" providerId="ADAL" clId="{D3CB8232-7DC5-4573-8DB2-EB195F94AE5A}" dt="2025-11-17T00:34:54.254" v="18597" actId="20577"/>
          <ac:spMkLst>
            <pc:docMk/>
            <pc:sldMk cId="732864347" sldId="2147480833"/>
            <ac:spMk id="27" creationId="{996A4A1C-227A-9F79-07A8-650DDD5F81C8}"/>
          </ac:spMkLst>
        </pc:spChg>
        <pc:spChg chg="add del mod">
          <ac:chgData name="Si Jing Goh" userId="fe228f63-d733-4912-9848-3eb5c05e5c90" providerId="ADAL" clId="{D3CB8232-7DC5-4573-8DB2-EB195F94AE5A}" dt="2025-11-17T04:38:07.803" v="19714" actId="478"/>
          <ac:spMkLst>
            <pc:docMk/>
            <pc:sldMk cId="732864347" sldId="2147480833"/>
            <ac:spMk id="28" creationId="{0749DF19-038F-692F-07DD-DCA7F460E4CD}"/>
          </ac:spMkLst>
        </pc:spChg>
        <pc:spChg chg="mod">
          <ac:chgData name="Si Jing Goh" userId="fe228f63-d733-4912-9848-3eb5c05e5c90" providerId="ADAL" clId="{D3CB8232-7DC5-4573-8DB2-EB195F94AE5A}" dt="2025-11-14T15:52:40.700" v="15394" actId="1076"/>
          <ac:spMkLst>
            <pc:docMk/>
            <pc:sldMk cId="732864347" sldId="2147480833"/>
            <ac:spMk id="39" creationId="{B8DC8B99-B0B1-0901-1E16-2DC66BBAB6B4}"/>
          </ac:spMkLst>
        </pc:spChg>
        <pc:spChg chg="mod">
          <ac:chgData name="Si Jing Goh" userId="fe228f63-d733-4912-9848-3eb5c05e5c90" providerId="ADAL" clId="{D3CB8232-7DC5-4573-8DB2-EB195F94AE5A}" dt="2025-11-14T15:52:25.414" v="15360" actId="1076"/>
          <ac:spMkLst>
            <pc:docMk/>
            <pc:sldMk cId="732864347" sldId="2147480833"/>
            <ac:spMk id="40" creationId="{7B70B0C5-5705-AEA8-8740-F69FBD82A588}"/>
          </ac:spMkLst>
        </pc:spChg>
        <pc:graphicFrameChg chg="mod modGraphic">
          <ac:chgData name="Si Jing Goh" userId="fe228f63-d733-4912-9848-3eb5c05e5c90" providerId="ADAL" clId="{D3CB8232-7DC5-4573-8DB2-EB195F94AE5A}" dt="2025-11-17T05:01:02.293" v="20240" actId="14100"/>
          <ac:graphicFrameMkLst>
            <pc:docMk/>
            <pc:sldMk cId="732864347" sldId="2147480833"/>
            <ac:graphicFrameMk id="3" creationId="{9C9226FE-B547-D9AF-941E-699CFC698F34}"/>
          </ac:graphicFrameMkLst>
        </pc:graphicFrameChg>
        <pc:graphicFrameChg chg="mod">
          <ac:chgData name="Si Jing Goh" userId="fe228f63-d733-4912-9848-3eb5c05e5c90" providerId="ADAL" clId="{D3CB8232-7DC5-4573-8DB2-EB195F94AE5A}" dt="2025-11-17T05:01:06.432" v="20242" actId="14100"/>
          <ac:graphicFrameMkLst>
            <pc:docMk/>
            <pc:sldMk cId="732864347" sldId="2147480833"/>
            <ac:graphicFrameMk id="24" creationId="{32DD31E6-F885-BBD1-A1E8-0B1F15566285}"/>
          </ac:graphicFrameMkLst>
        </pc:graphicFrameChg>
        <pc:picChg chg="add mod">
          <ac:chgData name="Si Jing Goh" userId="fe228f63-d733-4912-9848-3eb5c05e5c90" providerId="ADAL" clId="{D3CB8232-7DC5-4573-8DB2-EB195F94AE5A}" dt="2025-11-14T15:52:40.700" v="15394" actId="1076"/>
          <ac:picMkLst>
            <pc:docMk/>
            <pc:sldMk cId="732864347" sldId="2147480833"/>
            <ac:picMk id="2" creationId="{C2B7108C-4D4A-3E8E-ED68-266FE9D27275}"/>
          </ac:picMkLst>
        </pc:picChg>
        <pc:picChg chg="add mod">
          <ac:chgData name="Si Jing Goh" userId="fe228f63-d733-4912-9848-3eb5c05e5c90" providerId="ADAL" clId="{D3CB8232-7DC5-4573-8DB2-EB195F94AE5A}" dt="2025-11-14T15:52:40.700" v="15394" actId="1076"/>
          <ac:picMkLst>
            <pc:docMk/>
            <pc:sldMk cId="732864347" sldId="2147480833"/>
            <ac:picMk id="4" creationId="{8369920E-5AF9-BA0D-6F36-E81CCC1C05EE}"/>
          </ac:picMkLst>
        </pc:picChg>
        <pc:picChg chg="add mod">
          <ac:chgData name="Si Jing Goh" userId="fe228f63-d733-4912-9848-3eb5c05e5c90" providerId="ADAL" clId="{D3CB8232-7DC5-4573-8DB2-EB195F94AE5A}" dt="2025-11-14T15:52:40.700" v="15394" actId="1076"/>
          <ac:picMkLst>
            <pc:docMk/>
            <pc:sldMk cId="732864347" sldId="2147480833"/>
            <ac:picMk id="7" creationId="{DA449A28-999B-52DC-7260-72F33D4A3BE1}"/>
          </ac:picMkLst>
        </pc:picChg>
        <pc:picChg chg="add mod">
          <ac:chgData name="Si Jing Goh" userId="fe228f63-d733-4912-9848-3eb5c05e5c90" providerId="ADAL" clId="{D3CB8232-7DC5-4573-8DB2-EB195F94AE5A}" dt="2025-11-14T15:52:03.049" v="15294" actId="552"/>
          <ac:picMkLst>
            <pc:docMk/>
            <pc:sldMk cId="732864347" sldId="2147480833"/>
            <ac:picMk id="9" creationId="{A31E86C5-7050-4859-EBE9-1DDD3B8D8088}"/>
          </ac:picMkLst>
        </pc:picChg>
        <pc:picChg chg="add mod">
          <ac:chgData name="Si Jing Goh" userId="fe228f63-d733-4912-9848-3eb5c05e5c90" providerId="ADAL" clId="{D3CB8232-7DC5-4573-8DB2-EB195F94AE5A}" dt="2025-11-14T15:51:56.277" v="15290" actId="408"/>
          <ac:picMkLst>
            <pc:docMk/>
            <pc:sldMk cId="732864347" sldId="2147480833"/>
            <ac:picMk id="10" creationId="{F2D90309-092F-31E2-458A-C168981CBE4A}"/>
          </ac:picMkLst>
        </pc:picChg>
        <pc:picChg chg="add del mod">
          <ac:chgData name="Si Jing Goh" userId="fe228f63-d733-4912-9848-3eb5c05e5c90" providerId="ADAL" clId="{D3CB8232-7DC5-4573-8DB2-EB195F94AE5A}" dt="2025-11-17T04:42:58.813" v="19826" actId="21"/>
          <ac:picMkLst>
            <pc:docMk/>
            <pc:sldMk cId="732864347" sldId="2147480833"/>
            <ac:picMk id="18" creationId="{86618EB7-41F6-8D99-4C25-335BCF7462CC}"/>
          </ac:picMkLst>
        </pc:picChg>
        <pc:picChg chg="add del mod">
          <ac:chgData name="Si Jing Goh" userId="fe228f63-d733-4912-9848-3eb5c05e5c90" providerId="ADAL" clId="{D3CB8232-7DC5-4573-8DB2-EB195F94AE5A}" dt="2025-11-17T01:08:36.054" v="18858" actId="21"/>
          <ac:picMkLst>
            <pc:docMk/>
            <pc:sldMk cId="732864347" sldId="2147480833"/>
            <ac:picMk id="18" creationId="{96B6B393-2739-C239-83A3-81477E919D57}"/>
          </ac:picMkLst>
        </pc:picChg>
        <pc:picChg chg="add mod">
          <ac:chgData name="Si Jing Goh" userId="fe228f63-d733-4912-9848-3eb5c05e5c90" providerId="ADAL" clId="{D3CB8232-7DC5-4573-8DB2-EB195F94AE5A}" dt="2025-11-17T04:44:52.662" v="19915" actId="1076"/>
          <ac:picMkLst>
            <pc:docMk/>
            <pc:sldMk cId="732864347" sldId="2147480833"/>
            <ac:picMk id="19" creationId="{06D42723-3EC1-9411-9941-13E0BBF7FA09}"/>
          </ac:picMkLst>
        </pc:picChg>
        <pc:picChg chg="del">
          <ac:chgData name="Si Jing Goh" userId="fe228f63-d733-4912-9848-3eb5c05e5c90" providerId="ADAL" clId="{D3CB8232-7DC5-4573-8DB2-EB195F94AE5A}" dt="2025-11-17T04:43:47.627" v="19892" actId="478"/>
          <ac:picMkLst>
            <pc:docMk/>
            <pc:sldMk cId="732864347" sldId="2147480833"/>
            <ac:picMk id="23" creationId="{03230A66-2581-1EFB-01A3-F16172CD1F6A}"/>
          </ac:picMkLst>
        </pc:picChg>
        <pc:picChg chg="add mod">
          <ac:chgData name="Si Jing Goh" userId="fe228f63-d733-4912-9848-3eb5c05e5c90" providerId="ADAL" clId="{D3CB8232-7DC5-4573-8DB2-EB195F94AE5A}" dt="2025-11-14T15:52:00.912" v="15292" actId="553"/>
          <ac:picMkLst>
            <pc:docMk/>
            <pc:sldMk cId="732864347" sldId="2147480833"/>
            <ac:picMk id="25" creationId="{ADD82E2B-EBA8-1918-A849-5B56E6F04D63}"/>
          </ac:picMkLst>
        </pc:picChg>
        <pc:picChg chg="add mod">
          <ac:chgData name="Si Jing Goh" userId="fe228f63-d733-4912-9848-3eb5c05e5c90" providerId="ADAL" clId="{D3CB8232-7DC5-4573-8DB2-EB195F94AE5A}" dt="2025-11-17T04:44:57.123" v="19918" actId="1076"/>
          <ac:picMkLst>
            <pc:docMk/>
            <pc:sldMk cId="732864347" sldId="2147480833"/>
            <ac:picMk id="26" creationId="{6DB7568E-EDA2-51F1-E9F6-FBBCBCD58A30}"/>
          </ac:picMkLst>
        </pc:picChg>
      </pc:sldChg>
      <pc:sldChg chg="addSp delSp modSp add mod ord">
        <pc:chgData name="Si Jing Goh" userId="fe228f63-d733-4912-9848-3eb5c05e5c90" providerId="ADAL" clId="{D3CB8232-7DC5-4573-8DB2-EB195F94AE5A}" dt="2025-11-17T05:07:41.849" v="20292" actId="478"/>
        <pc:sldMkLst>
          <pc:docMk/>
          <pc:sldMk cId="682247798" sldId="2147480834"/>
        </pc:sldMkLst>
        <pc:spChg chg="add mod">
          <ac:chgData name="Si Jing Goh" userId="fe228f63-d733-4912-9848-3eb5c05e5c90" providerId="ADAL" clId="{D3CB8232-7DC5-4573-8DB2-EB195F94AE5A}" dt="2025-11-17T04:43:23.974" v="19868" actId="20577"/>
          <ac:spMkLst>
            <pc:docMk/>
            <pc:sldMk cId="682247798" sldId="2147480834"/>
            <ac:spMk id="2" creationId="{1262AA2F-BD8C-43C1-9B2F-E2D71C56D744}"/>
          </ac:spMkLst>
        </pc:spChg>
        <pc:spChg chg="del mod">
          <ac:chgData name="Si Jing Goh" userId="fe228f63-d733-4912-9848-3eb5c05e5c90" providerId="ADAL" clId="{D3CB8232-7DC5-4573-8DB2-EB195F94AE5A}" dt="2025-11-17T05:07:41.849" v="20292" actId="478"/>
          <ac:spMkLst>
            <pc:docMk/>
            <pc:sldMk cId="682247798" sldId="2147480834"/>
            <ac:spMk id="9" creationId="{2B9C076D-124C-EFBA-91FD-D3D2DB300D48}"/>
          </ac:spMkLst>
        </pc:spChg>
        <pc:spChg chg="mod">
          <ac:chgData name="Si Jing Goh" userId="fe228f63-d733-4912-9848-3eb5c05e5c90" providerId="ADAL" clId="{D3CB8232-7DC5-4573-8DB2-EB195F94AE5A}" dt="2025-11-14T17:37:09.132" v="17522" actId="13926"/>
          <ac:spMkLst>
            <pc:docMk/>
            <pc:sldMk cId="682247798" sldId="2147480834"/>
            <ac:spMk id="11" creationId="{577D661D-AD72-8DBE-13DA-F985F7057FE4}"/>
          </ac:spMkLst>
        </pc:spChg>
        <pc:spChg chg="mod">
          <ac:chgData name="Si Jing Goh" userId="fe228f63-d733-4912-9848-3eb5c05e5c90" providerId="ADAL" clId="{D3CB8232-7DC5-4573-8DB2-EB195F94AE5A}" dt="2025-11-17T05:07:40.241" v="20291" actId="20577"/>
          <ac:spMkLst>
            <pc:docMk/>
            <pc:sldMk cId="682247798" sldId="2147480834"/>
            <ac:spMk id="15" creationId="{D203C868-052F-FC75-8FAC-4890F0D11070}"/>
          </ac:spMkLst>
        </pc:spChg>
        <pc:spChg chg="mod">
          <ac:chgData name="Si Jing Goh" userId="fe228f63-d733-4912-9848-3eb5c05e5c90" providerId="ADAL" clId="{D3CB8232-7DC5-4573-8DB2-EB195F94AE5A}" dt="2025-11-17T01:08:57.850" v="18879" actId="20577"/>
          <ac:spMkLst>
            <pc:docMk/>
            <pc:sldMk cId="682247798" sldId="2147480834"/>
            <ac:spMk id="16" creationId="{96EF3497-9F3A-1311-4E9C-A37CDE4FECDE}"/>
          </ac:spMkLst>
        </pc:spChg>
        <pc:spChg chg="add mod">
          <ac:chgData name="Si Jing Goh" userId="fe228f63-d733-4912-9848-3eb5c05e5c90" providerId="ADAL" clId="{D3CB8232-7DC5-4573-8DB2-EB195F94AE5A}" dt="2025-11-14T17:33:45.647" v="17422" actId="1076"/>
          <ac:spMkLst>
            <pc:docMk/>
            <pc:sldMk cId="682247798" sldId="2147480834"/>
            <ac:spMk id="17" creationId="{F8C6B485-76E8-75F3-74D8-B81640DAEB17}"/>
          </ac:spMkLst>
        </pc:spChg>
        <pc:spChg chg="mod">
          <ac:chgData name="Si Jing Goh" userId="fe228f63-d733-4912-9848-3eb5c05e5c90" providerId="ADAL" clId="{D3CB8232-7DC5-4573-8DB2-EB195F94AE5A}" dt="2025-11-14T17:34:25.521" v="17426" actId="13926"/>
          <ac:spMkLst>
            <pc:docMk/>
            <pc:sldMk cId="682247798" sldId="2147480834"/>
            <ac:spMk id="20" creationId="{3B25DC83-FF32-3E09-C598-DA4F1F186909}"/>
          </ac:spMkLst>
        </pc:spChg>
        <pc:spChg chg="add mod">
          <ac:chgData name="Si Jing Goh" userId="fe228f63-d733-4912-9848-3eb5c05e5c90" providerId="ADAL" clId="{D3CB8232-7DC5-4573-8DB2-EB195F94AE5A}" dt="2025-11-14T17:33:48.803" v="17424" actId="1076"/>
          <ac:spMkLst>
            <pc:docMk/>
            <pc:sldMk cId="682247798" sldId="2147480834"/>
            <ac:spMk id="28" creationId="{CAD7ABBA-7168-E491-0E9C-3EF24EEF4886}"/>
          </ac:spMkLst>
        </pc:spChg>
        <pc:spChg chg="add del mod">
          <ac:chgData name="Si Jing Goh" userId="fe228f63-d733-4912-9848-3eb5c05e5c90" providerId="ADAL" clId="{D3CB8232-7DC5-4573-8DB2-EB195F94AE5A}" dt="2025-11-17T04:38:16.680" v="19720" actId="478"/>
          <ac:spMkLst>
            <pc:docMk/>
            <pc:sldMk cId="682247798" sldId="2147480834"/>
            <ac:spMk id="29" creationId="{0AD19D50-E998-98B2-989E-BA10295D9432}"/>
          </ac:spMkLst>
        </pc:spChg>
        <pc:spChg chg="mod">
          <ac:chgData name="Si Jing Goh" userId="fe228f63-d733-4912-9848-3eb5c05e5c90" providerId="ADAL" clId="{D3CB8232-7DC5-4573-8DB2-EB195F94AE5A}" dt="2025-11-14T17:36:20.416" v="17438" actId="13926"/>
          <ac:spMkLst>
            <pc:docMk/>
            <pc:sldMk cId="682247798" sldId="2147480834"/>
            <ac:spMk id="32" creationId="{4894EA14-6173-0538-AA22-87CAEFD30968}"/>
          </ac:spMkLst>
        </pc:spChg>
        <pc:grpChg chg="add mod">
          <ac:chgData name="Si Jing Goh" userId="fe228f63-d733-4912-9848-3eb5c05e5c90" providerId="ADAL" clId="{D3CB8232-7DC5-4573-8DB2-EB195F94AE5A}" dt="2025-11-14T16:07:27.762" v="16122" actId="207"/>
          <ac:grpSpMkLst>
            <pc:docMk/>
            <pc:sldMk cId="682247798" sldId="2147480834"/>
            <ac:grpSpMk id="19" creationId="{6625C673-BD83-F434-274E-245AA2AE2073}"/>
          </ac:grpSpMkLst>
        </pc:grpChg>
        <pc:graphicFrameChg chg="mod modGraphic">
          <ac:chgData name="Si Jing Goh" userId="fe228f63-d733-4912-9848-3eb5c05e5c90" providerId="ADAL" clId="{D3CB8232-7DC5-4573-8DB2-EB195F94AE5A}" dt="2025-11-14T17:37:07.254" v="17521" actId="14100"/>
          <ac:graphicFrameMkLst>
            <pc:docMk/>
            <pc:sldMk cId="682247798" sldId="2147480834"/>
            <ac:graphicFrameMk id="3" creationId="{828899E1-7CB7-23E3-E2DA-3FD49380790E}"/>
          </ac:graphicFrameMkLst>
        </pc:graphicFrameChg>
        <pc:graphicFrameChg chg="add mod">
          <ac:chgData name="Si Jing Goh" userId="fe228f63-d733-4912-9848-3eb5c05e5c90" providerId="ADAL" clId="{D3CB8232-7DC5-4573-8DB2-EB195F94AE5A}" dt="2025-11-14T17:33:50.907" v="17425"/>
          <ac:graphicFrameMkLst>
            <pc:docMk/>
            <pc:sldMk cId="682247798" sldId="2147480834"/>
            <ac:graphicFrameMk id="18" creationId="{730716BC-3194-06D3-1CF7-ADAA4BDC2B5B}"/>
          </ac:graphicFrameMkLst>
        </pc:graphicFrameChg>
        <pc:picChg chg="add del mod">
          <ac:chgData name="Si Jing Goh" userId="fe228f63-d733-4912-9848-3eb5c05e5c90" providerId="ADAL" clId="{D3CB8232-7DC5-4573-8DB2-EB195F94AE5A}" dt="2025-11-17T01:09:01.109" v="18882" actId="21"/>
          <ac:picMkLst>
            <pc:docMk/>
            <pc:sldMk cId="682247798" sldId="2147480834"/>
            <ac:picMk id="2" creationId="{96B6B393-2739-C239-83A3-81477E919D57}"/>
          </ac:picMkLst>
        </pc:picChg>
        <pc:picChg chg="add del mod">
          <ac:chgData name="Si Jing Goh" userId="fe228f63-d733-4912-9848-3eb5c05e5c90" providerId="ADAL" clId="{D3CB8232-7DC5-4573-8DB2-EB195F94AE5A}" dt="2025-11-17T04:43:25.298" v="19869" actId="21"/>
          <ac:picMkLst>
            <pc:docMk/>
            <pc:sldMk cId="682247798" sldId="2147480834"/>
            <ac:picMk id="4" creationId="{86618EB7-41F6-8D99-4C25-335BCF7462CC}"/>
          </ac:picMkLst>
        </pc:picChg>
        <pc:picChg chg="add mod">
          <ac:chgData name="Si Jing Goh" userId="fe228f63-d733-4912-9848-3eb5c05e5c90" providerId="ADAL" clId="{D3CB8232-7DC5-4573-8DB2-EB195F94AE5A}" dt="2025-11-14T15:57:55.642" v="15438"/>
          <ac:picMkLst>
            <pc:docMk/>
            <pc:sldMk cId="682247798" sldId="2147480834"/>
            <ac:picMk id="5" creationId="{3CC46A09-B296-1D40-6356-67EE0E3783D0}"/>
          </ac:picMkLst>
        </pc:picChg>
        <pc:picChg chg="add mod">
          <ac:chgData name="Si Jing Goh" userId="fe228f63-d733-4912-9848-3eb5c05e5c90" providerId="ADAL" clId="{D3CB8232-7DC5-4573-8DB2-EB195F94AE5A}" dt="2025-11-14T16:07:49.016" v="16128" actId="1076"/>
          <ac:picMkLst>
            <pc:docMk/>
            <pc:sldMk cId="682247798" sldId="2147480834"/>
            <ac:picMk id="27" creationId="{E0B607E4-3B08-BACD-0D8E-515AE665A3FB}"/>
          </ac:picMkLst>
        </pc:picChg>
        <pc:cxnChg chg="mod">
          <ac:chgData name="Si Jing Goh" userId="fe228f63-d733-4912-9848-3eb5c05e5c90" providerId="ADAL" clId="{D3CB8232-7DC5-4573-8DB2-EB195F94AE5A}" dt="2025-11-14T16:07:27.762" v="16122" actId="207"/>
          <ac:cxnSpMkLst>
            <pc:docMk/>
            <pc:sldMk cId="682247798" sldId="2147480834"/>
            <ac:cxnSpMk id="22" creationId="{400DCD3D-20E9-2482-A309-87DE99EEB696}"/>
          </ac:cxnSpMkLst>
        </pc:cxnChg>
      </pc:sldChg>
      <pc:sldChg chg="addSp delSp modSp add mod ord">
        <pc:chgData name="Si Jing Goh" userId="fe228f63-d733-4912-9848-3eb5c05e5c90" providerId="ADAL" clId="{D3CB8232-7DC5-4573-8DB2-EB195F94AE5A}" dt="2025-11-17T05:10:17.947" v="20310" actId="478"/>
        <pc:sldMkLst>
          <pc:docMk/>
          <pc:sldMk cId="793356671" sldId="2147480835"/>
        </pc:sldMkLst>
        <pc:spChg chg="add mod">
          <ac:chgData name="Si Jing Goh" userId="fe228f63-d733-4912-9848-3eb5c05e5c90" providerId="ADAL" clId="{D3CB8232-7DC5-4573-8DB2-EB195F94AE5A}" dt="2025-11-14T17:38:30.793" v="17592" actId="20577"/>
          <ac:spMkLst>
            <pc:docMk/>
            <pc:sldMk cId="793356671" sldId="2147480835"/>
            <ac:spMk id="4" creationId="{55684E3D-01EE-7A39-59EF-C32E37033D05}"/>
          </ac:spMkLst>
        </pc:spChg>
        <pc:spChg chg="del mod">
          <ac:chgData name="Si Jing Goh" userId="fe228f63-d733-4912-9848-3eb5c05e5c90" providerId="ADAL" clId="{D3CB8232-7DC5-4573-8DB2-EB195F94AE5A}" dt="2025-11-17T05:10:17.947" v="20310" actId="478"/>
          <ac:spMkLst>
            <pc:docMk/>
            <pc:sldMk cId="793356671" sldId="2147480835"/>
            <ac:spMk id="9" creationId="{20AF5596-FB61-9246-D7E0-C956086FA03B}"/>
          </ac:spMkLst>
        </pc:spChg>
        <pc:spChg chg="mod">
          <ac:chgData name="Si Jing Goh" userId="fe228f63-d733-4912-9848-3eb5c05e5c90" providerId="ADAL" clId="{D3CB8232-7DC5-4573-8DB2-EB195F94AE5A}" dt="2025-11-14T17:39:18.635" v="17599" actId="13926"/>
          <ac:spMkLst>
            <pc:docMk/>
            <pc:sldMk cId="793356671" sldId="2147480835"/>
            <ac:spMk id="11" creationId="{CEB03468-D120-6FF7-67AD-CEEC6111D949}"/>
          </ac:spMkLst>
        </pc:spChg>
        <pc:spChg chg="mod">
          <ac:chgData name="Si Jing Goh" userId="fe228f63-d733-4912-9848-3eb5c05e5c90" providerId="ADAL" clId="{D3CB8232-7DC5-4573-8DB2-EB195F94AE5A}" dt="2025-11-14T17:39:57.736" v="17640" actId="13926"/>
          <ac:spMkLst>
            <pc:docMk/>
            <pc:sldMk cId="793356671" sldId="2147480835"/>
            <ac:spMk id="15" creationId="{776A3523-3CC3-1270-BEBF-84D4B2F87DC2}"/>
          </ac:spMkLst>
        </pc:spChg>
        <pc:spChg chg="mod">
          <ac:chgData name="Si Jing Goh" userId="fe228f63-d733-4912-9848-3eb5c05e5c90" providerId="ADAL" clId="{D3CB8232-7DC5-4573-8DB2-EB195F94AE5A}" dt="2025-11-17T01:09:05.928" v="18887" actId="20577"/>
          <ac:spMkLst>
            <pc:docMk/>
            <pc:sldMk cId="793356671" sldId="2147480835"/>
            <ac:spMk id="16" creationId="{F2685588-270F-4E37-103A-C3CAA7BE1CBF}"/>
          </ac:spMkLst>
        </pc:spChg>
        <pc:spChg chg="del mod">
          <ac:chgData name="Si Jing Goh" userId="fe228f63-d733-4912-9848-3eb5c05e5c90" providerId="ADAL" clId="{D3CB8232-7DC5-4573-8DB2-EB195F94AE5A}" dt="2025-11-17T05:09:06.275" v="20294" actId="478"/>
          <ac:spMkLst>
            <pc:docMk/>
            <pc:sldMk cId="793356671" sldId="2147480835"/>
            <ac:spMk id="17" creationId="{8056E5F2-E7BC-623D-C5D9-ACACD0D66263}"/>
          </ac:spMkLst>
        </pc:spChg>
        <pc:spChg chg="add mod">
          <ac:chgData name="Si Jing Goh" userId="fe228f63-d733-4912-9848-3eb5c05e5c90" providerId="ADAL" clId="{D3CB8232-7DC5-4573-8DB2-EB195F94AE5A}" dt="2025-11-17T04:43:29.152" v="19885" actId="20577"/>
          <ac:spMkLst>
            <pc:docMk/>
            <pc:sldMk cId="793356671" sldId="2147480835"/>
            <ac:spMk id="18" creationId="{AA76B872-62AD-E448-65D8-F6E775521198}"/>
          </ac:spMkLst>
        </pc:spChg>
        <pc:spChg chg="add mod">
          <ac:chgData name="Si Jing Goh" userId="fe228f63-d733-4912-9848-3eb5c05e5c90" providerId="ADAL" clId="{D3CB8232-7DC5-4573-8DB2-EB195F94AE5A}" dt="2025-11-14T17:41:47.530" v="17754" actId="20577"/>
          <ac:spMkLst>
            <pc:docMk/>
            <pc:sldMk cId="793356671" sldId="2147480835"/>
            <ac:spMk id="24" creationId="{47AD56D1-5FA2-02B5-4BC4-A4E3680142CA}"/>
          </ac:spMkLst>
        </pc:spChg>
        <pc:spChg chg="add mod">
          <ac:chgData name="Si Jing Goh" userId="fe228f63-d733-4912-9848-3eb5c05e5c90" providerId="ADAL" clId="{D3CB8232-7DC5-4573-8DB2-EB195F94AE5A}" dt="2025-11-14T17:41:52.703" v="17776" actId="20577"/>
          <ac:spMkLst>
            <pc:docMk/>
            <pc:sldMk cId="793356671" sldId="2147480835"/>
            <ac:spMk id="25" creationId="{8E53A01A-AE20-3010-0598-6BD8E55E77BF}"/>
          </ac:spMkLst>
        </pc:spChg>
        <pc:spChg chg="add mod">
          <ac:chgData name="Si Jing Goh" userId="fe228f63-d733-4912-9848-3eb5c05e5c90" providerId="ADAL" clId="{D3CB8232-7DC5-4573-8DB2-EB195F94AE5A}" dt="2025-11-14T17:41:37.998" v="17717" actId="20577"/>
          <ac:spMkLst>
            <pc:docMk/>
            <pc:sldMk cId="793356671" sldId="2147480835"/>
            <ac:spMk id="26" creationId="{21742370-F406-4B80-0083-DD2F0C3BAFD0}"/>
          </ac:spMkLst>
        </pc:spChg>
        <pc:spChg chg="add mod">
          <ac:chgData name="Si Jing Goh" userId="fe228f63-d733-4912-9848-3eb5c05e5c90" providerId="ADAL" clId="{D3CB8232-7DC5-4573-8DB2-EB195F94AE5A}" dt="2025-11-14T17:41:30.554" v="17696" actId="20577"/>
          <ac:spMkLst>
            <pc:docMk/>
            <pc:sldMk cId="793356671" sldId="2147480835"/>
            <ac:spMk id="28" creationId="{BF52FDE7-90F2-8928-C955-57F436F05C65}"/>
          </ac:spMkLst>
        </pc:spChg>
        <pc:spChg chg="add del mod">
          <ac:chgData name="Si Jing Goh" userId="fe228f63-d733-4912-9848-3eb5c05e5c90" providerId="ADAL" clId="{D3CB8232-7DC5-4573-8DB2-EB195F94AE5A}" dt="2025-11-17T04:38:19.072" v="19722" actId="478"/>
          <ac:spMkLst>
            <pc:docMk/>
            <pc:sldMk cId="793356671" sldId="2147480835"/>
            <ac:spMk id="29" creationId="{D3BB040D-EC3D-675C-9919-3E9C982FECE1}"/>
          </ac:spMkLst>
        </pc:spChg>
        <pc:graphicFrameChg chg="mod modGraphic">
          <ac:chgData name="Si Jing Goh" userId="fe228f63-d733-4912-9848-3eb5c05e5c90" providerId="ADAL" clId="{D3CB8232-7DC5-4573-8DB2-EB195F94AE5A}" dt="2025-11-17T05:10:13.586" v="20309" actId="20577"/>
          <ac:graphicFrameMkLst>
            <pc:docMk/>
            <pc:sldMk cId="793356671" sldId="2147480835"/>
            <ac:graphicFrameMk id="3" creationId="{810E386C-7E23-3606-358A-9DB47B30D6D3}"/>
          </ac:graphicFrameMkLst>
        </pc:graphicFrameChg>
        <pc:picChg chg="add mod modCrop">
          <ac:chgData name="Si Jing Goh" userId="fe228f63-d733-4912-9848-3eb5c05e5c90" providerId="ADAL" clId="{D3CB8232-7DC5-4573-8DB2-EB195F94AE5A}" dt="2025-11-14T17:57:50.832" v="18251" actId="1076"/>
          <ac:picMkLst>
            <pc:docMk/>
            <pc:sldMk cId="793356671" sldId="2147480835"/>
            <ac:picMk id="2" creationId="{0B19C695-4D3A-35AF-357C-C49033911DE4}"/>
          </ac:picMkLst>
        </pc:picChg>
        <pc:picChg chg="add mod">
          <ac:chgData name="Si Jing Goh" userId="fe228f63-d733-4912-9848-3eb5c05e5c90" providerId="ADAL" clId="{D3CB8232-7DC5-4573-8DB2-EB195F94AE5A}" dt="2025-11-14T17:41:03.261" v="17683" actId="14100"/>
          <ac:picMkLst>
            <pc:docMk/>
            <pc:sldMk cId="793356671" sldId="2147480835"/>
            <ac:picMk id="7" creationId="{9232C343-3710-F79A-567A-FAE06C2433A4}"/>
          </ac:picMkLst>
        </pc:picChg>
        <pc:picChg chg="add mod">
          <ac:chgData name="Si Jing Goh" userId="fe228f63-d733-4912-9848-3eb5c05e5c90" providerId="ADAL" clId="{D3CB8232-7DC5-4573-8DB2-EB195F94AE5A}" dt="2025-11-14T17:41:03.261" v="17683" actId="14100"/>
          <ac:picMkLst>
            <pc:docMk/>
            <pc:sldMk cId="793356671" sldId="2147480835"/>
            <ac:picMk id="10" creationId="{0FF6E7AD-1F28-EF61-FA45-F052CA0CB916}"/>
          </ac:picMkLst>
        </pc:picChg>
        <pc:picChg chg="add mod">
          <ac:chgData name="Si Jing Goh" userId="fe228f63-d733-4912-9848-3eb5c05e5c90" providerId="ADAL" clId="{D3CB8232-7DC5-4573-8DB2-EB195F94AE5A}" dt="2025-11-14T17:41:03.261" v="17683" actId="14100"/>
          <ac:picMkLst>
            <pc:docMk/>
            <pc:sldMk cId="793356671" sldId="2147480835"/>
            <ac:picMk id="14" creationId="{59DDE490-2325-58B6-8EFE-BD07DD1AB6D9}"/>
          </ac:picMkLst>
        </pc:picChg>
        <pc:picChg chg="add del mod">
          <ac:chgData name="Si Jing Goh" userId="fe228f63-d733-4912-9848-3eb5c05e5c90" providerId="ADAL" clId="{D3CB8232-7DC5-4573-8DB2-EB195F94AE5A}" dt="2025-11-17T01:09:08.385" v="18890" actId="21"/>
          <ac:picMkLst>
            <pc:docMk/>
            <pc:sldMk cId="793356671" sldId="2147480835"/>
            <ac:picMk id="18" creationId="{96B6B393-2739-C239-83A3-81477E919D57}"/>
          </ac:picMkLst>
        </pc:picChg>
        <pc:picChg chg="add del mod">
          <ac:chgData name="Si Jing Goh" userId="fe228f63-d733-4912-9848-3eb5c05e5c90" providerId="ADAL" clId="{D3CB8232-7DC5-4573-8DB2-EB195F94AE5A}" dt="2025-11-17T04:43:30.843" v="19886" actId="21"/>
          <ac:picMkLst>
            <pc:docMk/>
            <pc:sldMk cId="793356671" sldId="2147480835"/>
            <ac:picMk id="19" creationId="{86618EB7-41F6-8D99-4C25-335BCF7462CC}"/>
          </ac:picMkLst>
        </pc:picChg>
        <pc:picChg chg="add mod">
          <ac:chgData name="Si Jing Goh" userId="fe228f63-d733-4912-9848-3eb5c05e5c90" providerId="ADAL" clId="{D3CB8232-7DC5-4573-8DB2-EB195F94AE5A}" dt="2025-11-14T17:41:03.261" v="17683" actId="14100"/>
          <ac:picMkLst>
            <pc:docMk/>
            <pc:sldMk cId="793356671" sldId="2147480835"/>
            <ac:picMk id="23" creationId="{37553722-FBB3-A1E9-3BDE-2B8298C340CB}"/>
          </ac:picMkLst>
        </pc:picChg>
      </pc:sldChg>
      <pc:sldMasterChg chg="modTransition delSldLayout modSldLayout">
        <pc:chgData name="Si Jing Goh" userId="fe228f63-d733-4912-9848-3eb5c05e5c90" providerId="ADAL" clId="{D3CB8232-7DC5-4573-8DB2-EB195F94AE5A}" dt="2025-11-06T09:19:56.880" v="8438"/>
        <pc:sldMasterMkLst>
          <pc:docMk/>
          <pc:sldMasterMk cId="2448196570" sldId="2147484040"/>
        </pc:sldMasterMkLst>
      </pc:sldMasterChg>
    </pc:docChg>
  </pc:docChgLst>
  <pc:docChgLst>
    <pc:chgData name="Mian Usui" userId="S::mian.usui@ycp.com::b0a8dccb-1942-4c04-8772-36c32d1665e5" providerId="AD" clId="Web-{0E3B7B7B-8F13-710C-8852-0B75FC76CF7F}"/>
    <pc:docChg chg="modSld">
      <pc:chgData name="Mian Usui" userId="S::mian.usui@ycp.com::b0a8dccb-1942-4c04-8772-36c32d1665e5" providerId="AD" clId="Web-{0E3B7B7B-8F13-710C-8852-0B75FC76CF7F}" dt="2025-11-17T02:32:30.296" v="0" actId="1076"/>
      <pc:docMkLst>
        <pc:docMk/>
      </pc:docMkLst>
      <pc:sldChg chg="modSp">
        <pc:chgData name="Mian Usui" userId="S::mian.usui@ycp.com::b0a8dccb-1942-4c04-8772-36c32d1665e5" providerId="AD" clId="Web-{0E3B7B7B-8F13-710C-8852-0B75FC76CF7F}" dt="2025-11-17T02:32:30.296" v="0" actId="1076"/>
        <pc:sldMkLst>
          <pc:docMk/>
          <pc:sldMk cId="2804689967" sldId="2147480824"/>
        </pc:sldMkLst>
        <pc:spChg chg="mod">
          <ac:chgData name="Mian Usui" userId="S::mian.usui@ycp.com::b0a8dccb-1942-4c04-8772-36c32d1665e5" providerId="AD" clId="Web-{0E3B7B7B-8F13-710C-8852-0B75FC76CF7F}" dt="2025-11-17T02:32:30.296" v="0" actId="1076"/>
          <ac:spMkLst>
            <pc:docMk/>
            <pc:sldMk cId="2804689967" sldId="2147480824"/>
            <ac:spMk id="5" creationId="{FDBD9CE5-9C4B-2083-926A-B03BA318BD2A}"/>
          </ac:spMkLst>
        </pc:spChg>
      </pc:sldChg>
    </pc:docChg>
  </pc:docChgLst>
  <pc:docChgLst>
    <pc:chgData name="Gary Murakami" userId="d419d4ba-09b1-43c4-8d75-fbde53fd6fe7" providerId="ADAL" clId="{0D2840A4-5A9E-411D-BB2B-1D3C77106FE7}"/>
    <pc:docChg chg="custSel modSld">
      <pc:chgData name="Gary Murakami" userId="d419d4ba-09b1-43c4-8d75-fbde53fd6fe7" providerId="ADAL" clId="{0D2840A4-5A9E-411D-BB2B-1D3C77106FE7}" dt="2025-11-11T19:05:31.397" v="351" actId="20577"/>
      <pc:docMkLst>
        <pc:docMk/>
      </pc:docMkLst>
      <pc:sldChg chg="addSp modSp mod">
        <pc:chgData name="Gary Murakami" userId="d419d4ba-09b1-43c4-8d75-fbde53fd6fe7" providerId="ADAL" clId="{0D2840A4-5A9E-411D-BB2B-1D3C77106FE7}" dt="2025-11-09T07:31:42.685" v="78" actId="1037"/>
        <pc:sldMkLst>
          <pc:docMk/>
          <pc:sldMk cId="2833378921" sldId="261"/>
        </pc:sldMkLst>
      </pc:sldChg>
      <pc:sldChg chg="modSp mod">
        <pc:chgData name="Gary Murakami" userId="d419d4ba-09b1-43c4-8d75-fbde53fd6fe7" providerId="ADAL" clId="{0D2840A4-5A9E-411D-BB2B-1D3C77106FE7}" dt="2025-11-11T19:05:31.397" v="351" actId="20577"/>
        <pc:sldMkLst>
          <pc:docMk/>
          <pc:sldMk cId="3699525443" sldId="2147480373"/>
        </pc:sldMkLst>
        <pc:graphicFrameChg chg="modGraphic">
          <ac:chgData name="Gary Murakami" userId="d419d4ba-09b1-43c4-8d75-fbde53fd6fe7" providerId="ADAL" clId="{0D2840A4-5A9E-411D-BB2B-1D3C77106FE7}" dt="2025-11-11T19:05:31.397" v="351" actId="20577"/>
          <ac:graphicFrameMkLst>
            <pc:docMk/>
            <pc:sldMk cId="3699525443" sldId="2147480373"/>
            <ac:graphicFrameMk id="18" creationId="{EE3F5DC2-801A-D2F1-EC85-1AECAF68B69C}"/>
          </ac:graphicFrameMkLst>
        </pc:graphicFrameChg>
      </pc:sldChg>
      <pc:sldChg chg="addSp modSp mod">
        <pc:chgData name="Gary Murakami" userId="d419d4ba-09b1-43c4-8d75-fbde53fd6fe7" providerId="ADAL" clId="{0D2840A4-5A9E-411D-BB2B-1D3C77106FE7}" dt="2025-11-09T07:33:59.792" v="317" actId="20577"/>
        <pc:sldMkLst>
          <pc:docMk/>
          <pc:sldMk cId="3782879518" sldId="2147480804"/>
        </pc:sldMkLst>
      </pc:sldChg>
      <pc:sldChg chg="addSp modSp mod">
        <pc:chgData name="Gary Murakami" userId="d419d4ba-09b1-43c4-8d75-fbde53fd6fe7" providerId="ADAL" clId="{0D2840A4-5A9E-411D-BB2B-1D3C77106FE7}" dt="2025-11-09T07:34:32.903" v="323"/>
        <pc:sldMkLst>
          <pc:docMk/>
          <pc:sldMk cId="1100039154" sldId="2147480805"/>
        </pc:sldMkLst>
        <pc:graphicFrameChg chg="mod modGraphic">
          <ac:chgData name="Gary Murakami" userId="d419d4ba-09b1-43c4-8d75-fbde53fd6fe7" providerId="ADAL" clId="{0D2840A4-5A9E-411D-BB2B-1D3C77106FE7}" dt="2025-11-09T07:34:32.903" v="323"/>
          <ac:graphicFrameMkLst>
            <pc:docMk/>
            <pc:sldMk cId="1100039154" sldId="2147480805"/>
            <ac:graphicFrameMk id="3" creationId="{74AFE54B-F464-1E46-258E-F2ADD15C6686}"/>
          </ac:graphicFrameMkLst>
        </pc:graphicFrameChg>
      </pc:sldChg>
      <pc:sldChg chg="modSp mod">
        <pc:chgData name="Gary Murakami" userId="d419d4ba-09b1-43c4-8d75-fbde53fd6fe7" providerId="ADAL" clId="{0D2840A4-5A9E-411D-BB2B-1D3C77106FE7}" dt="2025-11-09T07:33:17.717" v="203" actId="1036"/>
        <pc:sldMkLst>
          <pc:docMk/>
          <pc:sldMk cId="2209437226" sldId="2147480816"/>
        </pc:sldMkLst>
        <pc:spChg chg="mod">
          <ac:chgData name="Gary Murakami" userId="d419d4ba-09b1-43c4-8d75-fbde53fd6fe7" providerId="ADAL" clId="{0D2840A4-5A9E-411D-BB2B-1D3C77106FE7}" dt="2025-11-09T07:32:31.755" v="157" actId="1035"/>
          <ac:spMkLst>
            <pc:docMk/>
            <pc:sldMk cId="2209437226" sldId="2147480816"/>
            <ac:spMk id="34" creationId="{1B42B128-EC1C-8EAD-4C99-66D4B3AB4295}"/>
          </ac:spMkLst>
        </pc:spChg>
        <pc:spChg chg="mod">
          <ac:chgData name="Gary Murakami" userId="d419d4ba-09b1-43c4-8d75-fbde53fd6fe7" providerId="ADAL" clId="{0D2840A4-5A9E-411D-BB2B-1D3C77106FE7}" dt="2025-11-09T07:32:31.755" v="157" actId="1035"/>
          <ac:spMkLst>
            <pc:docMk/>
            <pc:sldMk cId="2209437226" sldId="2147480816"/>
            <ac:spMk id="40" creationId="{12E3BB37-9E47-77EC-5672-9F8E3B28A10E}"/>
          </ac:spMkLst>
        </pc:spChg>
        <pc:spChg chg="mod">
          <ac:chgData name="Gary Murakami" userId="d419d4ba-09b1-43c4-8d75-fbde53fd6fe7" providerId="ADAL" clId="{0D2840A4-5A9E-411D-BB2B-1D3C77106FE7}" dt="2025-11-09T07:32:31.755" v="157" actId="1035"/>
          <ac:spMkLst>
            <pc:docMk/>
            <pc:sldMk cId="2209437226" sldId="2147480816"/>
            <ac:spMk id="42" creationId="{DFE58BAE-F342-6034-7A97-864C706178E8}"/>
          </ac:spMkLst>
        </pc:spChg>
        <pc:spChg chg="mod">
          <ac:chgData name="Gary Murakami" userId="d419d4ba-09b1-43c4-8d75-fbde53fd6fe7" providerId="ADAL" clId="{0D2840A4-5A9E-411D-BB2B-1D3C77106FE7}" dt="2025-11-09T07:32:31.755" v="157" actId="1035"/>
          <ac:spMkLst>
            <pc:docMk/>
            <pc:sldMk cId="2209437226" sldId="2147480816"/>
            <ac:spMk id="50" creationId="{D00F6C47-08D5-606F-C948-584C6BFB32DD}"/>
          </ac:spMkLst>
        </pc:spChg>
        <pc:spChg chg="mod">
          <ac:chgData name="Gary Murakami" userId="d419d4ba-09b1-43c4-8d75-fbde53fd6fe7" providerId="ADAL" clId="{0D2840A4-5A9E-411D-BB2B-1D3C77106FE7}" dt="2025-11-09T07:32:31.755" v="157" actId="1035"/>
          <ac:spMkLst>
            <pc:docMk/>
            <pc:sldMk cId="2209437226" sldId="2147480816"/>
            <ac:spMk id="61" creationId="{A58C8BD5-41E2-69CB-3D90-38CC765B5227}"/>
          </ac:spMkLst>
        </pc:spChg>
        <pc:spChg chg="mod">
          <ac:chgData name="Gary Murakami" userId="d419d4ba-09b1-43c4-8d75-fbde53fd6fe7" providerId="ADAL" clId="{0D2840A4-5A9E-411D-BB2B-1D3C77106FE7}" dt="2025-11-09T07:32:31.755" v="157" actId="1035"/>
          <ac:spMkLst>
            <pc:docMk/>
            <pc:sldMk cId="2209437226" sldId="2147480816"/>
            <ac:spMk id="70" creationId="{14135BAB-13EC-EBFD-8D3F-1632946A7742}"/>
          </ac:spMkLst>
        </pc:spChg>
        <pc:spChg chg="mod">
          <ac:chgData name="Gary Murakami" userId="d419d4ba-09b1-43c4-8d75-fbde53fd6fe7" providerId="ADAL" clId="{0D2840A4-5A9E-411D-BB2B-1D3C77106FE7}" dt="2025-11-09T07:33:00.986" v="177" actId="208"/>
          <ac:spMkLst>
            <pc:docMk/>
            <pc:sldMk cId="2209437226" sldId="2147480816"/>
            <ac:spMk id="116" creationId="{A848DF30-656E-136F-3674-3B0CBFF50159}"/>
          </ac:spMkLst>
        </pc:spChg>
        <pc:spChg chg="mod">
          <ac:chgData name="Gary Murakami" userId="d419d4ba-09b1-43c4-8d75-fbde53fd6fe7" providerId="ADAL" clId="{0D2840A4-5A9E-411D-BB2B-1D3C77106FE7}" dt="2025-11-09T07:33:17.717" v="203" actId="1036"/>
          <ac:spMkLst>
            <pc:docMk/>
            <pc:sldMk cId="2209437226" sldId="2147480816"/>
            <ac:spMk id="117" creationId="{3B8F249B-A6A6-17BA-2470-D43C06414DFB}"/>
          </ac:spMkLst>
        </pc:spChg>
        <pc:spChg chg="mod">
          <ac:chgData name="Gary Murakami" userId="d419d4ba-09b1-43c4-8d75-fbde53fd6fe7" providerId="ADAL" clId="{0D2840A4-5A9E-411D-BB2B-1D3C77106FE7}" dt="2025-11-09T07:32:48.025" v="176" actId="14100"/>
          <ac:spMkLst>
            <pc:docMk/>
            <pc:sldMk cId="2209437226" sldId="2147480816"/>
            <ac:spMk id="118" creationId="{E4FB7AE1-A711-8417-2F0B-5276C999EB1E}"/>
          </ac:spMkLst>
        </pc:spChg>
        <pc:spChg chg="mod">
          <ac:chgData name="Gary Murakami" userId="d419d4ba-09b1-43c4-8d75-fbde53fd6fe7" providerId="ADAL" clId="{0D2840A4-5A9E-411D-BB2B-1D3C77106FE7}" dt="2025-11-09T07:33:17.717" v="203" actId="1036"/>
          <ac:spMkLst>
            <pc:docMk/>
            <pc:sldMk cId="2209437226" sldId="2147480816"/>
            <ac:spMk id="119" creationId="{18B7A816-A077-EF82-EB9C-58F68087186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13420" cy="51798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69731" y="1"/>
            <a:ext cx="3113420" cy="51798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9A0B1-50B0-48D0-B1FD-F23FDD0E25FC}" type="datetimeFigureOut">
              <a:rPr kumimoji="1" lang="ja-JP" altLang="en-US" smtClean="0"/>
              <a:pPr/>
              <a:t>2025/12/9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76288"/>
            <a:ext cx="6907212" cy="3886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8483" y="4920825"/>
            <a:ext cx="5747850" cy="466183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839850"/>
            <a:ext cx="3113420" cy="51798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69731" y="9839850"/>
            <a:ext cx="3113420" cy="51798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64638-DA09-4F05-9D40-370968A2436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9353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0D999-E5A6-8634-FBD2-790081815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CC4625-2C2C-3D89-D650-A1DA74C59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D34E2A-747C-5CC0-FF33-C63D6B085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046D2-0417-EBF8-0ED7-1897C11111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64638-DA09-4F05-9D40-370968A24369}" type="slidenum">
              <a:rPr kumimoji="1" lang="ja-JP" altLang="en-US" smtClean="0"/>
              <a:pPr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6386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97CB1-D17B-E510-740A-CE9162485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CAECAF-11A9-2FFF-3AA1-2250D8160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41E297-4083-C433-C03C-287969ACB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050B7-F30A-9384-0F08-C4D96999C8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64638-DA09-4F05-9D40-370968A24369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2468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7DAFF-8A93-9B75-C41D-31F2C8F03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B2571F-EDDF-897D-E786-730C2263C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8C765-73EF-CEDF-AC1C-4FD03777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4F75B-4B24-418E-1229-E2C511E1F4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64638-DA09-4F05-9D40-370968A24369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5730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3DE73-CE4F-11B6-0A61-9FE9CCFB4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92E9D5-786D-DBAB-3048-0B9A74A7C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D34E6-A7AC-0220-7982-15B71B14C1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EDB2D-DA95-B9DC-D1ED-ABE6EE85A9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64638-DA09-4F05-9D40-370968A24369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2383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EFA74-13A2-8301-1A13-01EB44EE9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816582-8DFC-1615-B85F-D4036C81C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2EEEA5-4D8B-9BA1-393C-A9A3ED6DF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54026-7500-8448-9D7D-97517F5BDC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64638-DA09-4F05-9D40-370968A24369}" type="slidenum">
              <a:rPr kumimoji="1" lang="ja-JP" altLang="en-US" smtClean="0"/>
              <a:pPr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3851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7168A-E19F-47EC-75BA-59D392AC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BF40CF-0285-8255-8AFB-EE2AAF85E0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9E7FE-8CA8-D134-A923-FE4D91818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F1F01-E510-58D7-6991-116A1C820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64638-DA09-4F05-9D40-370968A24369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6332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4A9D6-F3E8-D032-E6A1-D847A0986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29B102-70C2-1AA4-C03F-F9F718458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75C158-A2AD-1C9A-B5B7-394CBE665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D85F5-DE32-0FB1-5F4D-CE2A178442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64638-DA09-4F05-9D40-370968A24369}" type="slidenum">
              <a:rPr kumimoji="1" lang="ja-JP" altLang="en-US" smtClean="0"/>
              <a:pPr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45150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7D3A6-2246-5A3E-07E7-F359214FF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952A71-3859-C2FB-8753-8648C95D6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48B70-BE1F-9DA7-52D0-F0A17DA62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0CA39-17A6-9B47-11DF-D93970772B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64638-DA09-4F05-9D40-370968A24369}" type="slidenum">
              <a:rPr kumimoji="1" lang="ja-JP" altLang="en-US" smtClean="0"/>
              <a:pPr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1559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7786F-C31F-D48A-7E9F-6F37A78AC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CD42A-ADB7-9232-4FAA-6C79AA5B2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CE1D59-7AA9-D8FF-9493-50EB1374D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2DB84-BD2D-4407-3127-0E11F2991F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64638-DA09-4F05-9D40-370968A24369}" type="slidenum">
              <a:rPr kumimoji="1" lang="ja-JP" altLang="en-US" smtClean="0"/>
              <a:pPr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65953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ED024-3473-E979-4861-37B19EB6C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B993D-B438-E07A-C3DF-3FEE34004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CEFEE9-15B4-08D3-2129-6C8245E68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37763-EFBD-CB9C-448C-47EE89844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64638-DA09-4F05-9D40-370968A24369}" type="slidenum">
              <a:rPr kumimoji="1" lang="ja-JP" altLang="en-US" smtClean="0"/>
              <a:pPr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1472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988942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81" imgH="381" progId="TCLayout.ActiveDocument.1">
                  <p:embed/>
                </p:oleObj>
              </mc:Choice>
              <mc:Fallback>
                <p:oleObj name="think-cell スライド" r:id="rId3" imgW="381" imgH="381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線コネクタ 7"/>
          <p:cNvCxnSpPr>
            <a:cxnSpLocks/>
          </p:cNvCxnSpPr>
          <p:nvPr userDrawn="1"/>
        </p:nvCxnSpPr>
        <p:spPr>
          <a:xfrm>
            <a:off x="0" y="933847"/>
            <a:ext cx="12192000" cy="0"/>
          </a:xfrm>
          <a:prstGeom prst="line">
            <a:avLst/>
          </a:prstGeom>
          <a:ln w="57150">
            <a:solidFill>
              <a:srgbClr val="293F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/>
          <p:cNvCxnSpPr>
            <a:cxnSpLocks/>
          </p:cNvCxnSpPr>
          <p:nvPr userDrawn="1"/>
        </p:nvCxnSpPr>
        <p:spPr>
          <a:xfrm>
            <a:off x="5" y="1005855"/>
            <a:ext cx="12191995" cy="0"/>
          </a:xfrm>
          <a:prstGeom prst="line">
            <a:avLst/>
          </a:prstGeom>
          <a:ln w="28575">
            <a:solidFill>
              <a:srgbClr val="293F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/>
          <p:cNvCxnSpPr/>
          <p:nvPr userDrawn="1"/>
        </p:nvCxnSpPr>
        <p:spPr>
          <a:xfrm>
            <a:off x="0" y="6620212"/>
            <a:ext cx="12192000" cy="0"/>
          </a:xfrm>
          <a:prstGeom prst="line">
            <a:avLst/>
          </a:prstGeom>
          <a:ln w="28575">
            <a:solidFill>
              <a:srgbClr val="293F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3673" y="44624"/>
            <a:ext cx="11508811" cy="8318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45713" rIns="0" bIns="45713" numCol="1" anchor="b" anchorCtr="0" compatLnSpc="1">
            <a:prstTxWarp prst="textNoShape">
              <a:avLst/>
            </a:prstTxWarp>
            <a:noAutofit/>
          </a:bodyPr>
          <a:lstStyle>
            <a:lvl1pPr algn="l">
              <a:defRPr sz="2400"/>
            </a:lvl1pPr>
          </a:lstStyle>
          <a:p>
            <a:pPr lvl="0"/>
            <a:endParaRPr lang="en-US" altLang="ja-JP"/>
          </a:p>
        </p:txBody>
      </p:sp>
      <p:sp>
        <p:nvSpPr>
          <p:cNvPr id="4" name="フッター プレースホルダ 3">
            <a:extLst>
              <a:ext uri="{FF2B5EF4-FFF2-40B4-BE49-F238E27FC236}">
                <a16:creationId xmlns:a16="http://schemas.microsoft.com/office/drawing/2014/main" id="{010D2832-2D82-872D-8E42-53B810C40772}"/>
              </a:ext>
            </a:extLst>
          </p:cNvPr>
          <p:cNvSpPr txBox="1">
            <a:spLocks/>
          </p:cNvSpPr>
          <p:nvPr userDrawn="1"/>
        </p:nvSpPr>
        <p:spPr>
          <a:xfrm>
            <a:off x="3755740" y="6643072"/>
            <a:ext cx="468052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kern="0" cap="none" spc="0" normalizeH="0" baseline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 altLang="ja-JP" sz="800" noProof="0">
                <a:latin typeface="+mn-lt"/>
              </a:rPr>
              <a:t>(C) YCP 2025</a:t>
            </a:r>
            <a:r>
              <a:rPr lang="ja-JP" altLang="en-US" sz="800" noProof="0">
                <a:latin typeface="+mn-lt"/>
              </a:rPr>
              <a:t> </a:t>
            </a:r>
            <a:r>
              <a:rPr lang="en-US" altLang="ja-JP" sz="800" noProof="0">
                <a:latin typeface="+mn-lt"/>
              </a:rPr>
              <a:t>all rights reserved</a:t>
            </a:r>
          </a:p>
        </p:txBody>
      </p:sp>
      <p:pic>
        <p:nvPicPr>
          <p:cNvPr id="11" name="図 10" descr="アイコン&#10;&#10;自動的に生成された説明">
            <a:extLst>
              <a:ext uri="{FF2B5EF4-FFF2-40B4-BE49-F238E27FC236}">
                <a16:creationId xmlns:a16="http://schemas.microsoft.com/office/drawing/2014/main" id="{ED842741-939E-3987-A378-45FC01452A1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673" y="6674018"/>
            <a:ext cx="432000" cy="15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28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YCP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ray, night sky&#10;&#10;Description automatically generated">
            <a:extLst>
              <a:ext uri="{FF2B5EF4-FFF2-40B4-BE49-F238E27FC236}">
                <a16:creationId xmlns:a16="http://schemas.microsoft.com/office/drawing/2014/main" id="{67B51B18-0834-874D-83AA-CD7DAE77FA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0DD4923E-C7A8-4CBA-A7CE-99D6C14A64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7783" y="2730675"/>
            <a:ext cx="7491659" cy="1384125"/>
          </a:xfrm>
        </p:spPr>
        <p:txBody>
          <a:bodyPr lIns="0" rIns="0" anchor="ctr" anchorCtr="0">
            <a:noAutofit/>
          </a:bodyPr>
          <a:lstStyle>
            <a:lvl1pPr marL="0" indent="0">
              <a:buNone/>
              <a:defRPr kumimoji="1" lang="ja-JP" altLang="en-US" sz="440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ja-JP"/>
              <a:t>Divider Title</a:t>
            </a:r>
            <a:endParaRPr kumimoji="1" lang="ja-JP" altLang="en-US"/>
          </a:p>
        </p:txBody>
      </p:sp>
      <p:pic>
        <p:nvPicPr>
          <p:cNvPr id="7" name="Picture 6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E282FD82-19EC-BDE8-644B-DC0E16D186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103" y="534711"/>
            <a:ext cx="2228145" cy="79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771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540988994"/>
              </p:ext>
            </p:ext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スライド番号プレースホルダー 5"/>
          <p:cNvSpPr txBox="1">
            <a:spLocks/>
          </p:cNvSpPr>
          <p:nvPr userDrawn="1"/>
        </p:nvSpPr>
        <p:spPr>
          <a:xfrm>
            <a:off x="9347446" y="6662180"/>
            <a:ext cx="2844554" cy="18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400" rtl="0" eaLnBrk="1" latinLnBrk="0" hangingPunct="1"/>
            <a:fld id="{1B6CB131-81F5-444E-A2E5-043B608EAE32}" type="slidenum">
              <a:rPr kumimoji="1" lang="ja-JP" altLang="en-US" sz="1000" kern="120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algn="r" defTabSz="914400" rtl="0" eaLnBrk="1" latinLnBrk="0" hangingPunct="1"/>
              <a:t>‹#›</a:t>
            </a:fld>
            <a:endParaRPr kumimoji="1" lang="ja-JP" altLang="en-US" sz="1000" kern="1200">
              <a:solidFill>
                <a:schemeClr val="tx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196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1" r:id="rId1"/>
    <p:sldLayoutId id="2147484042" r:id="rId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>
          <p15:clr>
            <a:srgbClr val="F26B43"/>
          </p15:clr>
        </p15:guide>
        <p15:guide id="2" pos="211">
          <p15:clr>
            <a:srgbClr val="F26B43"/>
          </p15:clr>
        </p15:guide>
        <p15:guide id="3" pos="7469">
          <p15:clr>
            <a:srgbClr val="F26B43"/>
          </p15:clr>
        </p15:guide>
        <p15:guide id="4" orient="horz" pos="3838">
          <p15:clr>
            <a:srgbClr val="F26B43"/>
          </p15:clr>
        </p15:guide>
        <p15:guide id="5" orient="horz" pos="3997">
          <p15:clr>
            <a:srgbClr val="F26B43"/>
          </p15:clr>
        </p15:guide>
        <p15:guide id="7" pos="3840">
          <p15:clr>
            <a:srgbClr val="F26B43"/>
          </p15:clr>
        </p15:guide>
        <p15:guide id="8" pos="3952">
          <p15:clr>
            <a:srgbClr val="F26B43"/>
          </p15:clr>
        </p15:guide>
        <p15:guide id="9" pos="372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0D661-33C0-B8BB-92BF-4E0BB4DF5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09E7C74-D955-B733-0D08-BD525B37ED3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09E7C74-D955-B733-0D08-BD525B37ED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197510-ABF3-1B36-01A7-63120629B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810256"/>
              </p:ext>
            </p:extLst>
          </p:nvPr>
        </p:nvGraphicFramePr>
        <p:xfrm>
          <a:off x="332643" y="1692843"/>
          <a:ext cx="5580000" cy="21336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1856092752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76721196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Name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[0].</a:t>
                      </a:r>
                      <a:r>
                        <a:rPr lang="en-US" sz="1400" dirty="0" err="1"/>
                        <a:t>company_name</a:t>
                      </a:r>
                      <a:r>
                        <a:rPr lang="en-US" sz="1400" dirty="0"/>
                        <a:t>}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42168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Est. Year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[0].</a:t>
                      </a:r>
                      <a:r>
                        <a:rPr lang="en-MY" sz="1400" dirty="0" err="1"/>
                        <a:t>established_year</a:t>
                      </a:r>
                      <a:r>
                        <a:rPr lang="en-MY" sz="1400" dirty="0"/>
                        <a:t>}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35083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Location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[0].location}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063959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Business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[0].business}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40708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Key Metrics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[0].metrics}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671851"/>
                  </a:ext>
                </a:extLst>
              </a:tr>
            </a:tbl>
          </a:graphicData>
        </a:graphic>
      </p:graphicFrame>
      <p:sp>
        <p:nvSpPr>
          <p:cNvPr id="16" name="Title 15">
            <a:extLst>
              <a:ext uri="{FF2B5EF4-FFF2-40B4-BE49-F238E27FC236}">
                <a16:creationId xmlns:a16="http://schemas.microsoft.com/office/drawing/2014/main" id="{23982C3B-D2BE-7635-3897-83745EC04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47" y="59348"/>
            <a:ext cx="9137402" cy="831850"/>
          </a:xfrm>
        </p:spPr>
        <p:txBody>
          <a:bodyPr/>
          <a:lstStyle/>
          <a:p>
            <a:pPr fontAlgn="ctr"/>
            <a:r>
              <a:rPr lang="en-US" dirty="0"/>
              <a:t>{</a:t>
            </a:r>
            <a:r>
              <a:rPr lang="en-US" dirty="0" err="1"/>
              <a:t>d.companies</a:t>
            </a:r>
            <a:r>
              <a:rPr lang="en-US" dirty="0"/>
              <a:t>[0].title}</a:t>
            </a:r>
            <a:br>
              <a:rPr lang="en-US" altLang="ja-JP" i="0" u="none" strike="noStrik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600" i="0" u="none" strike="noStrik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{</a:t>
            </a:r>
            <a:r>
              <a:rPr lang="en-US" sz="1600" dirty="0" err="1"/>
              <a:t>d.companies</a:t>
            </a:r>
            <a:r>
              <a:rPr lang="en-US" sz="1600" dirty="0"/>
              <a:t>[0].message}</a:t>
            </a:r>
            <a:endParaRPr lang="en-US" altLang="ja-JP" sz="1600" i="0" u="none" strike="noStrike" dirty="0">
              <a:effectLst/>
              <a:highlight>
                <a:srgbClr val="FFFF0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" name="グループ化 50">
            <a:extLst>
              <a:ext uri="{FF2B5EF4-FFF2-40B4-BE49-F238E27FC236}">
                <a16:creationId xmlns:a16="http://schemas.microsoft.com/office/drawing/2014/main" id="{303A02C9-E8E5-183E-39B8-B8E5A0C5793F}"/>
              </a:ext>
            </a:extLst>
          </p:cNvPr>
          <p:cNvGrpSpPr/>
          <p:nvPr/>
        </p:nvGrpSpPr>
        <p:grpSpPr>
          <a:xfrm>
            <a:off x="334571" y="1253158"/>
            <a:ext cx="5583238" cy="400110"/>
            <a:chOff x="5337175" y="312975"/>
            <a:chExt cx="4113213" cy="2048120"/>
          </a:xfrm>
        </p:grpSpPr>
        <p:sp>
          <p:nvSpPr>
            <p:cNvPr id="11" name="ColumnHeader">
              <a:extLst>
                <a:ext uri="{FF2B5EF4-FFF2-40B4-BE49-F238E27FC236}">
                  <a16:creationId xmlns:a16="http://schemas.microsoft.com/office/drawing/2014/main" id="{462D6321-1591-C78C-EB3F-25E38D48B84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337175" y="312975"/>
              <a:ext cx="4113213" cy="204812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 type="none" w="lg" len="lg"/>
              <a:tailEnd type="none" w="lg" len="lg"/>
            </a:ln>
            <a:effectLst/>
          </p:spPr>
          <p:txBody>
            <a:bodyPr lIns="0" tIns="91440" rIns="0" bIns="91440" anchor="b">
              <a:spAutoFit/>
            </a:bodyPr>
            <a:lstStyle/>
            <a:p>
              <a:pPr marL="216000" indent="-216000" algn="ctr"/>
              <a:r>
                <a:rPr lang="ja-TH" altLang="en-US" sz="140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会社概要資料</a:t>
              </a:r>
              <a:endParaRPr lang="ja-JP" altLang="en-US" sz="14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2" name="直線コネクタ 52">
              <a:extLst>
                <a:ext uri="{FF2B5EF4-FFF2-40B4-BE49-F238E27FC236}">
                  <a16:creationId xmlns:a16="http://schemas.microsoft.com/office/drawing/2014/main" id="{CAA42C59-319B-DD59-34FD-21126CE1ABBF}"/>
                </a:ext>
              </a:extLst>
            </p:cNvPr>
            <p:cNvCxnSpPr/>
            <p:nvPr/>
          </p:nvCxnSpPr>
          <p:spPr>
            <a:xfrm>
              <a:off x="5337176" y="2267645"/>
              <a:ext cx="4113212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グループ化 50">
            <a:extLst>
              <a:ext uri="{FF2B5EF4-FFF2-40B4-BE49-F238E27FC236}">
                <a16:creationId xmlns:a16="http://schemas.microsoft.com/office/drawing/2014/main" id="{DFC67962-AB43-759D-78FE-BB54C2267EF3}"/>
              </a:ext>
            </a:extLst>
          </p:cNvPr>
          <p:cNvGrpSpPr/>
          <p:nvPr/>
        </p:nvGrpSpPr>
        <p:grpSpPr>
          <a:xfrm>
            <a:off x="6281517" y="1265726"/>
            <a:ext cx="5583238" cy="400110"/>
            <a:chOff x="5337175" y="312975"/>
            <a:chExt cx="4113213" cy="2048120"/>
          </a:xfrm>
        </p:grpSpPr>
        <p:sp>
          <p:nvSpPr>
            <p:cNvPr id="15" name="ColumnHeader">
              <a:extLst>
                <a:ext uri="{FF2B5EF4-FFF2-40B4-BE49-F238E27FC236}">
                  <a16:creationId xmlns:a16="http://schemas.microsoft.com/office/drawing/2014/main" id="{29D62A61-C448-4443-7F2C-A19D8050FB5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337175" y="312975"/>
              <a:ext cx="4113213" cy="204812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 type="none" w="lg" len="lg"/>
              <a:tailEnd type="none" w="lg" len="lg"/>
            </a:ln>
            <a:effectLst/>
          </p:spPr>
          <p:txBody>
            <a:bodyPr lIns="0" tIns="91440" rIns="0" bIns="91440" anchor="b">
              <a:spAutoFit/>
            </a:bodyPr>
            <a:lstStyle/>
            <a:p>
              <a:pPr marL="216000" indent="-216000" algn="ctr"/>
              <a:r>
                <a:rPr lang="en-MY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Product Photos</a:t>
              </a:r>
              <a:endParaRPr lang="ja-JP" altLang="en-US" sz="14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21" name="直線コネクタ 52">
              <a:extLst>
                <a:ext uri="{FF2B5EF4-FFF2-40B4-BE49-F238E27FC236}">
                  <a16:creationId xmlns:a16="http://schemas.microsoft.com/office/drawing/2014/main" id="{030E8A55-FA7E-1AF7-A252-18A0E6E8A991}"/>
                </a:ext>
              </a:extLst>
            </p:cNvPr>
            <p:cNvCxnSpPr/>
            <p:nvPr/>
          </p:nvCxnSpPr>
          <p:spPr>
            <a:xfrm>
              <a:off x="5337176" y="2267645"/>
              <a:ext cx="4113212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9394F413-3CAC-FACC-FD1E-BE84690CDA22}"/>
              </a:ext>
            </a:extLst>
          </p:cNvPr>
          <p:cNvSpPr/>
          <p:nvPr/>
        </p:nvSpPr>
        <p:spPr>
          <a:xfrm>
            <a:off x="350547" y="6131786"/>
            <a:ext cx="9010983" cy="43157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{</a:t>
            </a:r>
            <a:r>
              <a:rPr lang="en-US" altLang="en-US" sz="10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d.companies</a:t>
            </a:r>
            <a:r>
              <a:rPr lang="en-US" alt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[0].footnote}</a:t>
            </a:r>
            <a:endParaRPr lang="en-US" sz="10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689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95485-DF98-F19F-5739-97EF35495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E8E2C50-46FE-692C-A1A1-4ADB993A6C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09E7C74-D955-B733-0D08-BD525B37ED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055961-F335-02DD-D292-AECECCEB84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423199"/>
              </p:ext>
            </p:extLst>
          </p:nvPr>
        </p:nvGraphicFramePr>
        <p:xfrm>
          <a:off x="332643" y="1692843"/>
          <a:ext cx="5580000" cy="21336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1856092752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76721196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Name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</a:t>
                      </a:r>
                      <a:r>
                        <a:rPr lang="en-US" sz="1400" err="1"/>
                        <a:t>companies</a:t>
                      </a:r>
                      <a:r>
                        <a:rPr lang="en-US" sz="1400"/>
                        <a:t>[1].</a:t>
                      </a:r>
                      <a:r>
                        <a:rPr lang="en-US" sz="1400" dirty="0" err="1"/>
                        <a:t>company_name</a:t>
                      </a:r>
                      <a:r>
                        <a:rPr lang="en-US" sz="1400" dirty="0"/>
                        <a:t>}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42168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Est. Year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[1].</a:t>
                      </a:r>
                      <a:r>
                        <a:rPr lang="en-MY" sz="1400" dirty="0" err="1"/>
                        <a:t>established_year</a:t>
                      </a:r>
                      <a:r>
                        <a:rPr lang="en-MY" sz="1400" dirty="0"/>
                        <a:t>}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35083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Location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</a:t>
                      </a:r>
                      <a:r>
                        <a:rPr lang="en-US" sz="1400" err="1"/>
                        <a:t>companies</a:t>
                      </a:r>
                      <a:r>
                        <a:rPr lang="en-US" sz="1400"/>
                        <a:t>[1].</a:t>
                      </a:r>
                      <a:r>
                        <a:rPr lang="en-US" sz="1400" dirty="0"/>
                        <a:t>location}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063959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Business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</a:t>
                      </a:r>
                      <a:r>
                        <a:rPr lang="en-US" sz="1400" err="1"/>
                        <a:t>companies</a:t>
                      </a:r>
                      <a:r>
                        <a:rPr lang="en-US" sz="1400"/>
                        <a:t>[1].</a:t>
                      </a:r>
                      <a:r>
                        <a:rPr lang="en-US" sz="1400" dirty="0"/>
                        <a:t>business}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40708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Key Metrics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[1].metrics}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671851"/>
                  </a:ext>
                </a:extLst>
              </a:tr>
            </a:tbl>
          </a:graphicData>
        </a:graphic>
      </p:graphicFrame>
      <p:sp>
        <p:nvSpPr>
          <p:cNvPr id="16" name="Title 15">
            <a:extLst>
              <a:ext uri="{FF2B5EF4-FFF2-40B4-BE49-F238E27FC236}">
                <a16:creationId xmlns:a16="http://schemas.microsoft.com/office/drawing/2014/main" id="{1CB48C63-EA1F-0786-D092-93E428FB7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47" y="59348"/>
            <a:ext cx="9137402" cy="831850"/>
          </a:xfrm>
        </p:spPr>
        <p:txBody>
          <a:bodyPr/>
          <a:lstStyle/>
          <a:p>
            <a:pPr fontAlgn="ctr"/>
            <a:r>
              <a:rPr lang="en-US" dirty="0"/>
              <a:t>{</a:t>
            </a:r>
            <a:r>
              <a:rPr lang="en-US" dirty="0" err="1"/>
              <a:t>d.</a:t>
            </a:r>
            <a:r>
              <a:rPr lang="en-US" err="1"/>
              <a:t>companies</a:t>
            </a:r>
            <a:r>
              <a:rPr lang="en-US"/>
              <a:t>[1].</a:t>
            </a:r>
            <a:r>
              <a:rPr lang="en-US" dirty="0"/>
              <a:t>title}</a:t>
            </a:r>
            <a:br>
              <a:rPr lang="en-US" altLang="ja-JP" i="0" u="none" strike="noStrik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600" i="0" u="none" strike="noStrik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{</a:t>
            </a:r>
            <a:r>
              <a:rPr lang="en-US" sz="1600" dirty="0" err="1"/>
              <a:t>d.</a:t>
            </a:r>
            <a:r>
              <a:rPr lang="en-US" sz="1600" err="1"/>
              <a:t>companies</a:t>
            </a:r>
            <a:r>
              <a:rPr lang="en-US" sz="1600"/>
              <a:t>[1].</a:t>
            </a:r>
            <a:r>
              <a:rPr lang="en-US" sz="1600" dirty="0"/>
              <a:t>message}</a:t>
            </a:r>
            <a:endParaRPr lang="en-US" altLang="ja-JP" sz="1600" i="0" u="none" strike="noStrike" dirty="0">
              <a:effectLst/>
              <a:highlight>
                <a:srgbClr val="FFFF0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" name="グループ化 50">
            <a:extLst>
              <a:ext uri="{FF2B5EF4-FFF2-40B4-BE49-F238E27FC236}">
                <a16:creationId xmlns:a16="http://schemas.microsoft.com/office/drawing/2014/main" id="{C2A76F4F-BAEA-153C-68D7-913A11DEC113}"/>
              </a:ext>
            </a:extLst>
          </p:cNvPr>
          <p:cNvGrpSpPr/>
          <p:nvPr/>
        </p:nvGrpSpPr>
        <p:grpSpPr>
          <a:xfrm>
            <a:off x="334571" y="1253158"/>
            <a:ext cx="5583238" cy="400110"/>
            <a:chOff x="5337175" y="312975"/>
            <a:chExt cx="4113213" cy="2048120"/>
          </a:xfrm>
        </p:grpSpPr>
        <p:sp>
          <p:nvSpPr>
            <p:cNvPr id="11" name="ColumnHeader">
              <a:extLst>
                <a:ext uri="{FF2B5EF4-FFF2-40B4-BE49-F238E27FC236}">
                  <a16:creationId xmlns:a16="http://schemas.microsoft.com/office/drawing/2014/main" id="{824EB7DC-CDCF-1981-0EF4-8115A9A5F26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337175" y="312975"/>
              <a:ext cx="4113213" cy="204812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 type="none" w="lg" len="lg"/>
              <a:tailEnd type="none" w="lg" len="lg"/>
            </a:ln>
            <a:effectLst/>
          </p:spPr>
          <p:txBody>
            <a:bodyPr lIns="0" tIns="91440" rIns="0" bIns="91440" anchor="b">
              <a:spAutoFit/>
            </a:bodyPr>
            <a:lstStyle/>
            <a:p>
              <a:pPr marL="216000" indent="-216000" algn="ctr"/>
              <a:r>
                <a:rPr lang="ja-TH" altLang="en-US" sz="140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会社概要資料</a:t>
              </a:r>
              <a:endParaRPr lang="ja-JP" altLang="en-US" sz="14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2" name="直線コネクタ 52">
              <a:extLst>
                <a:ext uri="{FF2B5EF4-FFF2-40B4-BE49-F238E27FC236}">
                  <a16:creationId xmlns:a16="http://schemas.microsoft.com/office/drawing/2014/main" id="{77FACBDF-8E91-3A57-C3CF-3057C351A2FE}"/>
                </a:ext>
              </a:extLst>
            </p:cNvPr>
            <p:cNvCxnSpPr/>
            <p:nvPr/>
          </p:nvCxnSpPr>
          <p:spPr>
            <a:xfrm>
              <a:off x="5337176" y="2267645"/>
              <a:ext cx="4113212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グループ化 50">
            <a:extLst>
              <a:ext uri="{FF2B5EF4-FFF2-40B4-BE49-F238E27FC236}">
                <a16:creationId xmlns:a16="http://schemas.microsoft.com/office/drawing/2014/main" id="{1611A846-E197-BD0A-AE2B-E7AD119FA58A}"/>
              </a:ext>
            </a:extLst>
          </p:cNvPr>
          <p:cNvGrpSpPr/>
          <p:nvPr/>
        </p:nvGrpSpPr>
        <p:grpSpPr>
          <a:xfrm>
            <a:off x="6281517" y="1265726"/>
            <a:ext cx="5583238" cy="400110"/>
            <a:chOff x="5337175" y="312975"/>
            <a:chExt cx="4113213" cy="2048120"/>
          </a:xfrm>
        </p:grpSpPr>
        <p:sp>
          <p:nvSpPr>
            <p:cNvPr id="15" name="ColumnHeader">
              <a:extLst>
                <a:ext uri="{FF2B5EF4-FFF2-40B4-BE49-F238E27FC236}">
                  <a16:creationId xmlns:a16="http://schemas.microsoft.com/office/drawing/2014/main" id="{B6BCFD1A-CA68-428F-F9A0-68AABFC4E72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337175" y="312975"/>
              <a:ext cx="4113213" cy="204812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 type="none" w="lg" len="lg"/>
              <a:tailEnd type="none" w="lg" len="lg"/>
            </a:ln>
            <a:effectLst/>
          </p:spPr>
          <p:txBody>
            <a:bodyPr lIns="0" tIns="91440" rIns="0" bIns="91440" anchor="b">
              <a:spAutoFit/>
            </a:bodyPr>
            <a:lstStyle/>
            <a:p>
              <a:pPr marL="216000" indent="-216000" algn="ctr"/>
              <a:r>
                <a:rPr lang="en-MY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Product Photos</a:t>
              </a:r>
              <a:endParaRPr lang="ja-JP" altLang="en-US" sz="14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21" name="直線コネクタ 52">
              <a:extLst>
                <a:ext uri="{FF2B5EF4-FFF2-40B4-BE49-F238E27FC236}">
                  <a16:creationId xmlns:a16="http://schemas.microsoft.com/office/drawing/2014/main" id="{C93F0F4F-8C58-9E2C-6808-639E64C1BC11}"/>
                </a:ext>
              </a:extLst>
            </p:cNvPr>
            <p:cNvCxnSpPr/>
            <p:nvPr/>
          </p:nvCxnSpPr>
          <p:spPr>
            <a:xfrm>
              <a:off x="5337176" y="2267645"/>
              <a:ext cx="4113212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C1E4C124-91B9-0043-7097-9C9556D5560C}"/>
              </a:ext>
            </a:extLst>
          </p:cNvPr>
          <p:cNvSpPr/>
          <p:nvPr/>
        </p:nvSpPr>
        <p:spPr>
          <a:xfrm>
            <a:off x="350547" y="6131786"/>
            <a:ext cx="9010983" cy="43157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{</a:t>
            </a:r>
            <a:r>
              <a:rPr lang="en-US" altLang="en-US" sz="10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d.</a:t>
            </a:r>
            <a:r>
              <a:rPr lang="en-US" altLang="en-US" sz="100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companies</a:t>
            </a:r>
            <a:r>
              <a:rPr lang="en-US" altLang="en-US" sz="10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[1].</a:t>
            </a:r>
            <a:r>
              <a:rPr lang="en-US" alt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footnote}</a:t>
            </a:r>
            <a:endParaRPr lang="en-US" sz="10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704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C3008-E487-97BE-5EE5-511063110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180D53C-E2C2-A6D7-A5E8-787A94335A5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E8E2C50-46FE-692C-A1A1-4ADB993A6C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5">
            <a:extLst>
              <a:ext uri="{FF2B5EF4-FFF2-40B4-BE49-F238E27FC236}">
                <a16:creationId xmlns:a16="http://schemas.microsoft.com/office/drawing/2014/main" id="{7B17B57E-84EA-65BC-7D48-60A13AAE7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47" y="59348"/>
            <a:ext cx="9137402" cy="831850"/>
          </a:xfrm>
        </p:spPr>
        <p:txBody>
          <a:bodyPr/>
          <a:lstStyle/>
          <a:p>
            <a:pPr fontAlgn="ctr"/>
            <a:r>
              <a:rPr lang="en-US" dirty="0"/>
              <a:t>{</a:t>
            </a:r>
            <a:r>
              <a:rPr lang="en-US" dirty="0" err="1"/>
              <a:t>d.companies</a:t>
            </a:r>
            <a:r>
              <a:rPr lang="en-US" dirty="0"/>
              <a:t>[2].title}</a:t>
            </a:r>
            <a:br>
              <a:rPr lang="en-US" altLang="ja-JP" i="0" u="none" strike="noStrik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600" i="0" u="none" strike="noStrik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{</a:t>
            </a:r>
            <a:r>
              <a:rPr lang="en-US" sz="1600" dirty="0" err="1"/>
              <a:t>d.companies</a:t>
            </a:r>
            <a:r>
              <a:rPr lang="en-US" sz="1600" dirty="0"/>
              <a:t>[2].message}</a:t>
            </a:r>
            <a:endParaRPr lang="en-US" altLang="ja-JP" sz="1600" i="0" u="none" strike="noStrike" dirty="0">
              <a:effectLst/>
              <a:highlight>
                <a:srgbClr val="FFFF0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" name="グループ化 50">
            <a:extLst>
              <a:ext uri="{FF2B5EF4-FFF2-40B4-BE49-F238E27FC236}">
                <a16:creationId xmlns:a16="http://schemas.microsoft.com/office/drawing/2014/main" id="{86293E32-74B8-03FA-988E-75BA547EA8BD}"/>
              </a:ext>
            </a:extLst>
          </p:cNvPr>
          <p:cNvGrpSpPr/>
          <p:nvPr/>
        </p:nvGrpSpPr>
        <p:grpSpPr>
          <a:xfrm>
            <a:off x="334571" y="1253158"/>
            <a:ext cx="5583238" cy="400110"/>
            <a:chOff x="5337175" y="312975"/>
            <a:chExt cx="4113213" cy="2048120"/>
          </a:xfrm>
        </p:grpSpPr>
        <p:sp>
          <p:nvSpPr>
            <p:cNvPr id="11" name="ColumnHeader">
              <a:extLst>
                <a:ext uri="{FF2B5EF4-FFF2-40B4-BE49-F238E27FC236}">
                  <a16:creationId xmlns:a16="http://schemas.microsoft.com/office/drawing/2014/main" id="{19889B55-E56B-536A-B0CB-522A6F7DD31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337175" y="312975"/>
              <a:ext cx="4113213" cy="204812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 type="none" w="lg" len="lg"/>
              <a:tailEnd type="none" w="lg" len="lg"/>
            </a:ln>
            <a:effectLst/>
          </p:spPr>
          <p:txBody>
            <a:bodyPr lIns="0" tIns="91440" rIns="0" bIns="91440" anchor="b">
              <a:spAutoFit/>
            </a:bodyPr>
            <a:lstStyle/>
            <a:p>
              <a:pPr marL="216000" indent="-216000" algn="ctr"/>
              <a:r>
                <a:rPr lang="ja-TH" altLang="en-US" sz="140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会社概要資料</a:t>
              </a:r>
              <a:endParaRPr lang="ja-JP" altLang="en-US" sz="14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2" name="直線コネクタ 52">
              <a:extLst>
                <a:ext uri="{FF2B5EF4-FFF2-40B4-BE49-F238E27FC236}">
                  <a16:creationId xmlns:a16="http://schemas.microsoft.com/office/drawing/2014/main" id="{64375FD3-A424-4BE0-9563-6A9A4B772EA7}"/>
                </a:ext>
              </a:extLst>
            </p:cNvPr>
            <p:cNvCxnSpPr/>
            <p:nvPr/>
          </p:nvCxnSpPr>
          <p:spPr>
            <a:xfrm>
              <a:off x="5337176" y="2267645"/>
              <a:ext cx="4113212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グループ化 50">
            <a:extLst>
              <a:ext uri="{FF2B5EF4-FFF2-40B4-BE49-F238E27FC236}">
                <a16:creationId xmlns:a16="http://schemas.microsoft.com/office/drawing/2014/main" id="{444C8920-2960-9297-AC0D-A18E6004D50A}"/>
              </a:ext>
            </a:extLst>
          </p:cNvPr>
          <p:cNvGrpSpPr/>
          <p:nvPr/>
        </p:nvGrpSpPr>
        <p:grpSpPr>
          <a:xfrm>
            <a:off x="6281517" y="1265726"/>
            <a:ext cx="5583238" cy="400110"/>
            <a:chOff x="5337175" y="312975"/>
            <a:chExt cx="4113213" cy="2048120"/>
          </a:xfrm>
        </p:grpSpPr>
        <p:sp>
          <p:nvSpPr>
            <p:cNvPr id="15" name="ColumnHeader">
              <a:extLst>
                <a:ext uri="{FF2B5EF4-FFF2-40B4-BE49-F238E27FC236}">
                  <a16:creationId xmlns:a16="http://schemas.microsoft.com/office/drawing/2014/main" id="{B72B0E44-FEC2-BC33-DDE6-48DF009DC48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337175" y="312975"/>
              <a:ext cx="4113213" cy="204812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 type="none" w="lg" len="lg"/>
              <a:tailEnd type="none" w="lg" len="lg"/>
            </a:ln>
            <a:effectLst/>
          </p:spPr>
          <p:txBody>
            <a:bodyPr lIns="0" tIns="91440" rIns="0" bIns="91440" anchor="b">
              <a:spAutoFit/>
            </a:bodyPr>
            <a:lstStyle/>
            <a:p>
              <a:pPr marL="216000" indent="-216000" algn="ctr"/>
              <a:r>
                <a:rPr lang="en-MY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Product Photos</a:t>
              </a:r>
              <a:endParaRPr lang="ja-JP" altLang="en-US" sz="14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21" name="直線コネクタ 52">
              <a:extLst>
                <a:ext uri="{FF2B5EF4-FFF2-40B4-BE49-F238E27FC236}">
                  <a16:creationId xmlns:a16="http://schemas.microsoft.com/office/drawing/2014/main" id="{11CF7339-4310-EB01-C28C-C1ABC1C17387}"/>
                </a:ext>
              </a:extLst>
            </p:cNvPr>
            <p:cNvCxnSpPr/>
            <p:nvPr/>
          </p:nvCxnSpPr>
          <p:spPr>
            <a:xfrm>
              <a:off x="5337176" y="2267645"/>
              <a:ext cx="4113212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FAA9E85A-6637-703A-A346-5A5592EC3974}"/>
              </a:ext>
            </a:extLst>
          </p:cNvPr>
          <p:cNvSpPr/>
          <p:nvPr/>
        </p:nvSpPr>
        <p:spPr>
          <a:xfrm>
            <a:off x="350547" y="6131786"/>
            <a:ext cx="9010983" cy="43157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{</a:t>
            </a:r>
            <a:r>
              <a:rPr lang="en-US" altLang="en-US" sz="10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d.companies</a:t>
            </a:r>
            <a:r>
              <a:rPr lang="en-US" alt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[2].footnote}</a:t>
            </a:r>
            <a:endParaRPr lang="en-US" sz="10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32A5477-3F57-9071-1241-3DA955D3F0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813007"/>
              </p:ext>
            </p:extLst>
          </p:nvPr>
        </p:nvGraphicFramePr>
        <p:xfrm>
          <a:off x="332643" y="1692843"/>
          <a:ext cx="5580000" cy="21336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1856092752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76721196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Name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[2].</a:t>
                      </a:r>
                      <a:r>
                        <a:rPr lang="en-US" sz="1400" dirty="0" err="1"/>
                        <a:t>company_name</a:t>
                      </a:r>
                      <a:r>
                        <a:rPr lang="en-US" sz="1400" dirty="0"/>
                        <a:t>}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42168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Est. Year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[2].</a:t>
                      </a:r>
                      <a:r>
                        <a:rPr lang="en-MY" sz="1400" dirty="0" err="1"/>
                        <a:t>established_year</a:t>
                      </a:r>
                      <a:r>
                        <a:rPr lang="en-MY" sz="1400" dirty="0"/>
                        <a:t>}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35083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Location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[2].location}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063959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Business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[2].business}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40708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Key Metrics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[2].metrics}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671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331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56772-F8AB-7D97-4AFC-3BF506F80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B6039A3-E1A9-22AF-4EF9-F896C306979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80D53C-E2C2-A6D7-A5E8-787A94335A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5">
            <a:extLst>
              <a:ext uri="{FF2B5EF4-FFF2-40B4-BE49-F238E27FC236}">
                <a16:creationId xmlns:a16="http://schemas.microsoft.com/office/drawing/2014/main" id="{A6838AEF-1D1E-E4BD-720E-69915ACD1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47" y="59348"/>
            <a:ext cx="9137402" cy="831850"/>
          </a:xfrm>
        </p:spPr>
        <p:txBody>
          <a:bodyPr/>
          <a:lstStyle/>
          <a:p>
            <a:pPr fontAlgn="ctr"/>
            <a:r>
              <a:rPr lang="en-US" dirty="0"/>
              <a:t>{</a:t>
            </a:r>
            <a:r>
              <a:rPr lang="en-US" dirty="0" err="1"/>
              <a:t>d.companies</a:t>
            </a:r>
            <a:r>
              <a:rPr lang="en-US" dirty="0"/>
              <a:t>[3].title}</a:t>
            </a:r>
            <a:br>
              <a:rPr lang="en-US" altLang="ja-JP" i="0" u="none" strike="noStrik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600" i="0" u="none" strike="noStrik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{</a:t>
            </a:r>
            <a:r>
              <a:rPr lang="en-US" sz="1600" dirty="0" err="1"/>
              <a:t>d.companies</a:t>
            </a:r>
            <a:r>
              <a:rPr lang="en-US" sz="1600" dirty="0"/>
              <a:t>[3].message}</a:t>
            </a:r>
            <a:endParaRPr lang="en-US" altLang="ja-JP" sz="1600" i="0" u="none" strike="noStrike" dirty="0">
              <a:effectLst/>
              <a:highlight>
                <a:srgbClr val="FFFF0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" name="グループ化 50">
            <a:extLst>
              <a:ext uri="{FF2B5EF4-FFF2-40B4-BE49-F238E27FC236}">
                <a16:creationId xmlns:a16="http://schemas.microsoft.com/office/drawing/2014/main" id="{0BAD3C28-F1C3-027F-F6C2-100692372A06}"/>
              </a:ext>
            </a:extLst>
          </p:cNvPr>
          <p:cNvGrpSpPr/>
          <p:nvPr/>
        </p:nvGrpSpPr>
        <p:grpSpPr>
          <a:xfrm>
            <a:off x="334571" y="1253158"/>
            <a:ext cx="5583238" cy="400110"/>
            <a:chOff x="5337175" y="312975"/>
            <a:chExt cx="4113213" cy="2048120"/>
          </a:xfrm>
        </p:grpSpPr>
        <p:sp>
          <p:nvSpPr>
            <p:cNvPr id="11" name="ColumnHeader">
              <a:extLst>
                <a:ext uri="{FF2B5EF4-FFF2-40B4-BE49-F238E27FC236}">
                  <a16:creationId xmlns:a16="http://schemas.microsoft.com/office/drawing/2014/main" id="{E18FA333-CFA9-0152-4372-5A9C04012D9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337175" y="312975"/>
              <a:ext cx="4113213" cy="204812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 type="none" w="lg" len="lg"/>
              <a:tailEnd type="none" w="lg" len="lg"/>
            </a:ln>
            <a:effectLst/>
          </p:spPr>
          <p:txBody>
            <a:bodyPr lIns="0" tIns="91440" rIns="0" bIns="91440" anchor="b">
              <a:spAutoFit/>
            </a:bodyPr>
            <a:lstStyle/>
            <a:p>
              <a:pPr marL="216000" indent="-216000" algn="ctr"/>
              <a:r>
                <a:rPr lang="ja-TH" altLang="en-US" sz="140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会社概要資料</a:t>
              </a:r>
              <a:endParaRPr lang="ja-JP" altLang="en-US" sz="14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2" name="直線コネクタ 52">
              <a:extLst>
                <a:ext uri="{FF2B5EF4-FFF2-40B4-BE49-F238E27FC236}">
                  <a16:creationId xmlns:a16="http://schemas.microsoft.com/office/drawing/2014/main" id="{086FCD63-2DC7-6990-8EB0-362A9669D657}"/>
                </a:ext>
              </a:extLst>
            </p:cNvPr>
            <p:cNvCxnSpPr/>
            <p:nvPr/>
          </p:nvCxnSpPr>
          <p:spPr>
            <a:xfrm>
              <a:off x="5337176" y="2267645"/>
              <a:ext cx="4113212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グループ化 50">
            <a:extLst>
              <a:ext uri="{FF2B5EF4-FFF2-40B4-BE49-F238E27FC236}">
                <a16:creationId xmlns:a16="http://schemas.microsoft.com/office/drawing/2014/main" id="{79F4DFF2-390C-7E6C-633A-F3E00917146B}"/>
              </a:ext>
            </a:extLst>
          </p:cNvPr>
          <p:cNvGrpSpPr/>
          <p:nvPr/>
        </p:nvGrpSpPr>
        <p:grpSpPr>
          <a:xfrm>
            <a:off x="6281517" y="1265726"/>
            <a:ext cx="5583238" cy="400110"/>
            <a:chOff x="5337175" y="312975"/>
            <a:chExt cx="4113213" cy="2048120"/>
          </a:xfrm>
        </p:grpSpPr>
        <p:sp>
          <p:nvSpPr>
            <p:cNvPr id="15" name="ColumnHeader">
              <a:extLst>
                <a:ext uri="{FF2B5EF4-FFF2-40B4-BE49-F238E27FC236}">
                  <a16:creationId xmlns:a16="http://schemas.microsoft.com/office/drawing/2014/main" id="{83D38F5E-F5DE-5F79-B282-9152A25B5E7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337175" y="312975"/>
              <a:ext cx="4113213" cy="204812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 type="none" w="lg" len="lg"/>
              <a:tailEnd type="none" w="lg" len="lg"/>
            </a:ln>
            <a:effectLst/>
          </p:spPr>
          <p:txBody>
            <a:bodyPr lIns="0" tIns="91440" rIns="0" bIns="91440" anchor="b">
              <a:spAutoFit/>
            </a:bodyPr>
            <a:lstStyle/>
            <a:p>
              <a:pPr marL="216000" indent="-216000" algn="ctr"/>
              <a:r>
                <a:rPr lang="en-MY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Product Photos</a:t>
              </a:r>
              <a:endParaRPr lang="ja-JP" altLang="en-US" sz="14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21" name="直線コネクタ 52">
              <a:extLst>
                <a:ext uri="{FF2B5EF4-FFF2-40B4-BE49-F238E27FC236}">
                  <a16:creationId xmlns:a16="http://schemas.microsoft.com/office/drawing/2014/main" id="{D4ECAA91-6CA0-D2CF-54A2-074E39FCBC8F}"/>
                </a:ext>
              </a:extLst>
            </p:cNvPr>
            <p:cNvCxnSpPr/>
            <p:nvPr/>
          </p:nvCxnSpPr>
          <p:spPr>
            <a:xfrm>
              <a:off x="5337176" y="2267645"/>
              <a:ext cx="4113212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97BAA4A9-7C85-3181-1E94-2AFFB1C32410}"/>
              </a:ext>
            </a:extLst>
          </p:cNvPr>
          <p:cNvSpPr/>
          <p:nvPr/>
        </p:nvSpPr>
        <p:spPr>
          <a:xfrm>
            <a:off x="350547" y="6131786"/>
            <a:ext cx="9010983" cy="43157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{</a:t>
            </a:r>
            <a:r>
              <a:rPr lang="en-US" altLang="en-US" sz="10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d.companies</a:t>
            </a:r>
            <a:r>
              <a:rPr lang="en-US" alt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[3].footnote}</a:t>
            </a:r>
            <a:endParaRPr lang="en-US" sz="10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F33DC19-3883-F8A3-6D25-849E6344A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383932"/>
              </p:ext>
            </p:extLst>
          </p:nvPr>
        </p:nvGraphicFramePr>
        <p:xfrm>
          <a:off x="332643" y="1692843"/>
          <a:ext cx="5580000" cy="21336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1856092752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76721196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Name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[3].</a:t>
                      </a:r>
                      <a:r>
                        <a:rPr lang="en-US" sz="1400" dirty="0" err="1"/>
                        <a:t>company_name</a:t>
                      </a:r>
                      <a:r>
                        <a:rPr lang="en-US" sz="1400" dirty="0"/>
                        <a:t>}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42168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Est. Year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[3].</a:t>
                      </a:r>
                      <a:r>
                        <a:rPr lang="en-MY" sz="1400" dirty="0" err="1"/>
                        <a:t>established_year</a:t>
                      </a:r>
                      <a:r>
                        <a:rPr lang="en-MY" sz="1400" dirty="0"/>
                        <a:t>}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35083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Location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[3].location}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063959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Business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[3].business}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40708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Key Metrics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[3].metrics}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671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0515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04E39-A181-653E-8EB7-D1B04EAE4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F929C2C-3840-6BE7-FF5C-F44ABD586F8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B6039A3-E1A9-22AF-4EF9-F896C30697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5">
            <a:extLst>
              <a:ext uri="{FF2B5EF4-FFF2-40B4-BE49-F238E27FC236}">
                <a16:creationId xmlns:a16="http://schemas.microsoft.com/office/drawing/2014/main" id="{AEB25DB4-62E1-ED22-F905-088090363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47" y="59348"/>
            <a:ext cx="9137402" cy="831850"/>
          </a:xfrm>
        </p:spPr>
        <p:txBody>
          <a:bodyPr/>
          <a:lstStyle/>
          <a:p>
            <a:pPr fontAlgn="ctr"/>
            <a:r>
              <a:rPr lang="en-US" dirty="0"/>
              <a:t>{</a:t>
            </a:r>
            <a:r>
              <a:rPr lang="en-US" dirty="0" err="1"/>
              <a:t>d.companies</a:t>
            </a:r>
            <a:r>
              <a:rPr lang="en-US" dirty="0"/>
              <a:t>[4].title}</a:t>
            </a:r>
            <a:br>
              <a:rPr lang="en-US" altLang="ja-JP" i="0" u="none" strike="noStrik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600" i="0" u="none" strike="noStrik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{</a:t>
            </a:r>
            <a:r>
              <a:rPr lang="en-US" sz="1600" dirty="0" err="1"/>
              <a:t>d.companies</a:t>
            </a:r>
            <a:r>
              <a:rPr lang="en-US" sz="1600" dirty="0"/>
              <a:t>[4].message}</a:t>
            </a:r>
            <a:endParaRPr lang="en-US" altLang="ja-JP" sz="1600" i="0" u="none" strike="noStrike" dirty="0">
              <a:effectLst/>
              <a:highlight>
                <a:srgbClr val="FFFF0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" name="グループ化 50">
            <a:extLst>
              <a:ext uri="{FF2B5EF4-FFF2-40B4-BE49-F238E27FC236}">
                <a16:creationId xmlns:a16="http://schemas.microsoft.com/office/drawing/2014/main" id="{DB160BEA-4682-2750-AE0C-ACA1C1F07240}"/>
              </a:ext>
            </a:extLst>
          </p:cNvPr>
          <p:cNvGrpSpPr/>
          <p:nvPr/>
        </p:nvGrpSpPr>
        <p:grpSpPr>
          <a:xfrm>
            <a:off x="334571" y="1253158"/>
            <a:ext cx="5583238" cy="400110"/>
            <a:chOff x="5337175" y="312975"/>
            <a:chExt cx="4113213" cy="2048120"/>
          </a:xfrm>
        </p:grpSpPr>
        <p:sp>
          <p:nvSpPr>
            <p:cNvPr id="11" name="ColumnHeader">
              <a:extLst>
                <a:ext uri="{FF2B5EF4-FFF2-40B4-BE49-F238E27FC236}">
                  <a16:creationId xmlns:a16="http://schemas.microsoft.com/office/drawing/2014/main" id="{75986166-C9BF-1942-3209-9B05ED02E70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337175" y="312975"/>
              <a:ext cx="4113213" cy="204812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 type="none" w="lg" len="lg"/>
              <a:tailEnd type="none" w="lg" len="lg"/>
            </a:ln>
            <a:effectLst/>
          </p:spPr>
          <p:txBody>
            <a:bodyPr lIns="0" tIns="91440" rIns="0" bIns="91440" anchor="b">
              <a:spAutoFit/>
            </a:bodyPr>
            <a:lstStyle/>
            <a:p>
              <a:pPr marL="216000" indent="-216000" algn="ctr"/>
              <a:r>
                <a:rPr lang="ja-TH" altLang="en-US" sz="140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会社概要資料</a:t>
              </a:r>
              <a:endParaRPr lang="ja-JP" altLang="en-US" sz="14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2" name="直線コネクタ 52">
              <a:extLst>
                <a:ext uri="{FF2B5EF4-FFF2-40B4-BE49-F238E27FC236}">
                  <a16:creationId xmlns:a16="http://schemas.microsoft.com/office/drawing/2014/main" id="{58A96E93-0AD7-62BE-3E06-5E1372D9E5B0}"/>
                </a:ext>
              </a:extLst>
            </p:cNvPr>
            <p:cNvCxnSpPr/>
            <p:nvPr/>
          </p:nvCxnSpPr>
          <p:spPr>
            <a:xfrm>
              <a:off x="5337176" y="2267645"/>
              <a:ext cx="4113212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グループ化 50">
            <a:extLst>
              <a:ext uri="{FF2B5EF4-FFF2-40B4-BE49-F238E27FC236}">
                <a16:creationId xmlns:a16="http://schemas.microsoft.com/office/drawing/2014/main" id="{2CD10150-F609-C681-0AE1-459A4026D2DC}"/>
              </a:ext>
            </a:extLst>
          </p:cNvPr>
          <p:cNvGrpSpPr/>
          <p:nvPr/>
        </p:nvGrpSpPr>
        <p:grpSpPr>
          <a:xfrm>
            <a:off x="6281517" y="1265726"/>
            <a:ext cx="5583238" cy="400110"/>
            <a:chOff x="5337175" y="312975"/>
            <a:chExt cx="4113213" cy="2048120"/>
          </a:xfrm>
        </p:grpSpPr>
        <p:sp>
          <p:nvSpPr>
            <p:cNvPr id="15" name="ColumnHeader">
              <a:extLst>
                <a:ext uri="{FF2B5EF4-FFF2-40B4-BE49-F238E27FC236}">
                  <a16:creationId xmlns:a16="http://schemas.microsoft.com/office/drawing/2014/main" id="{EF33AB85-9CF3-B7FF-900D-EE6243CBF62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337175" y="312975"/>
              <a:ext cx="4113213" cy="204812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 type="none" w="lg" len="lg"/>
              <a:tailEnd type="none" w="lg" len="lg"/>
            </a:ln>
            <a:effectLst/>
          </p:spPr>
          <p:txBody>
            <a:bodyPr lIns="0" tIns="91440" rIns="0" bIns="91440" anchor="b">
              <a:spAutoFit/>
            </a:bodyPr>
            <a:lstStyle/>
            <a:p>
              <a:pPr marL="216000" indent="-216000" algn="ctr"/>
              <a:r>
                <a:rPr lang="en-MY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Product Photos</a:t>
              </a:r>
              <a:endParaRPr lang="ja-JP" altLang="en-US" sz="14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21" name="直線コネクタ 52">
              <a:extLst>
                <a:ext uri="{FF2B5EF4-FFF2-40B4-BE49-F238E27FC236}">
                  <a16:creationId xmlns:a16="http://schemas.microsoft.com/office/drawing/2014/main" id="{85C56651-B0F7-D3F7-C513-75AC0A57B869}"/>
                </a:ext>
              </a:extLst>
            </p:cNvPr>
            <p:cNvCxnSpPr/>
            <p:nvPr/>
          </p:nvCxnSpPr>
          <p:spPr>
            <a:xfrm>
              <a:off x="5337176" y="2267645"/>
              <a:ext cx="4113212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87E43F8-2F67-3C36-7045-D4BE824DB03F}"/>
              </a:ext>
            </a:extLst>
          </p:cNvPr>
          <p:cNvSpPr/>
          <p:nvPr/>
        </p:nvSpPr>
        <p:spPr>
          <a:xfrm>
            <a:off x="350547" y="6131786"/>
            <a:ext cx="9010983" cy="43157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{</a:t>
            </a:r>
            <a:r>
              <a:rPr lang="en-US" altLang="en-US" sz="10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d.companies</a:t>
            </a:r>
            <a:r>
              <a:rPr lang="en-US" alt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[4].footnote}</a:t>
            </a:r>
            <a:endParaRPr lang="en-US" sz="10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91D516C-1E2C-7FB5-3C4E-DE51FD74F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993306"/>
              </p:ext>
            </p:extLst>
          </p:nvPr>
        </p:nvGraphicFramePr>
        <p:xfrm>
          <a:off x="332643" y="1692843"/>
          <a:ext cx="5580000" cy="21336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1856092752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76721196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Name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[4].</a:t>
                      </a:r>
                      <a:r>
                        <a:rPr lang="en-US" sz="1400" dirty="0" err="1"/>
                        <a:t>company_name</a:t>
                      </a:r>
                      <a:r>
                        <a:rPr lang="en-US" sz="1400" dirty="0"/>
                        <a:t>}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42168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Est. Year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[4].</a:t>
                      </a:r>
                      <a:r>
                        <a:rPr lang="en-MY" sz="1400" dirty="0" err="1"/>
                        <a:t>established_year</a:t>
                      </a:r>
                      <a:r>
                        <a:rPr lang="en-MY" sz="1400" dirty="0"/>
                        <a:t>}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35083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Location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[4].location}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063959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Business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[4].business}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40708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Key Metrics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[4].metrics}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671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9204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D045D-53B5-7595-D74E-CF7366FD7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194D34A-809C-E8AE-B9E9-68EAD243B62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929C2C-3840-6BE7-FF5C-F44ABD586F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5">
            <a:extLst>
              <a:ext uri="{FF2B5EF4-FFF2-40B4-BE49-F238E27FC236}">
                <a16:creationId xmlns:a16="http://schemas.microsoft.com/office/drawing/2014/main" id="{0AC7DCBB-B8DE-BC08-87D8-E80D4FD17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47" y="59348"/>
            <a:ext cx="9137402" cy="831850"/>
          </a:xfrm>
        </p:spPr>
        <p:txBody>
          <a:bodyPr/>
          <a:lstStyle/>
          <a:p>
            <a:pPr fontAlgn="ctr"/>
            <a:r>
              <a:rPr lang="en-US" dirty="0"/>
              <a:t>{</a:t>
            </a:r>
            <a:r>
              <a:rPr lang="en-US" dirty="0" err="1"/>
              <a:t>d.companies</a:t>
            </a:r>
            <a:r>
              <a:rPr lang="en-US" dirty="0"/>
              <a:t>[5].title}</a:t>
            </a:r>
            <a:br>
              <a:rPr lang="en-US" altLang="ja-JP" i="0" u="none" strike="noStrik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600" i="0" u="none" strike="noStrik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{</a:t>
            </a:r>
            <a:r>
              <a:rPr lang="en-US" sz="1600" dirty="0" err="1"/>
              <a:t>d.companies</a:t>
            </a:r>
            <a:r>
              <a:rPr lang="en-US" sz="1600" dirty="0"/>
              <a:t>[5].message}</a:t>
            </a:r>
            <a:endParaRPr lang="en-US" altLang="ja-JP" sz="1600" i="0" u="none" strike="noStrike" dirty="0">
              <a:effectLst/>
              <a:highlight>
                <a:srgbClr val="FFFF0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" name="グループ化 50">
            <a:extLst>
              <a:ext uri="{FF2B5EF4-FFF2-40B4-BE49-F238E27FC236}">
                <a16:creationId xmlns:a16="http://schemas.microsoft.com/office/drawing/2014/main" id="{C207E6B0-AAA5-A168-ADA0-3947001378E1}"/>
              </a:ext>
            </a:extLst>
          </p:cNvPr>
          <p:cNvGrpSpPr/>
          <p:nvPr/>
        </p:nvGrpSpPr>
        <p:grpSpPr>
          <a:xfrm>
            <a:off x="334571" y="1253158"/>
            <a:ext cx="5583238" cy="400110"/>
            <a:chOff x="5337175" y="312975"/>
            <a:chExt cx="4113213" cy="2048120"/>
          </a:xfrm>
        </p:grpSpPr>
        <p:sp>
          <p:nvSpPr>
            <p:cNvPr id="11" name="ColumnHeader">
              <a:extLst>
                <a:ext uri="{FF2B5EF4-FFF2-40B4-BE49-F238E27FC236}">
                  <a16:creationId xmlns:a16="http://schemas.microsoft.com/office/drawing/2014/main" id="{F306DDA8-6555-60B9-45A8-D543B6A4F54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337175" y="312975"/>
              <a:ext cx="4113213" cy="204812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 type="none" w="lg" len="lg"/>
              <a:tailEnd type="none" w="lg" len="lg"/>
            </a:ln>
            <a:effectLst/>
          </p:spPr>
          <p:txBody>
            <a:bodyPr lIns="0" tIns="91440" rIns="0" bIns="91440" anchor="b">
              <a:spAutoFit/>
            </a:bodyPr>
            <a:lstStyle/>
            <a:p>
              <a:pPr marL="216000" indent="-216000" algn="ctr"/>
              <a:r>
                <a:rPr lang="ja-TH" altLang="en-US" sz="140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会社概要資料</a:t>
              </a:r>
              <a:endParaRPr lang="ja-JP" altLang="en-US" sz="14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2" name="直線コネクタ 52">
              <a:extLst>
                <a:ext uri="{FF2B5EF4-FFF2-40B4-BE49-F238E27FC236}">
                  <a16:creationId xmlns:a16="http://schemas.microsoft.com/office/drawing/2014/main" id="{4DBB4B8A-29D7-89A0-D152-F728301E1CD8}"/>
                </a:ext>
              </a:extLst>
            </p:cNvPr>
            <p:cNvCxnSpPr/>
            <p:nvPr/>
          </p:nvCxnSpPr>
          <p:spPr>
            <a:xfrm>
              <a:off x="5337176" y="2267645"/>
              <a:ext cx="4113212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グループ化 50">
            <a:extLst>
              <a:ext uri="{FF2B5EF4-FFF2-40B4-BE49-F238E27FC236}">
                <a16:creationId xmlns:a16="http://schemas.microsoft.com/office/drawing/2014/main" id="{1499B24D-2939-3E63-A67A-C98858FF17FF}"/>
              </a:ext>
            </a:extLst>
          </p:cNvPr>
          <p:cNvGrpSpPr/>
          <p:nvPr/>
        </p:nvGrpSpPr>
        <p:grpSpPr>
          <a:xfrm>
            <a:off x="6281517" y="1265726"/>
            <a:ext cx="5583238" cy="400110"/>
            <a:chOff x="5337175" y="312975"/>
            <a:chExt cx="4113213" cy="2048120"/>
          </a:xfrm>
        </p:grpSpPr>
        <p:sp>
          <p:nvSpPr>
            <p:cNvPr id="15" name="ColumnHeader">
              <a:extLst>
                <a:ext uri="{FF2B5EF4-FFF2-40B4-BE49-F238E27FC236}">
                  <a16:creationId xmlns:a16="http://schemas.microsoft.com/office/drawing/2014/main" id="{E493F38B-B368-7FCB-32FE-86AEFACFC79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337175" y="312975"/>
              <a:ext cx="4113213" cy="204812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 type="none" w="lg" len="lg"/>
              <a:tailEnd type="none" w="lg" len="lg"/>
            </a:ln>
            <a:effectLst/>
          </p:spPr>
          <p:txBody>
            <a:bodyPr lIns="0" tIns="91440" rIns="0" bIns="91440" anchor="b">
              <a:spAutoFit/>
            </a:bodyPr>
            <a:lstStyle/>
            <a:p>
              <a:pPr marL="216000" indent="-216000" algn="ctr"/>
              <a:r>
                <a:rPr lang="en-MY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Product Photos</a:t>
              </a:r>
              <a:endParaRPr lang="ja-JP" altLang="en-US" sz="14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21" name="直線コネクタ 52">
              <a:extLst>
                <a:ext uri="{FF2B5EF4-FFF2-40B4-BE49-F238E27FC236}">
                  <a16:creationId xmlns:a16="http://schemas.microsoft.com/office/drawing/2014/main" id="{D654EADD-B4A4-1906-7D5C-B52DFE3F501A}"/>
                </a:ext>
              </a:extLst>
            </p:cNvPr>
            <p:cNvCxnSpPr/>
            <p:nvPr/>
          </p:nvCxnSpPr>
          <p:spPr>
            <a:xfrm>
              <a:off x="5337176" y="2267645"/>
              <a:ext cx="4113212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0B27BB50-E9FF-7ACF-0C26-A2BD3D04E446}"/>
              </a:ext>
            </a:extLst>
          </p:cNvPr>
          <p:cNvSpPr/>
          <p:nvPr/>
        </p:nvSpPr>
        <p:spPr>
          <a:xfrm>
            <a:off x="350547" y="6131786"/>
            <a:ext cx="9010983" cy="43157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{</a:t>
            </a:r>
            <a:r>
              <a:rPr lang="en-US" altLang="en-US" sz="10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d.companies</a:t>
            </a:r>
            <a:r>
              <a:rPr lang="en-US" alt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[5].footnote}</a:t>
            </a:r>
            <a:endParaRPr lang="en-US" sz="10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4234196-34F3-1D56-DA26-149027432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979874"/>
              </p:ext>
            </p:extLst>
          </p:nvPr>
        </p:nvGraphicFramePr>
        <p:xfrm>
          <a:off x="332643" y="1692843"/>
          <a:ext cx="5580000" cy="21336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1856092752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76721196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Name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[5].</a:t>
                      </a:r>
                      <a:r>
                        <a:rPr lang="en-US" sz="1400" dirty="0" err="1"/>
                        <a:t>company_name</a:t>
                      </a:r>
                      <a:r>
                        <a:rPr lang="en-US" sz="1400" dirty="0"/>
                        <a:t>}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42168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Est. Year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[5].</a:t>
                      </a:r>
                      <a:r>
                        <a:rPr lang="en-MY" sz="1400" dirty="0" err="1"/>
                        <a:t>established_year</a:t>
                      </a:r>
                      <a:r>
                        <a:rPr lang="en-MY" sz="1400" dirty="0"/>
                        <a:t>}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35083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Location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[5].location}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063959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Business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[5].business}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40708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Key Metrics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[5].metrics}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671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228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1F851-81A3-AFAF-1E8B-BF06E18E6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2DE2745-7685-3648-981A-48D13B70E12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194D34A-809C-E8AE-B9E9-68EAD243B6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5">
            <a:extLst>
              <a:ext uri="{FF2B5EF4-FFF2-40B4-BE49-F238E27FC236}">
                <a16:creationId xmlns:a16="http://schemas.microsoft.com/office/drawing/2014/main" id="{CB6FF409-3A9F-E4C4-2927-FAD2D6F3B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47" y="59348"/>
            <a:ext cx="9137402" cy="831850"/>
          </a:xfrm>
        </p:spPr>
        <p:txBody>
          <a:bodyPr/>
          <a:lstStyle/>
          <a:p>
            <a:pPr fontAlgn="ctr"/>
            <a:r>
              <a:rPr lang="en-US" dirty="0"/>
              <a:t>{</a:t>
            </a:r>
            <a:r>
              <a:rPr lang="en-US" dirty="0" err="1"/>
              <a:t>d.companies</a:t>
            </a:r>
            <a:r>
              <a:rPr lang="en-US" dirty="0"/>
              <a:t>[6].title}</a:t>
            </a:r>
            <a:br>
              <a:rPr lang="en-US" altLang="ja-JP" i="0" u="none" strike="noStrik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600" i="0" u="none" strike="noStrik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{</a:t>
            </a:r>
            <a:r>
              <a:rPr lang="en-US" sz="1600" dirty="0" err="1"/>
              <a:t>d.companies</a:t>
            </a:r>
            <a:r>
              <a:rPr lang="en-US" sz="1600" dirty="0"/>
              <a:t>[6].message}</a:t>
            </a:r>
            <a:endParaRPr lang="en-US" altLang="ja-JP" sz="1600" i="0" u="none" strike="noStrike" dirty="0">
              <a:effectLst/>
              <a:highlight>
                <a:srgbClr val="FFFF0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" name="グループ化 50">
            <a:extLst>
              <a:ext uri="{FF2B5EF4-FFF2-40B4-BE49-F238E27FC236}">
                <a16:creationId xmlns:a16="http://schemas.microsoft.com/office/drawing/2014/main" id="{FA932135-6604-FFDA-D5D1-8C60495AB667}"/>
              </a:ext>
            </a:extLst>
          </p:cNvPr>
          <p:cNvGrpSpPr/>
          <p:nvPr/>
        </p:nvGrpSpPr>
        <p:grpSpPr>
          <a:xfrm>
            <a:off x="334571" y="1253158"/>
            <a:ext cx="5583238" cy="400110"/>
            <a:chOff x="5337175" y="312975"/>
            <a:chExt cx="4113213" cy="2048120"/>
          </a:xfrm>
        </p:grpSpPr>
        <p:sp>
          <p:nvSpPr>
            <p:cNvPr id="11" name="ColumnHeader">
              <a:extLst>
                <a:ext uri="{FF2B5EF4-FFF2-40B4-BE49-F238E27FC236}">
                  <a16:creationId xmlns:a16="http://schemas.microsoft.com/office/drawing/2014/main" id="{C1A9D9F4-81A8-B674-1D89-4A0B1260E08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337175" y="312975"/>
              <a:ext cx="4113213" cy="204812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 type="none" w="lg" len="lg"/>
              <a:tailEnd type="none" w="lg" len="lg"/>
            </a:ln>
            <a:effectLst/>
          </p:spPr>
          <p:txBody>
            <a:bodyPr lIns="0" tIns="91440" rIns="0" bIns="91440" anchor="b">
              <a:spAutoFit/>
            </a:bodyPr>
            <a:lstStyle/>
            <a:p>
              <a:pPr marL="216000" indent="-216000" algn="ctr"/>
              <a:r>
                <a:rPr lang="ja-TH" altLang="en-US" sz="140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会社概要資料</a:t>
              </a:r>
              <a:endParaRPr lang="ja-JP" altLang="en-US" sz="14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2" name="直線コネクタ 52">
              <a:extLst>
                <a:ext uri="{FF2B5EF4-FFF2-40B4-BE49-F238E27FC236}">
                  <a16:creationId xmlns:a16="http://schemas.microsoft.com/office/drawing/2014/main" id="{4219E38D-3176-ECD7-820F-55DADBDD87E3}"/>
                </a:ext>
              </a:extLst>
            </p:cNvPr>
            <p:cNvCxnSpPr/>
            <p:nvPr/>
          </p:nvCxnSpPr>
          <p:spPr>
            <a:xfrm>
              <a:off x="5337176" y="2267645"/>
              <a:ext cx="4113212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グループ化 50">
            <a:extLst>
              <a:ext uri="{FF2B5EF4-FFF2-40B4-BE49-F238E27FC236}">
                <a16:creationId xmlns:a16="http://schemas.microsoft.com/office/drawing/2014/main" id="{CD9BE558-CF99-E9D4-5322-1E64D8182084}"/>
              </a:ext>
            </a:extLst>
          </p:cNvPr>
          <p:cNvGrpSpPr/>
          <p:nvPr/>
        </p:nvGrpSpPr>
        <p:grpSpPr>
          <a:xfrm>
            <a:off x="6281517" y="1265726"/>
            <a:ext cx="5583238" cy="400110"/>
            <a:chOff x="5337175" y="312975"/>
            <a:chExt cx="4113213" cy="2048120"/>
          </a:xfrm>
        </p:grpSpPr>
        <p:sp>
          <p:nvSpPr>
            <p:cNvPr id="15" name="ColumnHeader">
              <a:extLst>
                <a:ext uri="{FF2B5EF4-FFF2-40B4-BE49-F238E27FC236}">
                  <a16:creationId xmlns:a16="http://schemas.microsoft.com/office/drawing/2014/main" id="{B3347FB5-7438-6ECF-68A3-24FA73A9DEE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337175" y="312975"/>
              <a:ext cx="4113213" cy="204812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 type="none" w="lg" len="lg"/>
              <a:tailEnd type="none" w="lg" len="lg"/>
            </a:ln>
            <a:effectLst/>
          </p:spPr>
          <p:txBody>
            <a:bodyPr lIns="0" tIns="91440" rIns="0" bIns="91440" anchor="b">
              <a:spAutoFit/>
            </a:bodyPr>
            <a:lstStyle/>
            <a:p>
              <a:pPr marL="216000" indent="-216000" algn="ctr"/>
              <a:r>
                <a:rPr lang="en-MY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Product Photos</a:t>
              </a:r>
              <a:endParaRPr lang="ja-JP" altLang="en-US" sz="14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21" name="直線コネクタ 52">
              <a:extLst>
                <a:ext uri="{FF2B5EF4-FFF2-40B4-BE49-F238E27FC236}">
                  <a16:creationId xmlns:a16="http://schemas.microsoft.com/office/drawing/2014/main" id="{4E9E5962-2D62-739D-57C0-428D6C6C4A28}"/>
                </a:ext>
              </a:extLst>
            </p:cNvPr>
            <p:cNvCxnSpPr/>
            <p:nvPr/>
          </p:nvCxnSpPr>
          <p:spPr>
            <a:xfrm>
              <a:off x="5337176" y="2267645"/>
              <a:ext cx="4113212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7780239A-0179-A8C4-A95B-9CC7C4FA6F0E}"/>
              </a:ext>
            </a:extLst>
          </p:cNvPr>
          <p:cNvSpPr/>
          <p:nvPr/>
        </p:nvSpPr>
        <p:spPr>
          <a:xfrm>
            <a:off x="350547" y="6131786"/>
            <a:ext cx="9010983" cy="43157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{</a:t>
            </a:r>
            <a:r>
              <a:rPr lang="en-US" altLang="en-US" sz="10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d.companies</a:t>
            </a:r>
            <a:r>
              <a:rPr lang="en-US" alt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[6].footnote}</a:t>
            </a:r>
            <a:endParaRPr lang="en-US" sz="10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FE9A65-A5E3-A483-5462-C7CCA451B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630307"/>
              </p:ext>
            </p:extLst>
          </p:nvPr>
        </p:nvGraphicFramePr>
        <p:xfrm>
          <a:off x="332643" y="1692843"/>
          <a:ext cx="5580000" cy="21336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1856092752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76721196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Name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[6].</a:t>
                      </a:r>
                      <a:r>
                        <a:rPr lang="en-US" sz="1400" dirty="0" err="1"/>
                        <a:t>company_name</a:t>
                      </a:r>
                      <a:r>
                        <a:rPr lang="en-US" sz="1400" dirty="0"/>
                        <a:t>}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42168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Est. Year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[6].</a:t>
                      </a:r>
                      <a:r>
                        <a:rPr lang="en-MY" sz="1400" dirty="0" err="1"/>
                        <a:t>established_year</a:t>
                      </a:r>
                      <a:r>
                        <a:rPr lang="en-MY" sz="1400" dirty="0"/>
                        <a:t>}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35083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Location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[6].location}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063959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Business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[6].business}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40708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Key Metrics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[6].metrics}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671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852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8E185-A91E-6FBD-1C39-5DF8DB9DC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B93987F-837D-6488-6B54-3E2239681DE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2DE2745-7685-3648-981A-48D13B70E1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5">
            <a:extLst>
              <a:ext uri="{FF2B5EF4-FFF2-40B4-BE49-F238E27FC236}">
                <a16:creationId xmlns:a16="http://schemas.microsoft.com/office/drawing/2014/main" id="{5ECF225A-9980-C3B9-AA7A-31FD69C44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47" y="59348"/>
            <a:ext cx="9137402" cy="831850"/>
          </a:xfrm>
        </p:spPr>
        <p:txBody>
          <a:bodyPr/>
          <a:lstStyle/>
          <a:p>
            <a:pPr fontAlgn="ctr"/>
            <a:r>
              <a:rPr lang="en-US" dirty="0"/>
              <a:t>{</a:t>
            </a:r>
            <a:r>
              <a:rPr lang="en-US" dirty="0" err="1"/>
              <a:t>d.companies</a:t>
            </a:r>
            <a:r>
              <a:rPr lang="en-US" dirty="0"/>
              <a:t>[7].title}</a:t>
            </a:r>
            <a:br>
              <a:rPr lang="en-US" altLang="ja-JP" i="0" u="none" strike="noStrik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600" i="0" u="none" strike="noStrik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{</a:t>
            </a:r>
            <a:r>
              <a:rPr lang="en-US" sz="1600" dirty="0" err="1"/>
              <a:t>d.companies</a:t>
            </a:r>
            <a:r>
              <a:rPr lang="en-US" sz="1600" dirty="0"/>
              <a:t>[7].message}</a:t>
            </a:r>
            <a:endParaRPr lang="en-US" altLang="ja-JP" sz="1600" i="0" u="none" strike="noStrike" dirty="0">
              <a:effectLst/>
              <a:highlight>
                <a:srgbClr val="FFFF0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" name="グループ化 50">
            <a:extLst>
              <a:ext uri="{FF2B5EF4-FFF2-40B4-BE49-F238E27FC236}">
                <a16:creationId xmlns:a16="http://schemas.microsoft.com/office/drawing/2014/main" id="{25F315F6-7248-1F35-E1D5-1696C97EC489}"/>
              </a:ext>
            </a:extLst>
          </p:cNvPr>
          <p:cNvGrpSpPr/>
          <p:nvPr/>
        </p:nvGrpSpPr>
        <p:grpSpPr>
          <a:xfrm>
            <a:off x="334571" y="1253158"/>
            <a:ext cx="5583238" cy="400110"/>
            <a:chOff x="5337175" y="312975"/>
            <a:chExt cx="4113213" cy="2048120"/>
          </a:xfrm>
        </p:grpSpPr>
        <p:sp>
          <p:nvSpPr>
            <p:cNvPr id="11" name="ColumnHeader">
              <a:extLst>
                <a:ext uri="{FF2B5EF4-FFF2-40B4-BE49-F238E27FC236}">
                  <a16:creationId xmlns:a16="http://schemas.microsoft.com/office/drawing/2014/main" id="{A05B1ED7-9E70-6799-56CB-44CCC76800C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337175" y="312975"/>
              <a:ext cx="4113213" cy="204812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 type="none" w="lg" len="lg"/>
              <a:tailEnd type="none" w="lg" len="lg"/>
            </a:ln>
            <a:effectLst/>
          </p:spPr>
          <p:txBody>
            <a:bodyPr lIns="0" tIns="91440" rIns="0" bIns="91440" anchor="b">
              <a:spAutoFit/>
            </a:bodyPr>
            <a:lstStyle/>
            <a:p>
              <a:pPr marL="216000" indent="-216000" algn="ctr"/>
              <a:r>
                <a:rPr lang="ja-TH" altLang="en-US" sz="140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会社概要資料</a:t>
              </a:r>
              <a:endParaRPr lang="ja-JP" altLang="en-US" sz="14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2" name="直線コネクタ 52">
              <a:extLst>
                <a:ext uri="{FF2B5EF4-FFF2-40B4-BE49-F238E27FC236}">
                  <a16:creationId xmlns:a16="http://schemas.microsoft.com/office/drawing/2014/main" id="{7AF1DE9C-B18F-C453-A055-EDDAA522EE0A}"/>
                </a:ext>
              </a:extLst>
            </p:cNvPr>
            <p:cNvCxnSpPr/>
            <p:nvPr/>
          </p:nvCxnSpPr>
          <p:spPr>
            <a:xfrm>
              <a:off x="5337176" y="2267645"/>
              <a:ext cx="4113212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グループ化 50">
            <a:extLst>
              <a:ext uri="{FF2B5EF4-FFF2-40B4-BE49-F238E27FC236}">
                <a16:creationId xmlns:a16="http://schemas.microsoft.com/office/drawing/2014/main" id="{C3C71B36-A2EC-6577-0C97-182E1161B05D}"/>
              </a:ext>
            </a:extLst>
          </p:cNvPr>
          <p:cNvGrpSpPr/>
          <p:nvPr/>
        </p:nvGrpSpPr>
        <p:grpSpPr>
          <a:xfrm>
            <a:off x="6281517" y="1265726"/>
            <a:ext cx="5583238" cy="400110"/>
            <a:chOff x="5337175" y="312975"/>
            <a:chExt cx="4113213" cy="2048120"/>
          </a:xfrm>
        </p:grpSpPr>
        <p:sp>
          <p:nvSpPr>
            <p:cNvPr id="15" name="ColumnHeader">
              <a:extLst>
                <a:ext uri="{FF2B5EF4-FFF2-40B4-BE49-F238E27FC236}">
                  <a16:creationId xmlns:a16="http://schemas.microsoft.com/office/drawing/2014/main" id="{4941782A-6C05-3C4A-60BD-8A24365B638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337175" y="312975"/>
              <a:ext cx="4113213" cy="204812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 type="none" w="lg" len="lg"/>
              <a:tailEnd type="none" w="lg" len="lg"/>
            </a:ln>
            <a:effectLst/>
          </p:spPr>
          <p:txBody>
            <a:bodyPr lIns="0" tIns="91440" rIns="0" bIns="91440" anchor="b">
              <a:spAutoFit/>
            </a:bodyPr>
            <a:lstStyle/>
            <a:p>
              <a:pPr marL="216000" indent="-216000" algn="ctr"/>
              <a:r>
                <a:rPr lang="en-MY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Product Photos</a:t>
              </a:r>
              <a:endParaRPr lang="ja-JP" altLang="en-US" sz="14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21" name="直線コネクタ 52">
              <a:extLst>
                <a:ext uri="{FF2B5EF4-FFF2-40B4-BE49-F238E27FC236}">
                  <a16:creationId xmlns:a16="http://schemas.microsoft.com/office/drawing/2014/main" id="{83D53C5C-77BC-C946-C60C-53822F4E91CC}"/>
                </a:ext>
              </a:extLst>
            </p:cNvPr>
            <p:cNvCxnSpPr/>
            <p:nvPr/>
          </p:nvCxnSpPr>
          <p:spPr>
            <a:xfrm>
              <a:off x="5337176" y="2267645"/>
              <a:ext cx="4113212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1D296172-8BE1-169F-09A4-9B267D7CDCCC}"/>
              </a:ext>
            </a:extLst>
          </p:cNvPr>
          <p:cNvSpPr/>
          <p:nvPr/>
        </p:nvSpPr>
        <p:spPr>
          <a:xfrm>
            <a:off x="350547" y="6131786"/>
            <a:ext cx="9010983" cy="43157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{</a:t>
            </a:r>
            <a:r>
              <a:rPr lang="en-US" altLang="en-US" sz="10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d.companies</a:t>
            </a:r>
            <a:r>
              <a:rPr lang="en-US" alt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[7].footnote}</a:t>
            </a:r>
            <a:endParaRPr lang="en-US" sz="10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CB1C7E-747C-8999-D5C2-3FAFF3EE01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034502"/>
              </p:ext>
            </p:extLst>
          </p:nvPr>
        </p:nvGraphicFramePr>
        <p:xfrm>
          <a:off x="332643" y="1692843"/>
          <a:ext cx="5580000" cy="21336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1856092752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76721196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Name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[7].</a:t>
                      </a:r>
                      <a:r>
                        <a:rPr lang="en-US" sz="1400" dirty="0" err="1"/>
                        <a:t>company_name</a:t>
                      </a:r>
                      <a:r>
                        <a:rPr lang="en-US" sz="1400" dirty="0"/>
                        <a:t>}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42168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Est. Year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[7].</a:t>
                      </a:r>
                      <a:r>
                        <a:rPr lang="en-MY" sz="1400" dirty="0" err="1"/>
                        <a:t>established_year</a:t>
                      </a:r>
                      <a:r>
                        <a:rPr lang="en-MY" sz="1400" dirty="0"/>
                        <a:t>}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35083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Location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[7].location}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063959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Business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[7].business}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40708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Key Metrics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[7].metrics}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671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810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DF6B4-69A0-AC78-B3BB-9B05787D5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02C66DF-198B-A246-126F-0D1B97662B6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93987F-837D-6488-6B54-3E2239681D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5">
            <a:extLst>
              <a:ext uri="{FF2B5EF4-FFF2-40B4-BE49-F238E27FC236}">
                <a16:creationId xmlns:a16="http://schemas.microsoft.com/office/drawing/2014/main" id="{0D8D2DCE-ACD8-3FE1-4A54-E73D6D708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47" y="59348"/>
            <a:ext cx="9137402" cy="831850"/>
          </a:xfrm>
        </p:spPr>
        <p:txBody>
          <a:bodyPr/>
          <a:lstStyle/>
          <a:p>
            <a:pPr fontAlgn="ctr"/>
            <a:r>
              <a:rPr lang="en-US" dirty="0"/>
              <a:t>{</a:t>
            </a:r>
            <a:r>
              <a:rPr lang="en-US" dirty="0" err="1"/>
              <a:t>d.companies</a:t>
            </a:r>
            <a:r>
              <a:rPr lang="en-US" dirty="0"/>
              <a:t>[8].title}</a:t>
            </a:r>
            <a:br>
              <a:rPr lang="en-US" altLang="ja-JP" i="0" u="none" strike="noStrik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600" i="0" u="none" strike="noStrik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{</a:t>
            </a:r>
            <a:r>
              <a:rPr lang="en-US" sz="1600" dirty="0" err="1"/>
              <a:t>d.companies</a:t>
            </a:r>
            <a:r>
              <a:rPr lang="en-US" sz="1600" dirty="0"/>
              <a:t>[8].message}</a:t>
            </a:r>
            <a:endParaRPr lang="en-US" altLang="ja-JP" sz="1600" i="0" u="none" strike="noStrike" dirty="0">
              <a:effectLst/>
              <a:highlight>
                <a:srgbClr val="FFFF0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" name="グループ化 50">
            <a:extLst>
              <a:ext uri="{FF2B5EF4-FFF2-40B4-BE49-F238E27FC236}">
                <a16:creationId xmlns:a16="http://schemas.microsoft.com/office/drawing/2014/main" id="{EAC50D88-B7C5-23E1-4C8C-C948B2EBA70D}"/>
              </a:ext>
            </a:extLst>
          </p:cNvPr>
          <p:cNvGrpSpPr/>
          <p:nvPr/>
        </p:nvGrpSpPr>
        <p:grpSpPr>
          <a:xfrm>
            <a:off x="334571" y="1253158"/>
            <a:ext cx="5583238" cy="400110"/>
            <a:chOff x="5337175" y="312975"/>
            <a:chExt cx="4113213" cy="2048120"/>
          </a:xfrm>
        </p:grpSpPr>
        <p:sp>
          <p:nvSpPr>
            <p:cNvPr id="11" name="ColumnHeader">
              <a:extLst>
                <a:ext uri="{FF2B5EF4-FFF2-40B4-BE49-F238E27FC236}">
                  <a16:creationId xmlns:a16="http://schemas.microsoft.com/office/drawing/2014/main" id="{9A09FB87-882E-FDE8-27CC-B2AA4AD286C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337175" y="312975"/>
              <a:ext cx="4113213" cy="204812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 type="none" w="lg" len="lg"/>
              <a:tailEnd type="none" w="lg" len="lg"/>
            </a:ln>
            <a:effectLst/>
          </p:spPr>
          <p:txBody>
            <a:bodyPr lIns="0" tIns="91440" rIns="0" bIns="91440" anchor="b">
              <a:spAutoFit/>
            </a:bodyPr>
            <a:lstStyle/>
            <a:p>
              <a:pPr marL="216000" indent="-216000" algn="ctr"/>
              <a:r>
                <a:rPr lang="ja-TH" altLang="en-US" sz="140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会社概要資料</a:t>
              </a:r>
              <a:endParaRPr lang="ja-JP" altLang="en-US" sz="14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2" name="直線コネクタ 52">
              <a:extLst>
                <a:ext uri="{FF2B5EF4-FFF2-40B4-BE49-F238E27FC236}">
                  <a16:creationId xmlns:a16="http://schemas.microsoft.com/office/drawing/2014/main" id="{DB7EC3C2-CFB0-280F-4150-643A30A55104}"/>
                </a:ext>
              </a:extLst>
            </p:cNvPr>
            <p:cNvCxnSpPr/>
            <p:nvPr/>
          </p:nvCxnSpPr>
          <p:spPr>
            <a:xfrm>
              <a:off x="5337176" y="2267645"/>
              <a:ext cx="4113212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グループ化 50">
            <a:extLst>
              <a:ext uri="{FF2B5EF4-FFF2-40B4-BE49-F238E27FC236}">
                <a16:creationId xmlns:a16="http://schemas.microsoft.com/office/drawing/2014/main" id="{B1AC131D-73B4-9BCD-8C28-315BB67C08C5}"/>
              </a:ext>
            </a:extLst>
          </p:cNvPr>
          <p:cNvGrpSpPr/>
          <p:nvPr/>
        </p:nvGrpSpPr>
        <p:grpSpPr>
          <a:xfrm>
            <a:off x="6281517" y="1265726"/>
            <a:ext cx="5583238" cy="400110"/>
            <a:chOff x="5337175" y="312975"/>
            <a:chExt cx="4113213" cy="2048120"/>
          </a:xfrm>
        </p:grpSpPr>
        <p:sp>
          <p:nvSpPr>
            <p:cNvPr id="15" name="ColumnHeader">
              <a:extLst>
                <a:ext uri="{FF2B5EF4-FFF2-40B4-BE49-F238E27FC236}">
                  <a16:creationId xmlns:a16="http://schemas.microsoft.com/office/drawing/2014/main" id="{27C4CAED-64B7-1C03-5E96-D18479B537F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337175" y="312975"/>
              <a:ext cx="4113213" cy="204812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 type="none" w="lg" len="lg"/>
              <a:tailEnd type="none" w="lg" len="lg"/>
            </a:ln>
            <a:effectLst/>
          </p:spPr>
          <p:txBody>
            <a:bodyPr lIns="0" tIns="91440" rIns="0" bIns="91440" anchor="b">
              <a:spAutoFit/>
            </a:bodyPr>
            <a:lstStyle/>
            <a:p>
              <a:pPr marL="216000" indent="-216000" algn="ctr"/>
              <a:r>
                <a:rPr lang="en-MY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Product Photos</a:t>
              </a:r>
              <a:endParaRPr lang="ja-JP" altLang="en-US" sz="14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21" name="直線コネクタ 52">
              <a:extLst>
                <a:ext uri="{FF2B5EF4-FFF2-40B4-BE49-F238E27FC236}">
                  <a16:creationId xmlns:a16="http://schemas.microsoft.com/office/drawing/2014/main" id="{B1AA8AE8-640F-349E-7747-5EC9BFC791F7}"/>
                </a:ext>
              </a:extLst>
            </p:cNvPr>
            <p:cNvCxnSpPr/>
            <p:nvPr/>
          </p:nvCxnSpPr>
          <p:spPr>
            <a:xfrm>
              <a:off x="5337176" y="2267645"/>
              <a:ext cx="4113212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1BD3EA94-3D4A-F5B7-87BF-E00BE8929E67}"/>
              </a:ext>
            </a:extLst>
          </p:cNvPr>
          <p:cNvSpPr/>
          <p:nvPr/>
        </p:nvSpPr>
        <p:spPr>
          <a:xfrm>
            <a:off x="350547" y="6131786"/>
            <a:ext cx="9010983" cy="43157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{</a:t>
            </a:r>
            <a:r>
              <a:rPr lang="en-US" altLang="en-US" sz="10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d.companies</a:t>
            </a:r>
            <a:r>
              <a:rPr lang="en-US" alt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[8].footnote}</a:t>
            </a:r>
            <a:endParaRPr lang="en-US" sz="10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004AA3-0B56-AE7C-F8A9-CAAD8349FE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315700"/>
              </p:ext>
            </p:extLst>
          </p:nvPr>
        </p:nvGraphicFramePr>
        <p:xfrm>
          <a:off x="332643" y="1692843"/>
          <a:ext cx="5580000" cy="21336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1856092752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76721196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Name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[8].</a:t>
                      </a:r>
                      <a:r>
                        <a:rPr lang="en-US" sz="1400" dirty="0" err="1"/>
                        <a:t>company_name</a:t>
                      </a:r>
                      <a:r>
                        <a:rPr lang="en-US" sz="1400" dirty="0"/>
                        <a:t>}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42168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Est. Year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[8].</a:t>
                      </a:r>
                      <a:r>
                        <a:rPr lang="en-MY" sz="1400" dirty="0" err="1"/>
                        <a:t>established_year</a:t>
                      </a:r>
                      <a:r>
                        <a:rPr lang="en-MY" sz="1400" dirty="0"/>
                        <a:t>}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35083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Location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[8].location}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063959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Business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[8].business}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40708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Key Metrics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[8].metrics}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671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3344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0FC8F-6974-8267-D4B0-A2512627D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9E318A2-33C3-A5DE-4C1C-33B2FA2D82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02C66DF-198B-A246-126F-0D1B97662B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5">
            <a:extLst>
              <a:ext uri="{FF2B5EF4-FFF2-40B4-BE49-F238E27FC236}">
                <a16:creationId xmlns:a16="http://schemas.microsoft.com/office/drawing/2014/main" id="{85A2D8B1-8353-FD3F-8A72-001399970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47" y="59348"/>
            <a:ext cx="9137402" cy="831850"/>
          </a:xfrm>
        </p:spPr>
        <p:txBody>
          <a:bodyPr/>
          <a:lstStyle/>
          <a:p>
            <a:pPr fontAlgn="ctr"/>
            <a:r>
              <a:rPr lang="en-US" dirty="0"/>
              <a:t>{</a:t>
            </a:r>
            <a:r>
              <a:rPr lang="en-US" dirty="0" err="1"/>
              <a:t>d.companies</a:t>
            </a:r>
            <a:r>
              <a:rPr lang="en-US" dirty="0"/>
              <a:t>[9].title}</a:t>
            </a:r>
            <a:br>
              <a:rPr lang="en-US" altLang="ja-JP" i="0" u="none" strike="noStrik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600" i="0" u="none" strike="noStrik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{</a:t>
            </a:r>
            <a:r>
              <a:rPr lang="en-US" sz="1600" dirty="0" err="1"/>
              <a:t>d.companies</a:t>
            </a:r>
            <a:r>
              <a:rPr lang="en-US" sz="1600" dirty="0"/>
              <a:t>[9].message}</a:t>
            </a:r>
            <a:endParaRPr lang="en-US" altLang="ja-JP" sz="1600" i="0" u="none" strike="noStrike" dirty="0">
              <a:effectLst/>
              <a:highlight>
                <a:srgbClr val="FFFF0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" name="グループ化 50">
            <a:extLst>
              <a:ext uri="{FF2B5EF4-FFF2-40B4-BE49-F238E27FC236}">
                <a16:creationId xmlns:a16="http://schemas.microsoft.com/office/drawing/2014/main" id="{B69A81B2-A3EB-2BF4-85CC-A469A4BCA43B}"/>
              </a:ext>
            </a:extLst>
          </p:cNvPr>
          <p:cNvGrpSpPr/>
          <p:nvPr/>
        </p:nvGrpSpPr>
        <p:grpSpPr>
          <a:xfrm>
            <a:off x="334571" y="1253158"/>
            <a:ext cx="5583238" cy="400110"/>
            <a:chOff x="5337175" y="312975"/>
            <a:chExt cx="4113213" cy="2048120"/>
          </a:xfrm>
        </p:grpSpPr>
        <p:sp>
          <p:nvSpPr>
            <p:cNvPr id="11" name="ColumnHeader">
              <a:extLst>
                <a:ext uri="{FF2B5EF4-FFF2-40B4-BE49-F238E27FC236}">
                  <a16:creationId xmlns:a16="http://schemas.microsoft.com/office/drawing/2014/main" id="{6EECCF25-BBD2-F736-8BEC-D5A82F8F940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337175" y="312975"/>
              <a:ext cx="4113213" cy="204812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 type="none" w="lg" len="lg"/>
              <a:tailEnd type="none" w="lg" len="lg"/>
            </a:ln>
            <a:effectLst/>
          </p:spPr>
          <p:txBody>
            <a:bodyPr lIns="0" tIns="91440" rIns="0" bIns="91440" anchor="b">
              <a:spAutoFit/>
            </a:bodyPr>
            <a:lstStyle/>
            <a:p>
              <a:pPr marL="216000" indent="-216000" algn="ctr"/>
              <a:r>
                <a:rPr lang="ja-TH" altLang="en-US" sz="140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会社概要資料</a:t>
              </a:r>
              <a:endParaRPr lang="ja-JP" altLang="en-US" sz="14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2" name="直線コネクタ 52">
              <a:extLst>
                <a:ext uri="{FF2B5EF4-FFF2-40B4-BE49-F238E27FC236}">
                  <a16:creationId xmlns:a16="http://schemas.microsoft.com/office/drawing/2014/main" id="{1B1ED9B9-827F-4814-BBE5-C584BE97CA9A}"/>
                </a:ext>
              </a:extLst>
            </p:cNvPr>
            <p:cNvCxnSpPr/>
            <p:nvPr/>
          </p:nvCxnSpPr>
          <p:spPr>
            <a:xfrm>
              <a:off x="5337176" y="2267645"/>
              <a:ext cx="4113212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グループ化 50">
            <a:extLst>
              <a:ext uri="{FF2B5EF4-FFF2-40B4-BE49-F238E27FC236}">
                <a16:creationId xmlns:a16="http://schemas.microsoft.com/office/drawing/2014/main" id="{17836DD2-97ED-B3E2-8CEC-D552C4812701}"/>
              </a:ext>
            </a:extLst>
          </p:cNvPr>
          <p:cNvGrpSpPr/>
          <p:nvPr/>
        </p:nvGrpSpPr>
        <p:grpSpPr>
          <a:xfrm>
            <a:off x="6281517" y="1265726"/>
            <a:ext cx="5583238" cy="400110"/>
            <a:chOff x="5337175" y="312975"/>
            <a:chExt cx="4113213" cy="2048120"/>
          </a:xfrm>
        </p:grpSpPr>
        <p:sp>
          <p:nvSpPr>
            <p:cNvPr id="15" name="ColumnHeader">
              <a:extLst>
                <a:ext uri="{FF2B5EF4-FFF2-40B4-BE49-F238E27FC236}">
                  <a16:creationId xmlns:a16="http://schemas.microsoft.com/office/drawing/2014/main" id="{581605E4-9BD7-DB14-DE6E-A90987C791D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337175" y="312975"/>
              <a:ext cx="4113213" cy="204812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 type="none" w="lg" len="lg"/>
              <a:tailEnd type="none" w="lg" len="lg"/>
            </a:ln>
            <a:effectLst/>
          </p:spPr>
          <p:txBody>
            <a:bodyPr lIns="0" tIns="91440" rIns="0" bIns="91440" anchor="b">
              <a:spAutoFit/>
            </a:bodyPr>
            <a:lstStyle/>
            <a:p>
              <a:pPr marL="216000" indent="-216000" algn="ctr"/>
              <a:r>
                <a:rPr lang="en-MY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Product Photos</a:t>
              </a:r>
              <a:endParaRPr lang="ja-JP" altLang="en-US" sz="14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21" name="直線コネクタ 52">
              <a:extLst>
                <a:ext uri="{FF2B5EF4-FFF2-40B4-BE49-F238E27FC236}">
                  <a16:creationId xmlns:a16="http://schemas.microsoft.com/office/drawing/2014/main" id="{C618FD5E-B990-DC3B-23DA-26D95D9F659F}"/>
                </a:ext>
              </a:extLst>
            </p:cNvPr>
            <p:cNvCxnSpPr/>
            <p:nvPr/>
          </p:nvCxnSpPr>
          <p:spPr>
            <a:xfrm>
              <a:off x="5337176" y="2267645"/>
              <a:ext cx="4113212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5E265275-8220-68A3-5C1D-18C052B1B684}"/>
              </a:ext>
            </a:extLst>
          </p:cNvPr>
          <p:cNvSpPr/>
          <p:nvPr/>
        </p:nvSpPr>
        <p:spPr>
          <a:xfrm>
            <a:off x="350547" y="6131786"/>
            <a:ext cx="9010983" cy="43157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{</a:t>
            </a:r>
            <a:r>
              <a:rPr lang="en-US" altLang="en-US" sz="10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d.companies</a:t>
            </a:r>
            <a:r>
              <a:rPr lang="en-US" alt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[9].footnote}</a:t>
            </a:r>
            <a:endParaRPr lang="en-US" sz="10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1C934A-EA08-DBFC-47D2-843172E33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688686"/>
              </p:ext>
            </p:extLst>
          </p:nvPr>
        </p:nvGraphicFramePr>
        <p:xfrm>
          <a:off x="332643" y="1692843"/>
          <a:ext cx="5580000" cy="21336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1856092752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76721196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Name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[9].</a:t>
                      </a:r>
                      <a:r>
                        <a:rPr lang="en-US" sz="1400" dirty="0" err="1"/>
                        <a:t>company_name</a:t>
                      </a:r>
                      <a:r>
                        <a:rPr lang="en-US" sz="1400" dirty="0"/>
                        <a:t>}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42168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Est. Year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[9].</a:t>
                      </a:r>
                      <a:r>
                        <a:rPr lang="en-MY" sz="1400" dirty="0" err="1"/>
                        <a:t>established_year</a:t>
                      </a:r>
                      <a:r>
                        <a:rPr lang="en-MY" sz="1400" dirty="0"/>
                        <a:t>}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35083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Location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[9].location}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063959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Business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[9].business}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40708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Key Metrics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{</a:t>
                      </a:r>
                      <a:r>
                        <a:rPr lang="en-US" sz="1400" dirty="0" err="1"/>
                        <a:t>d.companies</a:t>
                      </a:r>
                      <a:r>
                        <a:rPr lang="en-US" sz="1400" dirty="0"/>
                        <a:t>[9].metrics}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671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9297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 reqver=&quot;21047&quot;&gt;&lt;version val=&quot;23043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/m_precDefaultPercent&gt;&lt;m_precDefaultDate&gt;&lt;m_bNumberIsYear val=&quot;0&quot;/&gt;&lt;m_strFormatTime&gt;%Y/%m/%d&lt;/m_strFormatTime&gt;&lt;/m_precDefaultDate&gt;&lt;m_precDefaultYear&gt;&lt;m_bNumberIsYear val=&quot;0&quot;/&gt;&lt;/m_precDefaultYear&gt;&lt;m_precDefaultQuarter&gt;&lt;m_bNumberIsYear val=&quot;0&quot;/&gt;&lt;/m_precDefaultQuarter&gt;&lt;m_precDefaultMonth&gt;&lt;m_bNumberIsYear val=&quot;0&quot;/&gt;&lt;/m_precDefaultMonth&gt;&lt;m_precDefaultWeek&gt;&lt;m_bNumberIsYear val=&quot;0&quot;/&gt;&lt;/m_precDefaultWeek&gt;&lt;m_precDefaultDay&gt;&lt;m_bNumberIsYear val=&quot;0&quot;/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blank">
  <a:themeElements>
    <a:clrScheme name="Latest YCP">
      <a:dk1>
        <a:sysClr val="windowText" lastClr="000000"/>
      </a:dk1>
      <a:lt1>
        <a:sysClr val="window" lastClr="FFFFFF"/>
      </a:lt1>
      <a:dk2>
        <a:srgbClr val="1F497D"/>
      </a:dk2>
      <a:lt2>
        <a:srgbClr val="1F497D"/>
      </a:lt2>
      <a:accent1>
        <a:srgbClr val="007FFF"/>
      </a:accent1>
      <a:accent2>
        <a:srgbClr val="EDFDFF"/>
      </a:accent2>
      <a:accent3>
        <a:srgbClr val="011AB7"/>
      </a:accent3>
      <a:accent4>
        <a:srgbClr val="1524A9"/>
      </a:accent4>
      <a:accent5>
        <a:srgbClr val="001C44"/>
      </a:accent5>
      <a:accent6>
        <a:srgbClr val="E46C0A"/>
      </a:accent6>
      <a:hlink>
        <a:srgbClr val="000000"/>
      </a:hlink>
      <a:folHlink>
        <a:srgbClr val="800080"/>
      </a:folHlink>
    </a:clrScheme>
    <a:fontScheme name="Custom 9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9525">
          <a:solidFill>
            <a:schemeClr val="bg1">
              <a:lumMod val="50000"/>
            </a:schemeClr>
          </a:solidFill>
        </a:ln>
      </a:spPr>
      <a:bodyPr rtlCol="0" anchor="ctr"/>
      <a:lstStyle>
        <a:defPPr algn="ctr">
          <a:defRPr kumimoji="1" sz="1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50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egoe UI 16_9_New.potx" id="{51A49EC7-A4C4-4EE6-A5A2-C23D8A717E51}" vid="{7BB9DF44-BC85-480F-9DC3-DA4F28C33107}"/>
    </a:ext>
  </a:extLst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05e410-26c2-4920-965c-4436f1716494">
      <Terms xmlns="http://schemas.microsoft.com/office/infopath/2007/PartnerControls"/>
    </lcf76f155ced4ddcb4097134ff3c332f>
    <TaxCatchAll xmlns="7c0c93e5-0f60-44c2-8bfe-46b062f919b9" xsi:nil="true"/>
    <_Status xmlns="http://schemas.microsoft.com/sharepoint/v3/fields">In Progress</_Status>
    <_EndDate xmlns="http://schemas.microsoft.com/sharepoint/v3/fields">2025-10-21T01:14:09+00:00</_EndDate>
    <StartDate xmlns="http://schemas.microsoft.com/sharepoint/v3">2025-10-21T01:14:09+00:00</StartDate>
    <HUB_x0020_ID xmlns="7c0c93e5-0f60-44c2-8bfe-46b062f919b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59E499ED61974EA0FDB149289063FF" ma:contentTypeVersion="22" ma:contentTypeDescription="Create a new document." ma:contentTypeScope="" ma:versionID="28d3f73277d8908e8b57321ad1425b54">
  <xsd:schema xmlns:xsd="http://www.w3.org/2001/XMLSchema" xmlns:xs="http://www.w3.org/2001/XMLSchema" xmlns:p="http://schemas.microsoft.com/office/2006/metadata/properties" xmlns:ns1="http://schemas.microsoft.com/sharepoint/v3" xmlns:ns2="7c0c93e5-0f60-44c2-8bfe-46b062f919b9" xmlns:ns3="6d05e410-26c2-4920-965c-4436f1716494" xmlns:ns4="http://schemas.microsoft.com/sharepoint/v3/fields" targetNamespace="http://schemas.microsoft.com/office/2006/metadata/properties" ma:root="true" ma:fieldsID="098743c24f1f40a421323a531c10ba61" ns1:_="" ns2:_="" ns3:_="" ns4:_="">
    <xsd:import namespace="http://schemas.microsoft.com/sharepoint/v3"/>
    <xsd:import namespace="7c0c93e5-0f60-44c2-8bfe-46b062f919b9"/>
    <xsd:import namespace="6d05e410-26c2-4920-965c-4436f1716494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SearchProperties" minOccurs="0"/>
                <xsd:element ref="ns3:MediaServiceBillingMetadata" minOccurs="0"/>
                <xsd:element ref="ns4:_Status" minOccurs="0"/>
                <xsd:element ref="ns1:StartDate" minOccurs="0"/>
                <xsd:element ref="ns4:_EndDate" minOccurs="0"/>
                <xsd:element ref="ns2:HUB_x0020_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tartDate" ma:index="25" nillable="true" ma:displayName="Start Date" ma:default="[today]" ma:format="DateOnly" ma:internalName="Start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0c93e5-0f60-44c2-8bfe-46b062f919b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a0abcf5c-c5e1-4aeb-b6df-96b4f25dc411}" ma:internalName="TaxCatchAll" ma:showField="CatchAllData" ma:web="7c0c93e5-0f60-44c2-8bfe-46b062f919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HUB_x0020_ID" ma:index="27" nillable="true" ma:displayName="HUB ID" ma:description="ID of the project on HUB" ma:internalName="HUB_x0020_ID">
      <xsd:simpleType>
        <xsd:restriction base="dms:Text">
          <xsd:maxLength value="10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05e410-26c2-4920-965c-4436f17164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4bf82ba-5fec-44e3-83b1-94ccd1639a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24" nillable="true" ma:displayName="Status" ma:default="In Progress" ma:format="Dropdown" ma:internalName="_Status">
      <xsd:simpleType>
        <xsd:restriction base="dms:Choice">
          <xsd:enumeration value="In Progress"/>
          <xsd:enumeration value="Completed"/>
          <xsd:enumeration value="To be Archived"/>
          <xsd:enumeration value="Archived"/>
        </xsd:restriction>
      </xsd:simpleType>
    </xsd:element>
    <xsd:element name="_EndDate" ma:index="26" nillable="true" ma:displayName="End Date" ma:default="[today]" ma:format="DateTime" ma:internalName="_EndDat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0E8A3A-62E0-4137-A80F-7F7A0416FA7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92EF307-9A1A-4E65-93C4-875F4C162A12}">
  <ds:schemaRefs>
    <ds:schemaRef ds:uri="6d05e410-26c2-4920-965c-4436f1716494"/>
    <ds:schemaRef ds:uri="7c0c93e5-0f60-44c2-8bfe-46b062f919b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microsoft.com/sharepoint/v3/field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593D2E5-D45E-4F96-9663-A7A22BACF744}">
  <ds:schemaRefs>
    <ds:schemaRef ds:uri="6d05e410-26c2-4920-965c-4436f1716494"/>
    <ds:schemaRef ds:uri="7c0c93e5-0f60-44c2-8bfe-46b062f919b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microsoft.com/sharepoint/v3/field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7a42b45d-82f5-4513-ade9-9f40fc9a1324}" enabled="0" method="" siteId="{7a42b45d-82f5-4513-ade9-9f40fc9a132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890</Words>
  <Application>Microsoft Office PowerPoint</Application>
  <PresentationFormat>Widescreen</PresentationFormat>
  <Paragraphs>150</Paragraphs>
  <Slides>10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Arial</vt:lpstr>
      <vt:lpstr>Segoe UI</vt:lpstr>
      <vt:lpstr>1_blank</vt:lpstr>
      <vt:lpstr>think-cell Slide</vt:lpstr>
      <vt:lpstr>think-cell スライド</vt:lpstr>
      <vt:lpstr>{d.companies[0].title} {d.companies[0].message}</vt:lpstr>
      <vt:lpstr>{d.companies[1].title} {d.companies[1].message}</vt:lpstr>
      <vt:lpstr>{d.companies[2].title} {d.companies[2].message}</vt:lpstr>
      <vt:lpstr>{d.companies[3].title} {d.companies[3].message}</vt:lpstr>
      <vt:lpstr>{d.companies[4].title} {d.companies[4].message}</vt:lpstr>
      <vt:lpstr>{d.companies[5].title} {d.companies[5].message}</vt:lpstr>
      <vt:lpstr>{d.companies[6].title} {d.companies[6].message}</vt:lpstr>
      <vt:lpstr>{d.companies[7].title} {d.companies[7].message}</vt:lpstr>
      <vt:lpstr>{d.companies[8].title} {d.companies[8].message}</vt:lpstr>
      <vt:lpstr>{d.companies[9].title} {d.companies[9].message}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Gary Murakami</dc:creator>
  <cp:lastModifiedBy>SI JING GOH</cp:lastModifiedBy>
  <cp:revision>39</cp:revision>
  <cp:lastPrinted>2025-11-07T09:35:02Z</cp:lastPrinted>
  <dcterms:created xsi:type="dcterms:W3CDTF">2023-05-10T23:51:00Z</dcterms:created>
  <dcterms:modified xsi:type="dcterms:W3CDTF">2025-12-09T15:05:45Z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0x0101001659E499ED61974EA0FDB149289063FF</vt:lpwstr>
  </property>
</Properties>
</file>