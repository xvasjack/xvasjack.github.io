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4040" r:id="rId4"/>
  </p:sldMasterIdLst>
  <p:notesMasterIdLst>
    <p:notesMasterId r:id="rId6"/>
  </p:notesMasterIdLst>
  <p:sldIdLst>
    <p:sldId id="2147480640" r:id="rId5"/>
  </p:sldIdLst>
  <p:sldSz cx="12192000" cy="6858000"/>
  <p:notesSz cx="7315200" cy="9601200"/>
  <p:embeddedFontLst>
    <p:embeddedFont>
      <p:font typeface="Segoe UI" panose="020B0502040204020203" pitchFamily="34" charset="0"/>
      <p:regular r:id="rId7"/>
      <p:bold r:id="rId8"/>
      <p:italic r:id="rId9"/>
      <p:boldItalic r:id="rId10"/>
    </p:embeddedFont>
  </p:embeddedFontLst>
  <p:custDataLst>
    <p:tags r:id="rId11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9A6B880-28BF-A121-9E5E-A95199ADB849}" name="Mickael Feige" initials="MF" userId="Mickael Feige" providerId="None"/>
  <p188:author id="{D42E1BEB-19C3-2EE0-706B-B3292742C0FA}" name="Anna Rellama" initials="AR" userId="Anna Rellam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524A9"/>
    <a:srgbClr val="D9D9D9"/>
    <a:srgbClr val="91BEFF"/>
    <a:srgbClr val="C6D9F1"/>
    <a:srgbClr val="011AB7"/>
    <a:srgbClr val="007FFF"/>
    <a:srgbClr val="66B2FF"/>
    <a:srgbClr val="FFFFFF"/>
    <a:srgbClr val="7F7F7F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98"/>
    <p:restoredTop sz="94646"/>
  </p:normalViewPr>
  <p:slideViewPr>
    <p:cSldViewPr snapToGrid="0" showGuides="1">
      <p:cViewPr varScale="1">
        <p:scale>
          <a:sx n="92" d="100"/>
          <a:sy n="92" d="100"/>
        </p:scale>
        <p:origin x="211" y="77"/>
      </p:cViewPr>
      <p:guideLst/>
    </p:cSldViewPr>
  </p:slideViewPr>
  <p:notesTextViewPr>
    <p:cViewPr>
      <p:scale>
        <a:sx n="45" d="100"/>
        <a:sy n="4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on Saelee" userId="344615e6-5449-43fc-9b74-2bfcd7e357d4" providerId="ADAL" clId="{C845A161-E4E5-57BC-9787-6F99D640B7E2}"/>
    <pc:docChg chg="undo custSel addSld delSld modSld sldOrd">
      <pc:chgData name="Anon Saelee" userId="344615e6-5449-43fc-9b74-2bfcd7e357d4" providerId="ADAL" clId="{C845A161-E4E5-57BC-9787-6F99D640B7E2}" dt="2025-12-01T09:46:59.612" v="5302" actId="20578"/>
      <pc:docMkLst>
        <pc:docMk/>
      </pc:docMkLst>
      <pc:sldChg chg="modSp mod">
        <pc:chgData name="Anon Saelee" userId="344615e6-5449-43fc-9b74-2bfcd7e357d4" providerId="ADAL" clId="{C845A161-E4E5-57BC-9787-6F99D640B7E2}" dt="2025-11-06T11:19:01.880" v="3867" actId="1076"/>
        <pc:sldMkLst>
          <pc:docMk/>
          <pc:sldMk cId="2458194876" sldId="2147480680"/>
        </pc:sldMkLst>
        <pc:spChg chg="mod">
          <ac:chgData name="Anon Saelee" userId="344615e6-5449-43fc-9b74-2bfcd7e357d4" providerId="ADAL" clId="{C845A161-E4E5-57BC-9787-6F99D640B7E2}" dt="2025-11-06T11:19:01.880" v="3867" actId="1076"/>
          <ac:spMkLst>
            <pc:docMk/>
            <pc:sldMk cId="2458194876" sldId="2147480680"/>
            <ac:spMk id="8" creationId="{A28A8098-D9DA-167F-A7A3-9584CD6433DD}"/>
          </ac:spMkLst>
        </pc:spChg>
        <pc:graphicFrameChg chg="modGraphic">
          <ac:chgData name="Anon Saelee" userId="344615e6-5449-43fc-9b74-2bfcd7e357d4" providerId="ADAL" clId="{C845A161-E4E5-57BC-9787-6F99D640B7E2}" dt="2025-11-06T11:18:59.731" v="3865" actId="13926"/>
          <ac:graphicFrameMkLst>
            <pc:docMk/>
            <pc:sldMk cId="2458194876" sldId="2147480680"/>
            <ac:graphicFrameMk id="5" creationId="{F470A456-39F7-52AB-894B-4B1D9BBAD482}"/>
          </ac:graphicFrameMkLst>
        </pc:graphicFrameChg>
      </pc:sldChg>
      <pc:sldChg chg="addSp delSp modSp add mod">
        <pc:chgData name="Anon Saelee" userId="344615e6-5449-43fc-9b74-2bfcd7e357d4" providerId="ADAL" clId="{C845A161-E4E5-57BC-9787-6F99D640B7E2}" dt="2025-11-06T08:13:13.096" v="3455"/>
        <pc:sldMkLst>
          <pc:docMk/>
          <pc:sldMk cId="3782879518" sldId="2147480804"/>
        </pc:sldMkLst>
        <pc:spChg chg="mod">
          <ac:chgData name="Anon Saelee" userId="344615e6-5449-43fc-9b74-2bfcd7e357d4" providerId="ADAL" clId="{C845A161-E4E5-57BC-9787-6F99D640B7E2}" dt="2025-11-05T15:30:06.973" v="506" actId="20577"/>
          <ac:spMkLst>
            <pc:docMk/>
            <pc:sldMk cId="3782879518" sldId="2147480804"/>
            <ac:spMk id="2" creationId="{76C96EB6-5173-4FE0-FF40-1F6275360107}"/>
          </ac:spMkLst>
        </pc:spChg>
        <pc:spChg chg="add mod">
          <ac:chgData name="Anon Saelee" userId="344615e6-5449-43fc-9b74-2bfcd7e357d4" providerId="ADAL" clId="{C845A161-E4E5-57BC-9787-6F99D640B7E2}" dt="2025-11-06T03:44:01.034" v="1217"/>
          <ac:spMkLst>
            <pc:docMk/>
            <pc:sldMk cId="3782879518" sldId="2147480804"/>
            <ac:spMk id="8" creationId="{12800698-1515-2D0A-95E7-F3A9176820A4}"/>
          </ac:spMkLst>
        </pc:spChg>
        <pc:graphicFrameChg chg="mod modGraphic">
          <ac:chgData name="Anon Saelee" userId="344615e6-5449-43fc-9b74-2bfcd7e357d4" providerId="ADAL" clId="{C845A161-E4E5-57BC-9787-6F99D640B7E2}" dt="2025-11-06T08:13:13.096" v="3455"/>
          <ac:graphicFrameMkLst>
            <pc:docMk/>
            <pc:sldMk cId="3782879518" sldId="2147480804"/>
            <ac:graphicFrameMk id="3" creationId="{0AF23187-A4B5-0F4D-93BE-3B30FA73C764}"/>
          </ac:graphicFrameMkLst>
        </pc:graphicFrameChg>
      </pc:sldChg>
      <pc:sldChg chg="delSp modSp add mod ord">
        <pc:chgData name="Anon Saelee" userId="344615e6-5449-43fc-9b74-2bfcd7e357d4" providerId="ADAL" clId="{C845A161-E4E5-57BC-9787-6F99D640B7E2}" dt="2025-12-01T09:46:59.612" v="5302" actId="20578"/>
        <pc:sldMkLst>
          <pc:docMk/>
          <pc:sldMk cId="1100039154" sldId="2147480805"/>
        </pc:sldMkLst>
        <pc:spChg chg="mod">
          <ac:chgData name="Anon Saelee" userId="344615e6-5449-43fc-9b74-2bfcd7e357d4" providerId="ADAL" clId="{C845A161-E4E5-57BC-9787-6F99D640B7E2}" dt="2025-11-05T15:32:18.434" v="547" actId="20577"/>
          <ac:spMkLst>
            <pc:docMk/>
            <pc:sldMk cId="1100039154" sldId="2147480805"/>
            <ac:spMk id="2" creationId="{59E3C83A-19E1-0093-AC1E-893C77824563}"/>
          </ac:spMkLst>
        </pc:spChg>
        <pc:graphicFrameChg chg="mod modGraphic">
          <ac:chgData name="Anon Saelee" userId="344615e6-5449-43fc-9b74-2bfcd7e357d4" providerId="ADAL" clId="{C845A161-E4E5-57BC-9787-6F99D640B7E2}" dt="2025-11-06T08:13:02.215" v="3454"/>
          <ac:graphicFrameMkLst>
            <pc:docMk/>
            <pc:sldMk cId="1100039154" sldId="2147480805"/>
            <ac:graphicFrameMk id="3" creationId="{74AFE54B-F464-1E46-258E-F2ADD15C6686}"/>
          </ac:graphicFrameMkLst>
        </pc:graphicFrameChg>
      </pc:sldChg>
      <pc:sldChg chg="addSp delSp modSp mod">
        <pc:chgData name="Anon Saelee" userId="344615e6-5449-43fc-9b74-2bfcd7e357d4" providerId="ADAL" clId="{C845A161-E4E5-57BC-9787-6F99D640B7E2}" dt="2025-11-06T08:13:42.937" v="3458" actId="20577"/>
        <pc:sldMkLst>
          <pc:docMk/>
          <pc:sldMk cId="2470003383" sldId="2147480806"/>
        </pc:sldMkLst>
        <pc:spChg chg="add mod">
          <ac:chgData name="Anon Saelee" userId="344615e6-5449-43fc-9b74-2bfcd7e357d4" providerId="ADAL" clId="{C845A161-E4E5-57BC-9787-6F99D640B7E2}" dt="2025-11-06T07:22:32.033" v="2798" actId="1035"/>
          <ac:spMkLst>
            <pc:docMk/>
            <pc:sldMk cId="2470003383" sldId="2147480806"/>
            <ac:spMk id="5" creationId="{A21FC6AB-10F9-C4BB-4460-A97C33C008A6}"/>
          </ac:spMkLst>
        </pc:spChg>
        <pc:spChg chg="mod">
          <ac:chgData name="Anon Saelee" userId="344615e6-5449-43fc-9b74-2bfcd7e357d4" providerId="ADAL" clId="{C845A161-E4E5-57BC-9787-6F99D640B7E2}" dt="2025-11-06T08:13:42.937" v="3458" actId="20577"/>
          <ac:spMkLst>
            <pc:docMk/>
            <pc:sldMk cId="2470003383" sldId="2147480806"/>
            <ac:spMk id="16" creationId="{E9C65DC4-3C9D-2C48-BCC8-A59B6A56F1D4}"/>
          </ac:spMkLst>
        </pc:spChg>
        <pc:spChg chg="mod">
          <ac:chgData name="Anon Saelee" userId="344615e6-5449-43fc-9b74-2bfcd7e357d4" providerId="ADAL" clId="{C845A161-E4E5-57BC-9787-6F99D640B7E2}" dt="2025-11-06T04:55:08.111" v="1780" actId="1076"/>
          <ac:spMkLst>
            <pc:docMk/>
            <pc:sldMk cId="2470003383" sldId="2147480806"/>
            <ac:spMk id="33" creationId="{28FB35DB-2FB7-62D4-4E11-A82783DCE517}"/>
          </ac:spMkLst>
        </pc:spChg>
        <pc:spChg chg="mod">
          <ac:chgData name="Anon Saelee" userId="344615e6-5449-43fc-9b74-2bfcd7e357d4" providerId="ADAL" clId="{C845A161-E4E5-57BC-9787-6F99D640B7E2}" dt="2025-11-06T04:55:32.763" v="1786" actId="1076"/>
          <ac:spMkLst>
            <pc:docMk/>
            <pc:sldMk cId="2470003383" sldId="2147480806"/>
            <ac:spMk id="37" creationId="{307CD60A-4304-3093-7C27-824CFAF4BC28}"/>
          </ac:spMkLst>
        </pc:spChg>
        <pc:spChg chg="mod">
          <ac:chgData name="Anon Saelee" userId="344615e6-5449-43fc-9b74-2bfcd7e357d4" providerId="ADAL" clId="{C845A161-E4E5-57BC-9787-6F99D640B7E2}" dt="2025-11-06T04:56:22.072" v="1808" actId="1076"/>
          <ac:spMkLst>
            <pc:docMk/>
            <pc:sldMk cId="2470003383" sldId="2147480806"/>
            <ac:spMk id="38" creationId="{0814A4E1-F091-C458-8905-48215705475A}"/>
          </ac:spMkLst>
        </pc:spChg>
        <pc:spChg chg="mod">
          <ac:chgData name="Anon Saelee" userId="344615e6-5449-43fc-9b74-2bfcd7e357d4" providerId="ADAL" clId="{C845A161-E4E5-57BC-9787-6F99D640B7E2}" dt="2025-11-06T04:56:47.078" v="1814" actId="1076"/>
          <ac:spMkLst>
            <pc:docMk/>
            <pc:sldMk cId="2470003383" sldId="2147480806"/>
            <ac:spMk id="39" creationId="{8D78F465-6846-8490-EC37-2192E1EBEB4D}"/>
          </ac:spMkLst>
        </pc:spChg>
        <pc:graphicFrameChg chg="mod modGraphic">
          <ac:chgData name="Anon Saelee" userId="344615e6-5449-43fc-9b74-2bfcd7e357d4" providerId="ADAL" clId="{C845A161-E4E5-57BC-9787-6F99D640B7E2}" dt="2025-11-06T05:26:13.911" v="2157"/>
          <ac:graphicFrameMkLst>
            <pc:docMk/>
            <pc:sldMk cId="2470003383" sldId="2147480806"/>
            <ac:graphicFrameMk id="3" creationId="{9C0D49A6-203D-4F72-7D84-F2CE66622F5D}"/>
          </ac:graphicFrameMkLst>
        </pc:graphicFrameChg>
        <pc:graphicFrameChg chg="mod">
          <ac:chgData name="Anon Saelee" userId="344615e6-5449-43fc-9b74-2bfcd7e357d4" providerId="ADAL" clId="{C845A161-E4E5-57BC-9787-6F99D640B7E2}" dt="2025-11-06T05:17:27.413" v="2068" actId="14100"/>
          <ac:graphicFrameMkLst>
            <pc:docMk/>
            <pc:sldMk cId="2470003383" sldId="2147480806"/>
            <ac:graphicFrameMk id="40" creationId="{2635EA93-880C-BFFF-4A94-43EC11C3C901}"/>
          </ac:graphicFrameMkLst>
        </pc:graphicFrameChg>
        <pc:picChg chg="mod modCrop">
          <ac:chgData name="Anon Saelee" userId="344615e6-5449-43fc-9b74-2bfcd7e357d4" providerId="ADAL" clId="{C845A161-E4E5-57BC-9787-6F99D640B7E2}" dt="2025-11-06T04:55:15.280" v="1782" actId="1076"/>
          <ac:picMkLst>
            <pc:docMk/>
            <pc:sldMk cId="2470003383" sldId="2147480806"/>
            <ac:picMk id="19" creationId="{8A94823A-5A8B-E54D-0049-26E454C7264B}"/>
          </ac:picMkLst>
        </pc:picChg>
        <pc:picChg chg="mod modCrop">
          <ac:chgData name="Anon Saelee" userId="344615e6-5449-43fc-9b74-2bfcd7e357d4" providerId="ADAL" clId="{C845A161-E4E5-57BC-9787-6F99D640B7E2}" dt="2025-11-06T04:55:42.563" v="1793" actId="1036"/>
          <ac:picMkLst>
            <pc:docMk/>
            <pc:sldMk cId="2470003383" sldId="2147480806"/>
            <ac:picMk id="21" creationId="{AE679745-5A6C-DCCF-67D6-C7148A0CF35C}"/>
          </ac:picMkLst>
        </pc:picChg>
        <pc:picChg chg="mod modCrop">
          <ac:chgData name="Anon Saelee" userId="344615e6-5449-43fc-9b74-2bfcd7e357d4" providerId="ADAL" clId="{C845A161-E4E5-57BC-9787-6F99D640B7E2}" dt="2025-11-06T04:56:10.015" v="1805" actId="1076"/>
          <ac:picMkLst>
            <pc:docMk/>
            <pc:sldMk cId="2470003383" sldId="2147480806"/>
            <ac:picMk id="23" creationId="{EAD77844-DEF3-9A6D-D594-AED3637B3993}"/>
          </ac:picMkLst>
        </pc:picChg>
        <pc:picChg chg="mod modCrop">
          <ac:chgData name="Anon Saelee" userId="344615e6-5449-43fc-9b74-2bfcd7e357d4" providerId="ADAL" clId="{C845A161-E4E5-57BC-9787-6F99D640B7E2}" dt="2025-11-06T04:56:39.805" v="1812" actId="1035"/>
          <ac:picMkLst>
            <pc:docMk/>
            <pc:sldMk cId="2470003383" sldId="2147480806"/>
            <ac:picMk id="25" creationId="{A92AA5B1-57FB-53A6-BF86-BE4318F9AA9E}"/>
          </ac:picMkLst>
        </pc:picChg>
      </pc:sldChg>
      <pc:sldChg chg="addSp delSp modSp mod">
        <pc:chgData name="Anon Saelee" userId="344615e6-5449-43fc-9b74-2bfcd7e357d4" providerId="ADAL" clId="{C845A161-E4E5-57BC-9787-6F99D640B7E2}" dt="2025-11-06T08:13:47.040" v="3461" actId="20577"/>
        <pc:sldMkLst>
          <pc:docMk/>
          <pc:sldMk cId="2441086250" sldId="2147480807"/>
        </pc:sldMkLst>
        <pc:spChg chg="add mod">
          <ac:chgData name="Anon Saelee" userId="344615e6-5449-43fc-9b74-2bfcd7e357d4" providerId="ADAL" clId="{C845A161-E4E5-57BC-9787-6F99D640B7E2}" dt="2025-11-06T07:22:19.251" v="2785" actId="1035"/>
          <ac:spMkLst>
            <pc:docMk/>
            <pc:sldMk cId="2441086250" sldId="2147480807"/>
            <ac:spMk id="4" creationId="{9E535D6B-90E8-326D-2BE5-787C361D5C67}"/>
          </ac:spMkLst>
        </pc:spChg>
        <pc:spChg chg="mod">
          <ac:chgData name="Anon Saelee" userId="344615e6-5449-43fc-9b74-2bfcd7e357d4" providerId="ADAL" clId="{C845A161-E4E5-57BC-9787-6F99D640B7E2}" dt="2025-11-06T08:13:47.040" v="3461" actId="20577"/>
          <ac:spMkLst>
            <pc:docMk/>
            <pc:sldMk cId="2441086250" sldId="2147480807"/>
            <ac:spMk id="16" creationId="{C7B219EC-0FE3-B7C4-4A99-5C1E00348A50}"/>
          </ac:spMkLst>
        </pc:spChg>
        <pc:spChg chg="mod">
          <ac:chgData name="Anon Saelee" userId="344615e6-5449-43fc-9b74-2bfcd7e357d4" providerId="ADAL" clId="{C845A161-E4E5-57BC-9787-6F99D640B7E2}" dt="2025-11-06T05:37:25.527" v="2359" actId="1076"/>
          <ac:spMkLst>
            <pc:docMk/>
            <pc:sldMk cId="2441086250" sldId="2147480807"/>
            <ac:spMk id="33" creationId="{52CE3E55-0129-FA35-82C9-07E4EE03D872}"/>
          </ac:spMkLst>
        </pc:spChg>
        <pc:spChg chg="mod">
          <ac:chgData name="Anon Saelee" userId="344615e6-5449-43fc-9b74-2bfcd7e357d4" providerId="ADAL" clId="{C845A161-E4E5-57BC-9787-6F99D640B7E2}" dt="2025-11-06T05:38:30.272" v="2376" actId="1076"/>
          <ac:spMkLst>
            <pc:docMk/>
            <pc:sldMk cId="2441086250" sldId="2147480807"/>
            <ac:spMk id="34" creationId="{539AEEA1-38D3-7B16-732D-C9B94B01A28C}"/>
          </ac:spMkLst>
        </pc:spChg>
        <pc:spChg chg="mod">
          <ac:chgData name="Anon Saelee" userId="344615e6-5449-43fc-9b74-2bfcd7e357d4" providerId="ADAL" clId="{C845A161-E4E5-57BC-9787-6F99D640B7E2}" dt="2025-11-06T05:38:07.501" v="2370" actId="1076"/>
          <ac:spMkLst>
            <pc:docMk/>
            <pc:sldMk cId="2441086250" sldId="2147480807"/>
            <ac:spMk id="37" creationId="{53CC6A25-5BA1-7B8F-6E42-DF334F6F5164}"/>
          </ac:spMkLst>
        </pc:spChg>
        <pc:graphicFrameChg chg="mod modGraphic">
          <ac:chgData name="Anon Saelee" userId="344615e6-5449-43fc-9b74-2bfcd7e357d4" providerId="ADAL" clId="{C845A161-E4E5-57BC-9787-6F99D640B7E2}" dt="2025-11-06T05:36:39.173" v="2350" actId="14100"/>
          <ac:graphicFrameMkLst>
            <pc:docMk/>
            <pc:sldMk cId="2441086250" sldId="2147480807"/>
            <ac:graphicFrameMk id="3" creationId="{463395E6-D83D-74FC-2B30-6E700E0A6E2A}"/>
          </ac:graphicFrameMkLst>
        </pc:graphicFrameChg>
        <pc:picChg chg="mod modCrop">
          <ac:chgData name="Anon Saelee" userId="344615e6-5449-43fc-9b74-2bfcd7e357d4" providerId="ADAL" clId="{C845A161-E4E5-57BC-9787-6F99D640B7E2}" dt="2025-11-06T05:37:14.888" v="2355" actId="14100"/>
          <ac:picMkLst>
            <pc:docMk/>
            <pc:sldMk cId="2441086250" sldId="2147480807"/>
            <ac:picMk id="24" creationId="{804265CD-C49F-140E-2062-80FE3A369B97}"/>
          </ac:picMkLst>
        </pc:picChg>
        <pc:picChg chg="mod modCrop">
          <ac:chgData name="Anon Saelee" userId="344615e6-5449-43fc-9b74-2bfcd7e357d4" providerId="ADAL" clId="{C845A161-E4E5-57BC-9787-6F99D640B7E2}" dt="2025-11-06T05:37:58.859" v="2368" actId="732"/>
          <ac:picMkLst>
            <pc:docMk/>
            <pc:sldMk cId="2441086250" sldId="2147480807"/>
            <ac:picMk id="30" creationId="{092515DF-7162-2668-C777-26A552595041}"/>
          </ac:picMkLst>
        </pc:picChg>
        <pc:picChg chg="mod modCrop">
          <ac:chgData name="Anon Saelee" userId="344615e6-5449-43fc-9b74-2bfcd7e357d4" providerId="ADAL" clId="{C845A161-E4E5-57BC-9787-6F99D640B7E2}" dt="2025-11-06T05:38:23.327" v="2374" actId="14100"/>
          <ac:picMkLst>
            <pc:docMk/>
            <pc:sldMk cId="2441086250" sldId="2147480807"/>
            <ac:picMk id="32" creationId="{9F72D555-962C-1DA7-5412-96468DCB6FE4}"/>
          </ac:picMkLst>
        </pc:picChg>
      </pc:sldChg>
      <pc:sldChg chg="addSp delSp modSp mod">
        <pc:chgData name="Anon Saelee" userId="344615e6-5449-43fc-9b74-2bfcd7e357d4" providerId="ADAL" clId="{C845A161-E4E5-57BC-9787-6F99D640B7E2}" dt="2025-11-06T08:13:50.312" v="3465" actId="20577"/>
        <pc:sldMkLst>
          <pc:docMk/>
          <pc:sldMk cId="2659876311" sldId="2147480808"/>
        </pc:sldMkLst>
        <pc:spChg chg="add">
          <ac:chgData name="Anon Saelee" userId="344615e6-5449-43fc-9b74-2bfcd7e357d4" providerId="ADAL" clId="{C845A161-E4E5-57BC-9787-6F99D640B7E2}" dt="2025-11-06T03:54:04.867" v="1219"/>
          <ac:spMkLst>
            <pc:docMk/>
            <pc:sldMk cId="2659876311" sldId="2147480808"/>
            <ac:spMk id="5" creationId="{49050B50-CA63-6D95-AE83-5128E247415E}"/>
          </ac:spMkLst>
        </pc:spChg>
        <pc:spChg chg="mod">
          <ac:chgData name="Anon Saelee" userId="344615e6-5449-43fc-9b74-2bfcd7e357d4" providerId="ADAL" clId="{C845A161-E4E5-57BC-9787-6F99D640B7E2}" dt="2025-11-06T08:13:50.312" v="3465" actId="20577"/>
          <ac:spMkLst>
            <pc:docMk/>
            <pc:sldMk cId="2659876311" sldId="2147480808"/>
            <ac:spMk id="16" creationId="{B95393C2-A1D2-57EB-3553-9B7631E2124A}"/>
          </ac:spMkLst>
        </pc:spChg>
        <pc:spChg chg="add mod">
          <ac:chgData name="Anon Saelee" userId="344615e6-5449-43fc-9b74-2bfcd7e357d4" providerId="ADAL" clId="{C845A161-E4E5-57BC-9787-6F99D640B7E2}" dt="2025-11-06T04:47:55.949" v="1632" actId="1076"/>
          <ac:spMkLst>
            <pc:docMk/>
            <pc:sldMk cId="2659876311" sldId="2147480808"/>
            <ac:spMk id="23" creationId="{281DF4C4-4FAA-9DB2-87F1-28DA35E18654}"/>
          </ac:spMkLst>
        </pc:spChg>
        <pc:spChg chg="mod">
          <ac:chgData name="Anon Saelee" userId="344615e6-5449-43fc-9b74-2bfcd7e357d4" providerId="ADAL" clId="{C845A161-E4E5-57BC-9787-6F99D640B7E2}" dt="2025-11-06T03:58:23.193" v="1293"/>
          <ac:spMkLst>
            <pc:docMk/>
            <pc:sldMk cId="2659876311" sldId="2147480808"/>
            <ac:spMk id="27" creationId="{711BE846-FE2E-6B23-2E9F-B63174B94219}"/>
          </ac:spMkLst>
        </pc:spChg>
        <pc:spChg chg="add mod">
          <ac:chgData name="Anon Saelee" userId="344615e6-5449-43fc-9b74-2bfcd7e357d4" providerId="ADAL" clId="{C845A161-E4E5-57BC-9787-6F99D640B7E2}" dt="2025-11-06T04:47:59.773" v="1633" actId="1076"/>
          <ac:spMkLst>
            <pc:docMk/>
            <pc:sldMk cId="2659876311" sldId="2147480808"/>
            <ac:spMk id="30" creationId="{447A9FC4-1FE6-E036-CE46-7677B12C9D9C}"/>
          </ac:spMkLst>
        </pc:spChg>
        <pc:spChg chg="add mod">
          <ac:chgData name="Anon Saelee" userId="344615e6-5449-43fc-9b74-2bfcd7e357d4" providerId="ADAL" clId="{C845A161-E4E5-57BC-9787-6F99D640B7E2}" dt="2025-11-06T04:48:16.802" v="1650" actId="1076"/>
          <ac:spMkLst>
            <pc:docMk/>
            <pc:sldMk cId="2659876311" sldId="2147480808"/>
            <ac:spMk id="35" creationId="{B661719F-B9BA-C56D-DEAE-EDB9CB2EAFBD}"/>
          </ac:spMkLst>
        </pc:spChg>
        <pc:spChg chg="add mod">
          <ac:chgData name="Anon Saelee" userId="344615e6-5449-43fc-9b74-2bfcd7e357d4" providerId="ADAL" clId="{C845A161-E4E5-57BC-9787-6F99D640B7E2}" dt="2025-11-06T04:48:37.345" v="1671" actId="20577"/>
          <ac:spMkLst>
            <pc:docMk/>
            <pc:sldMk cId="2659876311" sldId="2147480808"/>
            <ac:spMk id="36" creationId="{9C471EE6-03CF-3C62-EC8E-6D80D8C416D5}"/>
          </ac:spMkLst>
        </pc:spChg>
        <pc:spChg chg="add mod">
          <ac:chgData name="Anon Saelee" userId="344615e6-5449-43fc-9b74-2bfcd7e357d4" providerId="ADAL" clId="{C845A161-E4E5-57BC-9787-6F99D640B7E2}" dt="2025-11-06T07:22:26.700" v="2789" actId="1037"/>
          <ac:spMkLst>
            <pc:docMk/>
            <pc:sldMk cId="2659876311" sldId="2147480808"/>
            <ac:spMk id="39" creationId="{E5264DF6-F2AD-D864-540A-BF1F88E7B713}"/>
          </ac:spMkLst>
        </pc:spChg>
        <pc:grpChg chg="mod">
          <ac:chgData name="Anon Saelee" userId="344615e6-5449-43fc-9b74-2bfcd7e357d4" providerId="ADAL" clId="{C845A161-E4E5-57BC-9787-6F99D640B7E2}" dt="2025-11-06T04:42:25.033" v="1497" actId="1036"/>
          <ac:grpSpMkLst>
            <pc:docMk/>
            <pc:sldMk cId="2659876311" sldId="2147480808"/>
            <ac:grpSpMk id="14" creationId="{C754B395-4C34-839A-145C-6C8CFB2561C6}"/>
          </ac:grpSpMkLst>
        </pc:grpChg>
        <pc:graphicFrameChg chg="mod modGraphic">
          <ac:chgData name="Anon Saelee" userId="344615e6-5449-43fc-9b74-2bfcd7e357d4" providerId="ADAL" clId="{C845A161-E4E5-57BC-9787-6F99D640B7E2}" dt="2025-11-06T05:19:53.999" v="2100" actId="20577"/>
          <ac:graphicFrameMkLst>
            <pc:docMk/>
            <pc:sldMk cId="2659876311" sldId="2147480808"/>
            <ac:graphicFrameMk id="3" creationId="{E39C32BF-5A84-3794-FDC9-DB75188F3CAD}"/>
          </ac:graphicFrameMkLst>
        </pc:graphicFrameChg>
        <pc:graphicFrameChg chg="add mod">
          <ac:chgData name="Anon Saelee" userId="344615e6-5449-43fc-9b74-2bfcd7e357d4" providerId="ADAL" clId="{C845A161-E4E5-57BC-9787-6F99D640B7E2}" dt="2025-11-06T05:03:08.496" v="1885" actId="14100"/>
          <ac:graphicFrameMkLst>
            <pc:docMk/>
            <pc:sldMk cId="2659876311" sldId="2147480808"/>
            <ac:graphicFrameMk id="20" creationId="{933F6D5E-D0A9-D430-60DF-4A7348CD481E}"/>
          </ac:graphicFrameMkLst>
        </pc:graphicFrameChg>
        <pc:picChg chg="add mod">
          <ac:chgData name="Anon Saelee" userId="344615e6-5449-43fc-9b74-2bfcd7e357d4" providerId="ADAL" clId="{C845A161-E4E5-57BC-9787-6F99D640B7E2}" dt="2025-11-06T04:46:49.834" v="1610" actId="14100"/>
          <ac:picMkLst>
            <pc:docMk/>
            <pc:sldMk cId="2659876311" sldId="2147480808"/>
            <ac:picMk id="25" creationId="{C94535C5-5010-7EC7-4BDA-E5D63437A54D}"/>
          </ac:picMkLst>
        </pc:picChg>
        <pc:picChg chg="add mod">
          <ac:chgData name="Anon Saelee" userId="344615e6-5449-43fc-9b74-2bfcd7e357d4" providerId="ADAL" clId="{C845A161-E4E5-57BC-9787-6F99D640B7E2}" dt="2025-11-06T04:47:37.605" v="1622" actId="1035"/>
          <ac:picMkLst>
            <pc:docMk/>
            <pc:sldMk cId="2659876311" sldId="2147480808"/>
            <ac:picMk id="29" creationId="{79F58F83-54F7-606F-EB22-917D3B4B0F3E}"/>
          </ac:picMkLst>
        </pc:picChg>
        <pc:picChg chg="add mod">
          <ac:chgData name="Anon Saelee" userId="344615e6-5449-43fc-9b74-2bfcd7e357d4" providerId="ADAL" clId="{C845A161-E4E5-57BC-9787-6F99D640B7E2}" dt="2025-11-06T04:47:39.776" v="1629" actId="1036"/>
          <ac:picMkLst>
            <pc:docMk/>
            <pc:sldMk cId="2659876311" sldId="2147480808"/>
            <ac:picMk id="32" creationId="{70BB7E07-5E61-2B58-8AE6-D3534EFF3611}"/>
          </ac:picMkLst>
        </pc:picChg>
        <pc:picChg chg="add mod">
          <ac:chgData name="Anon Saelee" userId="344615e6-5449-43fc-9b74-2bfcd7e357d4" providerId="ADAL" clId="{C845A161-E4E5-57BC-9787-6F99D640B7E2}" dt="2025-11-06T04:47:48.895" v="1631" actId="14100"/>
          <ac:picMkLst>
            <pc:docMk/>
            <pc:sldMk cId="2659876311" sldId="2147480808"/>
            <ac:picMk id="34" creationId="{46BD86A5-6C17-3059-AE43-EC6051984F27}"/>
          </ac:picMkLst>
        </pc:picChg>
        <pc:picChg chg="add mod">
          <ac:chgData name="Anon Saelee" userId="344615e6-5449-43fc-9b74-2bfcd7e357d4" providerId="ADAL" clId="{C845A161-E4E5-57BC-9787-6F99D640B7E2}" dt="2025-11-06T04:45:18.124" v="1568" actId="1076"/>
          <ac:picMkLst>
            <pc:docMk/>
            <pc:sldMk cId="2659876311" sldId="2147480808"/>
            <ac:picMk id="1030" creationId="{C12B3A60-F034-91A5-5023-F99E13F329FD}"/>
          </ac:picMkLst>
        </pc:picChg>
      </pc:sldChg>
      <pc:sldChg chg="addSp delSp modSp mod">
        <pc:chgData name="Anon Saelee" userId="344615e6-5449-43fc-9b74-2bfcd7e357d4" providerId="ADAL" clId="{C845A161-E4E5-57BC-9787-6F99D640B7E2}" dt="2025-11-06T08:13:54.480" v="3469" actId="20577"/>
        <pc:sldMkLst>
          <pc:docMk/>
          <pc:sldMk cId="710992453" sldId="2147480809"/>
        </pc:sldMkLst>
        <pc:spChg chg="add mod">
          <ac:chgData name="Anon Saelee" userId="344615e6-5449-43fc-9b74-2bfcd7e357d4" providerId="ADAL" clId="{C845A161-E4E5-57BC-9787-6F99D640B7E2}" dt="2025-11-06T07:21:19.605" v="2755" actId="1038"/>
          <ac:spMkLst>
            <pc:docMk/>
            <pc:sldMk cId="710992453" sldId="2147480809"/>
            <ac:spMk id="4" creationId="{DD0B8463-6479-4356-D437-876AC867E659}"/>
          </ac:spMkLst>
        </pc:spChg>
        <pc:spChg chg="mod">
          <ac:chgData name="Anon Saelee" userId="344615e6-5449-43fc-9b74-2bfcd7e357d4" providerId="ADAL" clId="{C845A161-E4E5-57BC-9787-6F99D640B7E2}" dt="2025-11-06T08:13:54.480" v="3469" actId="20577"/>
          <ac:spMkLst>
            <pc:docMk/>
            <pc:sldMk cId="710992453" sldId="2147480809"/>
            <ac:spMk id="16" creationId="{76365714-B298-B3B0-4BC2-298E3F632B2B}"/>
          </ac:spMkLst>
        </pc:spChg>
      </pc:sldChg>
      <pc:sldChg chg="addSp delSp modSp mod">
        <pc:chgData name="Anon Saelee" userId="344615e6-5449-43fc-9b74-2bfcd7e357d4" providerId="ADAL" clId="{C845A161-E4E5-57BC-9787-6F99D640B7E2}" dt="2025-11-06T08:13:58.084" v="3473" actId="20577"/>
        <pc:sldMkLst>
          <pc:docMk/>
          <pc:sldMk cId="3265770744" sldId="2147480810"/>
        </pc:sldMkLst>
        <pc:spChg chg="add mod">
          <ac:chgData name="Anon Saelee" userId="344615e6-5449-43fc-9b74-2bfcd7e357d4" providerId="ADAL" clId="{C845A161-E4E5-57BC-9787-6F99D640B7E2}" dt="2025-11-06T07:21:53.807" v="2766" actId="1037"/>
          <ac:spMkLst>
            <pc:docMk/>
            <pc:sldMk cId="3265770744" sldId="2147480810"/>
            <ac:spMk id="12" creationId="{E62917A0-D272-95C5-0A48-19964D276B59}"/>
          </ac:spMkLst>
        </pc:spChg>
        <pc:spChg chg="mod">
          <ac:chgData name="Anon Saelee" userId="344615e6-5449-43fc-9b74-2bfcd7e357d4" providerId="ADAL" clId="{C845A161-E4E5-57BC-9787-6F99D640B7E2}" dt="2025-11-06T08:13:58.084" v="3473" actId="20577"/>
          <ac:spMkLst>
            <pc:docMk/>
            <pc:sldMk cId="3265770744" sldId="2147480810"/>
            <ac:spMk id="16" creationId="{8EECD9F5-6D5A-46A4-58E9-553852A506D7}"/>
          </ac:spMkLst>
        </pc:spChg>
        <pc:graphicFrameChg chg="mod modGraphic">
          <ac:chgData name="Anon Saelee" userId="344615e6-5449-43fc-9b74-2bfcd7e357d4" providerId="ADAL" clId="{C845A161-E4E5-57BC-9787-6F99D640B7E2}" dt="2025-11-06T07:15:39.942" v="2606" actId="20577"/>
          <ac:graphicFrameMkLst>
            <pc:docMk/>
            <pc:sldMk cId="3265770744" sldId="2147480810"/>
            <ac:graphicFrameMk id="3" creationId="{DD4C38BE-3BE6-E473-D188-914A778221CD}"/>
          </ac:graphicFrameMkLst>
        </pc:graphicFrameChg>
        <pc:graphicFrameChg chg="mod">
          <ac:chgData name="Anon Saelee" userId="344615e6-5449-43fc-9b74-2bfcd7e357d4" providerId="ADAL" clId="{C845A161-E4E5-57BC-9787-6F99D640B7E2}" dt="2025-11-06T04:38:10.435" v="1379" actId="1076"/>
          <ac:graphicFrameMkLst>
            <pc:docMk/>
            <pc:sldMk cId="3265770744" sldId="2147480810"/>
            <ac:graphicFrameMk id="19" creationId="{BD01E37F-75B6-6A12-A86D-4D79F3088F28}"/>
          </ac:graphicFrameMkLst>
        </pc:graphicFrameChg>
      </pc:sldChg>
      <pc:sldChg chg="addSp delSp modSp mod">
        <pc:chgData name="Anon Saelee" userId="344615e6-5449-43fc-9b74-2bfcd7e357d4" providerId="ADAL" clId="{C845A161-E4E5-57BC-9787-6F99D640B7E2}" dt="2025-11-06T08:38:35.918" v="3619" actId="1038"/>
        <pc:sldMkLst>
          <pc:docMk/>
          <pc:sldMk cId="3449079256" sldId="2147480812"/>
        </pc:sldMkLst>
        <pc:spChg chg="add mod">
          <ac:chgData name="Anon Saelee" userId="344615e6-5449-43fc-9b74-2bfcd7e357d4" providerId="ADAL" clId="{C845A161-E4E5-57BC-9787-6F99D640B7E2}" dt="2025-11-06T08:38:35.918" v="3619" actId="1038"/>
          <ac:spMkLst>
            <pc:docMk/>
            <pc:sldMk cId="3449079256" sldId="2147480812"/>
            <ac:spMk id="4" creationId="{B5C31752-D547-9F05-20FE-50931B4579F8}"/>
          </ac:spMkLst>
        </pc:spChg>
        <pc:spChg chg="add mod">
          <ac:chgData name="Anon Saelee" userId="344615e6-5449-43fc-9b74-2bfcd7e357d4" providerId="ADAL" clId="{C845A161-E4E5-57BC-9787-6F99D640B7E2}" dt="2025-11-06T07:43:13.988" v="3123" actId="1076"/>
          <ac:spMkLst>
            <pc:docMk/>
            <pc:sldMk cId="3449079256" sldId="2147480812"/>
            <ac:spMk id="6" creationId="{2C8A4F42-BD27-D005-F5AB-EFFB5C5EA467}"/>
          </ac:spMkLst>
        </pc:spChg>
        <pc:spChg chg="mod">
          <ac:chgData name="Anon Saelee" userId="344615e6-5449-43fc-9b74-2bfcd7e357d4" providerId="ADAL" clId="{C845A161-E4E5-57BC-9787-6F99D640B7E2}" dt="2025-11-06T08:14:15.251" v="3477" actId="20577"/>
          <ac:spMkLst>
            <pc:docMk/>
            <pc:sldMk cId="3449079256" sldId="2147480812"/>
            <ac:spMk id="16" creationId="{4ABD0F53-3562-568D-570A-38619EDF2F43}"/>
          </ac:spMkLst>
        </pc:spChg>
        <pc:spChg chg="add mod">
          <ac:chgData name="Anon Saelee" userId="344615e6-5449-43fc-9b74-2bfcd7e357d4" providerId="ADAL" clId="{C845A161-E4E5-57BC-9787-6F99D640B7E2}" dt="2025-11-06T07:43:45.066" v="3131" actId="20577"/>
          <ac:spMkLst>
            <pc:docMk/>
            <pc:sldMk cId="3449079256" sldId="2147480812"/>
            <ac:spMk id="19" creationId="{8E5E0B4E-6EE6-8972-2314-DE31AC63AB1E}"/>
          </ac:spMkLst>
        </pc:spChg>
        <pc:spChg chg="add mod">
          <ac:chgData name="Anon Saelee" userId="344615e6-5449-43fc-9b74-2bfcd7e357d4" providerId="ADAL" clId="{C845A161-E4E5-57BC-9787-6F99D640B7E2}" dt="2025-11-06T07:44:16.936" v="3138" actId="20577"/>
          <ac:spMkLst>
            <pc:docMk/>
            <pc:sldMk cId="3449079256" sldId="2147480812"/>
            <ac:spMk id="22" creationId="{0E183DF2-F0EC-AE50-8E90-C5A25387F57C}"/>
          </ac:spMkLst>
        </pc:spChg>
        <pc:spChg chg="add mod">
          <ac:chgData name="Anon Saelee" userId="344615e6-5449-43fc-9b74-2bfcd7e357d4" providerId="ADAL" clId="{C845A161-E4E5-57BC-9787-6F99D640B7E2}" dt="2025-11-06T07:44:38.780" v="3141" actId="20577"/>
          <ac:spMkLst>
            <pc:docMk/>
            <pc:sldMk cId="3449079256" sldId="2147480812"/>
            <ac:spMk id="25" creationId="{7C59846F-5BC4-CDD9-F8C8-16AC6E9AA18E}"/>
          </ac:spMkLst>
        </pc:spChg>
        <pc:spChg chg="mod">
          <ac:chgData name="Anon Saelee" userId="344615e6-5449-43fc-9b74-2bfcd7e357d4" providerId="ADAL" clId="{C845A161-E4E5-57BC-9787-6F99D640B7E2}" dt="2025-11-06T07:20:47.502" v="2738"/>
          <ac:spMkLst>
            <pc:docMk/>
            <pc:sldMk cId="3449079256" sldId="2147480812"/>
            <ac:spMk id="27" creationId="{2A688BC4-AF26-05B0-FD42-3FA6F0C1F9DA}"/>
          </ac:spMkLst>
        </pc:spChg>
        <pc:graphicFrameChg chg="mod modGraphic">
          <ac:chgData name="Anon Saelee" userId="344615e6-5449-43fc-9b74-2bfcd7e357d4" providerId="ADAL" clId="{C845A161-E4E5-57BC-9787-6F99D640B7E2}" dt="2025-11-06T07:39:45.322" v="3073" actId="20577"/>
          <ac:graphicFrameMkLst>
            <pc:docMk/>
            <pc:sldMk cId="3449079256" sldId="2147480812"/>
            <ac:graphicFrameMk id="3" creationId="{C00887AE-49DE-9DAD-9272-79D3C315DCDA}"/>
          </ac:graphicFrameMkLst>
        </pc:graphicFrameChg>
        <pc:picChg chg="add mod modCrop">
          <ac:chgData name="Anon Saelee" userId="344615e6-5449-43fc-9b74-2bfcd7e357d4" providerId="ADAL" clId="{C845A161-E4E5-57BC-9787-6F99D640B7E2}" dt="2025-11-06T07:43:19.562" v="3124" actId="732"/>
          <ac:picMkLst>
            <pc:docMk/>
            <pc:sldMk cId="3449079256" sldId="2147480812"/>
            <ac:picMk id="18" creationId="{04E8A5FD-C81B-01CC-6F20-CF3DD8E4C4A4}"/>
          </ac:picMkLst>
        </pc:picChg>
        <pc:picChg chg="add mod modCrop">
          <ac:chgData name="Anon Saelee" userId="344615e6-5449-43fc-9b74-2bfcd7e357d4" providerId="ADAL" clId="{C845A161-E4E5-57BC-9787-6F99D640B7E2}" dt="2025-11-06T07:43:57.385" v="3133" actId="732"/>
          <ac:picMkLst>
            <pc:docMk/>
            <pc:sldMk cId="3449079256" sldId="2147480812"/>
            <ac:picMk id="21" creationId="{D7E8264C-34D9-6BB7-7510-A6956B474E31}"/>
          </ac:picMkLst>
        </pc:picChg>
        <pc:picChg chg="add mod modCrop">
          <ac:chgData name="Anon Saelee" userId="344615e6-5449-43fc-9b74-2bfcd7e357d4" providerId="ADAL" clId="{C845A161-E4E5-57BC-9787-6F99D640B7E2}" dt="2025-11-06T07:43:33.799" v="3127" actId="732"/>
          <ac:picMkLst>
            <pc:docMk/>
            <pc:sldMk cId="3449079256" sldId="2147480812"/>
            <ac:picMk id="24" creationId="{F7F6B82A-1979-05BC-1E17-193DC7550C51}"/>
          </ac:picMkLst>
        </pc:picChg>
        <pc:picChg chg="add mod">
          <ac:chgData name="Anon Saelee" userId="344615e6-5449-43fc-9b74-2bfcd7e357d4" providerId="ADAL" clId="{C845A161-E4E5-57BC-9787-6F99D640B7E2}" dt="2025-11-06T07:26:47.145" v="2812" actId="1036"/>
          <ac:picMkLst>
            <pc:docMk/>
            <pc:sldMk cId="3449079256" sldId="2147480812"/>
            <ac:picMk id="1026" creationId="{78201084-E61D-1E3B-C57D-69CF4B59E21E}"/>
          </ac:picMkLst>
        </pc:picChg>
        <pc:picChg chg="add mod">
          <ac:chgData name="Anon Saelee" userId="344615e6-5449-43fc-9b74-2bfcd7e357d4" providerId="ADAL" clId="{C845A161-E4E5-57BC-9787-6F99D640B7E2}" dt="2025-11-06T07:43:09.323" v="3122" actId="732"/>
          <ac:picMkLst>
            <pc:docMk/>
            <pc:sldMk cId="3449079256" sldId="2147480812"/>
            <ac:picMk id="1028" creationId="{C9228010-B977-9D11-A58B-47F8D11A8C44}"/>
          </ac:picMkLst>
        </pc:picChg>
      </pc:sldChg>
      <pc:sldChg chg="addSp delSp modSp mod">
        <pc:chgData name="Anon Saelee" userId="344615e6-5449-43fc-9b74-2bfcd7e357d4" providerId="ADAL" clId="{C845A161-E4E5-57BC-9787-6F99D640B7E2}" dt="2025-11-06T08:42:21.048" v="3684" actId="20577"/>
        <pc:sldMkLst>
          <pc:docMk/>
          <pc:sldMk cId="3286415090" sldId="2147480813"/>
        </pc:sldMkLst>
        <pc:spChg chg="add mod">
          <ac:chgData name="Anon Saelee" userId="344615e6-5449-43fc-9b74-2bfcd7e357d4" providerId="ADAL" clId="{C845A161-E4E5-57BC-9787-6F99D640B7E2}" dt="2025-11-06T08:42:21.048" v="3684" actId="20577"/>
          <ac:spMkLst>
            <pc:docMk/>
            <pc:sldMk cId="3286415090" sldId="2147480813"/>
            <ac:spMk id="5" creationId="{E856AA29-026F-1A7E-683A-DF5307D24DDB}"/>
          </ac:spMkLst>
        </pc:spChg>
        <pc:spChg chg="add mod">
          <ac:chgData name="Anon Saelee" userId="344615e6-5449-43fc-9b74-2bfcd7e357d4" providerId="ADAL" clId="{C845A161-E4E5-57BC-9787-6F99D640B7E2}" dt="2025-11-06T08:09:15.447" v="3415" actId="1076"/>
          <ac:spMkLst>
            <pc:docMk/>
            <pc:sldMk cId="3286415090" sldId="2147480813"/>
            <ac:spMk id="6" creationId="{8A03DB9A-AF06-7C94-2262-6369DD9D1F53}"/>
          </ac:spMkLst>
        </pc:spChg>
        <pc:spChg chg="add mod">
          <ac:chgData name="Anon Saelee" userId="344615e6-5449-43fc-9b74-2bfcd7e357d4" providerId="ADAL" clId="{C845A161-E4E5-57BC-9787-6F99D640B7E2}" dt="2025-11-06T08:12:37.426" v="3442" actId="1076"/>
          <ac:spMkLst>
            <pc:docMk/>
            <pc:sldMk cId="3286415090" sldId="2147480813"/>
            <ac:spMk id="7" creationId="{E523D268-92CD-CBED-EBAD-9F2DB051188C}"/>
          </ac:spMkLst>
        </pc:spChg>
        <pc:spChg chg="mod">
          <ac:chgData name="Anon Saelee" userId="344615e6-5449-43fc-9b74-2bfcd7e357d4" providerId="ADAL" clId="{C845A161-E4E5-57BC-9787-6F99D640B7E2}" dt="2025-11-06T08:14:18.432" v="3481" actId="20577"/>
          <ac:spMkLst>
            <pc:docMk/>
            <pc:sldMk cId="3286415090" sldId="2147480813"/>
            <ac:spMk id="16" creationId="{B48BB6A0-F2BF-39EE-9A7A-1B09C801DD14}"/>
          </ac:spMkLst>
        </pc:spChg>
        <pc:spChg chg="add mod">
          <ac:chgData name="Anon Saelee" userId="344615e6-5449-43fc-9b74-2bfcd7e357d4" providerId="ADAL" clId="{C845A161-E4E5-57BC-9787-6F99D640B7E2}" dt="2025-11-06T08:12:44.833" v="3453" actId="20577"/>
          <ac:spMkLst>
            <pc:docMk/>
            <pc:sldMk cId="3286415090" sldId="2147480813"/>
            <ac:spMk id="17" creationId="{1F470EFF-BDCF-8018-EA1E-A86C54B52C91}"/>
          </ac:spMkLst>
        </pc:spChg>
        <pc:spChg chg="add mod">
          <ac:chgData name="Anon Saelee" userId="344615e6-5449-43fc-9b74-2bfcd7e357d4" providerId="ADAL" clId="{C845A161-E4E5-57BC-9787-6F99D640B7E2}" dt="2025-11-06T08:38:32.768" v="3615" actId="1038"/>
          <ac:spMkLst>
            <pc:docMk/>
            <pc:sldMk cId="3286415090" sldId="2147480813"/>
            <ac:spMk id="18" creationId="{CC2C624B-92A1-968E-0F08-E72FEF440B3B}"/>
          </ac:spMkLst>
        </pc:spChg>
        <pc:spChg chg="mod">
          <ac:chgData name="Anon Saelee" userId="344615e6-5449-43fc-9b74-2bfcd7e357d4" providerId="ADAL" clId="{C845A161-E4E5-57BC-9787-6F99D640B7E2}" dt="2025-11-06T08:04:52.109" v="3290"/>
          <ac:spMkLst>
            <pc:docMk/>
            <pc:sldMk cId="3286415090" sldId="2147480813"/>
            <ac:spMk id="27" creationId="{32BDD382-C0AF-8B3A-FE41-A527AF2B99B0}"/>
          </ac:spMkLst>
        </pc:spChg>
        <pc:graphicFrameChg chg="mod modGraphic">
          <ac:chgData name="Anon Saelee" userId="344615e6-5449-43fc-9b74-2bfcd7e357d4" providerId="ADAL" clId="{C845A161-E4E5-57BC-9787-6F99D640B7E2}" dt="2025-11-06T08:03:40.616" v="3289" actId="14100"/>
          <ac:graphicFrameMkLst>
            <pc:docMk/>
            <pc:sldMk cId="3286415090" sldId="2147480813"/>
            <ac:graphicFrameMk id="3" creationId="{5D99D17E-7EAB-5569-D508-A159635C5EFE}"/>
          </ac:graphicFrameMkLst>
        </pc:graphicFrameChg>
        <pc:picChg chg="add mod">
          <ac:chgData name="Anon Saelee" userId="344615e6-5449-43fc-9b74-2bfcd7e357d4" providerId="ADAL" clId="{C845A161-E4E5-57BC-9787-6F99D640B7E2}" dt="2025-11-06T08:00:59.156" v="3286" actId="1076"/>
          <ac:picMkLst>
            <pc:docMk/>
            <pc:sldMk cId="3286415090" sldId="2147480813"/>
            <ac:picMk id="1026" creationId="{CE40CDBB-FB35-5CA7-2586-08ABBD622080}"/>
          </ac:picMkLst>
        </pc:picChg>
        <pc:picChg chg="add mod">
          <ac:chgData name="Anon Saelee" userId="344615e6-5449-43fc-9b74-2bfcd7e357d4" providerId="ADAL" clId="{C845A161-E4E5-57BC-9787-6F99D640B7E2}" dt="2025-11-06T08:07:00.662" v="3346" actId="14100"/>
          <ac:picMkLst>
            <pc:docMk/>
            <pc:sldMk cId="3286415090" sldId="2147480813"/>
            <ac:picMk id="1030" creationId="{6FD82E7E-692F-2AEC-9D86-BE612C6C12CE}"/>
          </ac:picMkLst>
        </pc:picChg>
        <pc:picChg chg="add mod">
          <ac:chgData name="Anon Saelee" userId="344615e6-5449-43fc-9b74-2bfcd7e357d4" providerId="ADAL" clId="{C845A161-E4E5-57BC-9787-6F99D640B7E2}" dt="2025-11-06T08:09:36.101" v="3429" actId="732"/>
          <ac:picMkLst>
            <pc:docMk/>
            <pc:sldMk cId="3286415090" sldId="2147480813"/>
            <ac:picMk id="1032" creationId="{A535FC05-EC2A-EDE3-9C25-688A11630E37}"/>
          </ac:picMkLst>
        </pc:picChg>
        <pc:picChg chg="add mod">
          <ac:chgData name="Anon Saelee" userId="344615e6-5449-43fc-9b74-2bfcd7e357d4" providerId="ADAL" clId="{C845A161-E4E5-57BC-9787-6F99D640B7E2}" dt="2025-11-06T08:12:13.306" v="3437" actId="732"/>
          <ac:picMkLst>
            <pc:docMk/>
            <pc:sldMk cId="3286415090" sldId="2147480813"/>
            <ac:picMk id="1034" creationId="{D9A3BA0C-9A8F-8E0D-6948-1A61A8B6F299}"/>
          </ac:picMkLst>
        </pc:picChg>
        <pc:picChg chg="add mod">
          <ac:chgData name="Anon Saelee" userId="344615e6-5449-43fc-9b74-2bfcd7e357d4" providerId="ADAL" clId="{C845A161-E4E5-57BC-9787-6F99D640B7E2}" dt="2025-11-06T08:12:32.359" v="3441" actId="732"/>
          <ac:picMkLst>
            <pc:docMk/>
            <pc:sldMk cId="3286415090" sldId="2147480813"/>
            <ac:picMk id="1036" creationId="{1AB9E8F5-1F8D-A72D-9C97-A8344A03B0DB}"/>
          </ac:picMkLst>
        </pc:picChg>
      </pc:sldChg>
      <pc:sldChg chg="addSp delSp modSp mod">
        <pc:chgData name="Anon Saelee" userId="344615e6-5449-43fc-9b74-2bfcd7e357d4" providerId="ADAL" clId="{C845A161-E4E5-57BC-9787-6F99D640B7E2}" dt="2025-11-06T08:54:07.422" v="3864" actId="20577"/>
        <pc:sldMkLst>
          <pc:docMk/>
          <pc:sldMk cId="2348506124" sldId="2147480814"/>
        </pc:sldMkLst>
        <pc:spChg chg="add mod">
          <ac:chgData name="Anon Saelee" userId="344615e6-5449-43fc-9b74-2bfcd7e357d4" providerId="ADAL" clId="{C845A161-E4E5-57BC-9787-6F99D640B7E2}" dt="2025-11-06T08:39:13.963" v="3632" actId="20577"/>
          <ac:spMkLst>
            <pc:docMk/>
            <pc:sldMk cId="2348506124" sldId="2147480814"/>
            <ac:spMk id="7" creationId="{41ABCE63-911C-5AC2-6514-7FF7135699DA}"/>
          </ac:spMkLst>
        </pc:spChg>
        <pc:spChg chg="mod">
          <ac:chgData name="Anon Saelee" userId="344615e6-5449-43fc-9b74-2bfcd7e357d4" providerId="ADAL" clId="{C845A161-E4E5-57BC-9787-6F99D640B7E2}" dt="2025-11-06T08:54:07.422" v="3864" actId="20577"/>
          <ac:spMkLst>
            <pc:docMk/>
            <pc:sldMk cId="2348506124" sldId="2147480814"/>
            <ac:spMk id="16" creationId="{B90A7981-25B6-5C38-12E8-900CFA2BF61D}"/>
          </ac:spMkLst>
        </pc:spChg>
        <pc:spChg chg="add mod">
          <ac:chgData name="Anon Saelee" userId="344615e6-5449-43fc-9b74-2bfcd7e357d4" providerId="ADAL" clId="{C845A161-E4E5-57BC-9787-6F99D640B7E2}" dt="2025-11-06T08:44:03.044" v="3711" actId="20577"/>
          <ac:spMkLst>
            <pc:docMk/>
            <pc:sldMk cId="2348506124" sldId="2147480814"/>
            <ac:spMk id="17" creationId="{9A8C6F2A-259B-F976-C3AA-F35D33BD0AC6}"/>
          </ac:spMkLst>
        </pc:spChg>
        <pc:spChg chg="add mod">
          <ac:chgData name="Anon Saelee" userId="344615e6-5449-43fc-9b74-2bfcd7e357d4" providerId="ADAL" clId="{C845A161-E4E5-57BC-9787-6F99D640B7E2}" dt="2025-11-06T08:48:17.730" v="3810" actId="1076"/>
          <ac:spMkLst>
            <pc:docMk/>
            <pc:sldMk cId="2348506124" sldId="2147480814"/>
            <ac:spMk id="18" creationId="{BC09B169-6E1A-B5D5-33BC-CC161E0F5242}"/>
          </ac:spMkLst>
        </pc:spChg>
        <pc:spChg chg="add mod">
          <ac:chgData name="Anon Saelee" userId="344615e6-5449-43fc-9b74-2bfcd7e357d4" providerId="ADAL" clId="{C845A161-E4E5-57BC-9787-6F99D640B7E2}" dt="2025-11-06T08:50:35.658" v="3836" actId="1076"/>
          <ac:spMkLst>
            <pc:docMk/>
            <pc:sldMk cId="2348506124" sldId="2147480814"/>
            <ac:spMk id="19" creationId="{ED4AB535-8511-A294-3C5C-807FA0C9A20C}"/>
          </ac:spMkLst>
        </pc:spChg>
        <pc:spChg chg="add mod">
          <ac:chgData name="Anon Saelee" userId="344615e6-5449-43fc-9b74-2bfcd7e357d4" providerId="ADAL" clId="{C845A161-E4E5-57BC-9787-6F99D640B7E2}" dt="2025-11-06T08:53:45.959" v="3860" actId="404"/>
          <ac:spMkLst>
            <pc:docMk/>
            <pc:sldMk cId="2348506124" sldId="2147480814"/>
            <ac:spMk id="20" creationId="{40535AF9-2D98-A23E-B83F-FE7C62D8CC95}"/>
          </ac:spMkLst>
        </pc:spChg>
        <pc:spChg chg="mod">
          <ac:chgData name="Anon Saelee" userId="344615e6-5449-43fc-9b74-2bfcd7e357d4" providerId="ADAL" clId="{C845A161-E4E5-57BC-9787-6F99D640B7E2}" dt="2025-11-06T08:41:10.461" v="3668"/>
          <ac:spMkLst>
            <pc:docMk/>
            <pc:sldMk cId="2348506124" sldId="2147480814"/>
            <ac:spMk id="27" creationId="{0141D789-B648-0DE6-7858-B2F204127D6C}"/>
          </ac:spMkLst>
        </pc:spChg>
        <pc:graphicFrameChg chg="mod modGraphic">
          <ac:chgData name="Anon Saelee" userId="344615e6-5449-43fc-9b74-2bfcd7e357d4" providerId="ADAL" clId="{C845A161-E4E5-57BC-9787-6F99D640B7E2}" dt="2025-11-06T08:43:28.484" v="3698" actId="20577"/>
          <ac:graphicFrameMkLst>
            <pc:docMk/>
            <pc:sldMk cId="2348506124" sldId="2147480814"/>
            <ac:graphicFrameMk id="3" creationId="{61599CEF-6208-8466-71BC-702160D3D027}"/>
          </ac:graphicFrameMkLst>
        </pc:graphicFrameChg>
        <pc:graphicFrameChg chg="add mod">
          <ac:chgData name="Anon Saelee" userId="344615e6-5449-43fc-9b74-2bfcd7e357d4" providerId="ADAL" clId="{C845A161-E4E5-57BC-9787-6F99D640B7E2}" dt="2025-11-06T08:40:44.616" v="3665"/>
          <ac:graphicFrameMkLst>
            <pc:docMk/>
            <pc:sldMk cId="2348506124" sldId="2147480814"/>
            <ac:graphicFrameMk id="4" creationId="{0CC650BD-52B5-DF8B-BB72-159F51375460}"/>
          </ac:graphicFrameMkLst>
        </pc:graphicFrameChg>
        <pc:picChg chg="add mod">
          <ac:chgData name="Anon Saelee" userId="344615e6-5449-43fc-9b74-2bfcd7e357d4" providerId="ADAL" clId="{C845A161-E4E5-57BC-9787-6F99D640B7E2}" dt="2025-11-06T08:41:25.225" v="3674" actId="1076"/>
          <ac:picMkLst>
            <pc:docMk/>
            <pc:sldMk cId="2348506124" sldId="2147480814"/>
            <ac:picMk id="2050" creationId="{5DB236E7-77E3-150B-2E90-E7830CD4E6A0}"/>
          </ac:picMkLst>
        </pc:picChg>
        <pc:picChg chg="add mod">
          <ac:chgData name="Anon Saelee" userId="344615e6-5449-43fc-9b74-2bfcd7e357d4" providerId="ADAL" clId="{C845A161-E4E5-57BC-9787-6F99D640B7E2}" dt="2025-11-06T08:47:41.226" v="3803" actId="732"/>
          <ac:picMkLst>
            <pc:docMk/>
            <pc:sldMk cId="2348506124" sldId="2147480814"/>
            <ac:picMk id="2052" creationId="{247727CA-1341-4664-209A-10B3D715A5AE}"/>
          </ac:picMkLst>
        </pc:picChg>
        <pc:picChg chg="add mod">
          <ac:chgData name="Anon Saelee" userId="344615e6-5449-43fc-9b74-2bfcd7e357d4" providerId="ADAL" clId="{C845A161-E4E5-57BC-9787-6F99D640B7E2}" dt="2025-11-06T08:50:16.293" v="3828" actId="1037"/>
          <ac:picMkLst>
            <pc:docMk/>
            <pc:sldMk cId="2348506124" sldId="2147480814"/>
            <ac:picMk id="2054" creationId="{929E3329-D332-2737-8828-C4BB3907CB3D}"/>
          </ac:picMkLst>
        </pc:picChg>
        <pc:picChg chg="add mod">
          <ac:chgData name="Anon Saelee" userId="344615e6-5449-43fc-9b74-2bfcd7e357d4" providerId="ADAL" clId="{C845A161-E4E5-57BC-9787-6F99D640B7E2}" dt="2025-11-06T08:50:23.601" v="3832" actId="1038"/>
          <ac:picMkLst>
            <pc:docMk/>
            <pc:sldMk cId="2348506124" sldId="2147480814"/>
            <ac:picMk id="2056" creationId="{0F89E76D-32A6-0D3A-CFCC-0668A15FFA3D}"/>
          </ac:picMkLst>
        </pc:picChg>
        <pc:picChg chg="add mod">
          <ac:chgData name="Anon Saelee" userId="344615e6-5449-43fc-9b74-2bfcd7e357d4" providerId="ADAL" clId="{C845A161-E4E5-57BC-9787-6F99D640B7E2}" dt="2025-11-06T08:50:30.084" v="3835" actId="14100"/>
          <ac:picMkLst>
            <pc:docMk/>
            <pc:sldMk cId="2348506124" sldId="2147480814"/>
            <ac:picMk id="2058" creationId="{0D6A1C39-EE5B-BE61-7FC0-FCCCF1E4C63F}"/>
          </ac:picMkLst>
        </pc:picChg>
      </pc:sldChg>
      <pc:sldChg chg="addSp delSp modSp add mod ord">
        <pc:chgData name="Anon Saelee" userId="344615e6-5449-43fc-9b74-2bfcd7e357d4" providerId="ADAL" clId="{C845A161-E4E5-57BC-9787-6F99D640B7E2}" dt="2025-11-14T10:45:58.536" v="4264" actId="14100"/>
        <pc:sldMkLst>
          <pc:docMk/>
          <pc:sldMk cId="3885433330" sldId="2147480819"/>
        </pc:sldMkLst>
        <pc:spChg chg="mod">
          <ac:chgData name="Anon Saelee" userId="344615e6-5449-43fc-9b74-2bfcd7e357d4" providerId="ADAL" clId="{C845A161-E4E5-57BC-9787-6F99D640B7E2}" dt="2025-11-14T10:08:18.148" v="3897" actId="20577"/>
          <ac:spMkLst>
            <pc:docMk/>
            <pc:sldMk cId="3885433330" sldId="2147480819"/>
            <ac:spMk id="16" creationId="{B95393C2-A1D2-57EB-3553-9B7631E2124A}"/>
          </ac:spMkLst>
        </pc:spChg>
        <pc:spChg chg="mod">
          <ac:chgData name="Anon Saelee" userId="344615e6-5449-43fc-9b74-2bfcd7e357d4" providerId="ADAL" clId="{C845A161-E4E5-57BC-9787-6F99D640B7E2}" dt="2025-11-14T10:30:49.518" v="4115" actId="14100"/>
          <ac:spMkLst>
            <pc:docMk/>
            <pc:sldMk cId="3885433330" sldId="2147480819"/>
            <ac:spMk id="23" creationId="{281DF4C4-4FAA-9DB2-87F1-28DA35E18654}"/>
          </ac:spMkLst>
        </pc:spChg>
        <pc:spChg chg="mod">
          <ac:chgData name="Anon Saelee" userId="344615e6-5449-43fc-9b74-2bfcd7e357d4" providerId="ADAL" clId="{C845A161-E4E5-57BC-9787-6F99D640B7E2}" dt="2025-11-14T10:32:00.125" v="4140" actId="1076"/>
          <ac:spMkLst>
            <pc:docMk/>
            <pc:sldMk cId="3885433330" sldId="2147480819"/>
            <ac:spMk id="30" creationId="{447A9FC4-1FE6-E036-CE46-7677B12C9D9C}"/>
          </ac:spMkLst>
        </pc:spChg>
        <pc:spChg chg="add del mod">
          <ac:chgData name="Anon Saelee" userId="344615e6-5449-43fc-9b74-2bfcd7e357d4" providerId="ADAL" clId="{C845A161-E4E5-57BC-9787-6F99D640B7E2}" dt="2025-11-14T10:33:01.458" v="4174" actId="20577"/>
          <ac:spMkLst>
            <pc:docMk/>
            <pc:sldMk cId="3885433330" sldId="2147480819"/>
            <ac:spMk id="35" creationId="{B661719F-B9BA-C56D-DEAE-EDB9CB2EAFBD}"/>
          </ac:spMkLst>
        </pc:spChg>
        <pc:spChg chg="mod">
          <ac:chgData name="Anon Saelee" userId="344615e6-5449-43fc-9b74-2bfcd7e357d4" providerId="ADAL" clId="{C845A161-E4E5-57BC-9787-6F99D640B7E2}" dt="2025-11-14T10:34:04.316" v="4211" actId="20577"/>
          <ac:spMkLst>
            <pc:docMk/>
            <pc:sldMk cId="3885433330" sldId="2147480819"/>
            <ac:spMk id="36" creationId="{9C471EE6-03CF-3C62-EC8E-6D80D8C416D5}"/>
          </ac:spMkLst>
        </pc:spChg>
        <pc:spChg chg="mod">
          <ac:chgData name="Anon Saelee" userId="344615e6-5449-43fc-9b74-2bfcd7e357d4" providerId="ADAL" clId="{C845A161-E4E5-57BC-9787-6F99D640B7E2}" dt="2025-11-14T10:21:00.130" v="4052"/>
          <ac:spMkLst>
            <pc:docMk/>
            <pc:sldMk cId="3885433330" sldId="2147480819"/>
            <ac:spMk id="39" creationId="{E5264DF6-F2AD-D864-540A-BF1F88E7B713}"/>
          </ac:spMkLst>
        </pc:spChg>
        <pc:graphicFrameChg chg="mod modGraphic">
          <ac:chgData name="Anon Saelee" userId="344615e6-5449-43fc-9b74-2bfcd7e357d4" providerId="ADAL" clId="{C845A161-E4E5-57BC-9787-6F99D640B7E2}" dt="2025-11-14T10:45:51.750" v="4262"/>
          <ac:graphicFrameMkLst>
            <pc:docMk/>
            <pc:sldMk cId="3885433330" sldId="2147480819"/>
            <ac:graphicFrameMk id="3" creationId="{E39C32BF-5A84-3794-FDC9-DB75188F3CAD}"/>
          </ac:graphicFrameMkLst>
        </pc:graphicFrameChg>
        <pc:graphicFrameChg chg="mod">
          <ac:chgData name="Anon Saelee" userId="344615e6-5449-43fc-9b74-2bfcd7e357d4" providerId="ADAL" clId="{C845A161-E4E5-57BC-9787-6F99D640B7E2}" dt="2025-11-14T10:45:58.536" v="4264" actId="14100"/>
          <ac:graphicFrameMkLst>
            <pc:docMk/>
            <pc:sldMk cId="3885433330" sldId="2147480819"/>
            <ac:graphicFrameMk id="20" creationId="{933F6D5E-D0A9-D430-60DF-4A7348CD481E}"/>
          </ac:graphicFrameMkLst>
        </pc:graphicFrameChg>
        <pc:picChg chg="add mod">
          <ac:chgData name="Anon Saelee" userId="344615e6-5449-43fc-9b74-2bfcd7e357d4" providerId="ADAL" clId="{C845A161-E4E5-57BC-9787-6F99D640B7E2}" dt="2025-11-14T10:08:24.540" v="3899"/>
          <ac:picMkLst>
            <pc:docMk/>
            <pc:sldMk cId="3885433330" sldId="2147480819"/>
            <ac:picMk id="6" creationId="{56CC1C47-B3E2-FBB0-055B-D3FAA08828EA}"/>
          </ac:picMkLst>
        </pc:picChg>
        <pc:picChg chg="add mod">
          <ac:chgData name="Anon Saelee" userId="344615e6-5449-43fc-9b74-2bfcd7e357d4" providerId="ADAL" clId="{C845A161-E4E5-57BC-9787-6F99D640B7E2}" dt="2025-11-14T10:09:17.039" v="3909" actId="1076"/>
          <ac:picMkLst>
            <pc:docMk/>
            <pc:sldMk cId="3885433330" sldId="2147480819"/>
            <ac:picMk id="13" creationId="{F28ADC00-714F-05BE-30AC-2C8FDD69F3B2}"/>
          </ac:picMkLst>
        </pc:picChg>
        <pc:picChg chg="add mod">
          <ac:chgData name="Anon Saelee" userId="344615e6-5449-43fc-9b74-2bfcd7e357d4" providerId="ADAL" clId="{C845A161-E4E5-57BC-9787-6F99D640B7E2}" dt="2025-11-14T10:29:45.862" v="4078" actId="1076"/>
          <ac:picMkLst>
            <pc:docMk/>
            <pc:sldMk cId="3885433330" sldId="2147480819"/>
            <ac:picMk id="17" creationId="{A6B4A69C-5F1F-8800-B2F5-AE5B5D39EE44}"/>
          </ac:picMkLst>
        </pc:picChg>
        <pc:picChg chg="add mod">
          <ac:chgData name="Anon Saelee" userId="344615e6-5449-43fc-9b74-2bfcd7e357d4" providerId="ADAL" clId="{C845A161-E4E5-57BC-9787-6F99D640B7E2}" dt="2025-11-14T10:31:47.592" v="4125" actId="14100"/>
          <ac:picMkLst>
            <pc:docMk/>
            <pc:sldMk cId="3885433330" sldId="2147480819"/>
            <ac:picMk id="19" creationId="{1BB2C397-0B67-1902-434F-C28BAF4F65E9}"/>
          </ac:picMkLst>
        </pc:picChg>
        <pc:picChg chg="add mod">
          <ac:chgData name="Anon Saelee" userId="344615e6-5449-43fc-9b74-2bfcd7e357d4" providerId="ADAL" clId="{C845A161-E4E5-57BC-9787-6F99D640B7E2}" dt="2025-11-14T10:32:49.843" v="4149" actId="1076"/>
          <ac:picMkLst>
            <pc:docMk/>
            <pc:sldMk cId="3885433330" sldId="2147480819"/>
            <ac:picMk id="22" creationId="{A30B876D-5F58-AACD-895C-7BC6F18339A3}"/>
          </ac:picMkLst>
        </pc:picChg>
        <pc:picChg chg="add mod">
          <ac:chgData name="Anon Saelee" userId="344615e6-5449-43fc-9b74-2bfcd7e357d4" providerId="ADAL" clId="{C845A161-E4E5-57BC-9787-6F99D640B7E2}" dt="2025-11-14T10:33:49.956" v="4182" actId="14100"/>
          <ac:picMkLst>
            <pc:docMk/>
            <pc:sldMk cId="3885433330" sldId="2147480819"/>
            <ac:picMk id="26" creationId="{00F77522-542E-80C6-B9BB-C8CA6B2B1AA8}"/>
          </ac:picMkLst>
        </pc:picChg>
      </pc:sldChg>
      <pc:sldChg chg="addSp delSp modSp add mod">
        <pc:chgData name="Anon Saelee" userId="344615e6-5449-43fc-9b74-2bfcd7e357d4" providerId="ADAL" clId="{C845A161-E4E5-57BC-9787-6F99D640B7E2}" dt="2025-11-14T11:03:05.322" v="4488" actId="20577"/>
        <pc:sldMkLst>
          <pc:docMk/>
          <pc:sldMk cId="2777277253" sldId="2147480820"/>
        </pc:sldMkLst>
        <pc:spChg chg="mod">
          <ac:chgData name="Anon Saelee" userId="344615e6-5449-43fc-9b74-2bfcd7e357d4" providerId="ADAL" clId="{C845A161-E4E5-57BC-9787-6F99D640B7E2}" dt="2025-11-14T10:49:56.870" v="4307" actId="20577"/>
          <ac:spMkLst>
            <pc:docMk/>
            <pc:sldMk cId="2777277253" sldId="2147480820"/>
            <ac:spMk id="16" creationId="{F4736092-4FBB-42D0-87E6-96C90F117C13}"/>
          </ac:spMkLst>
        </pc:spChg>
        <pc:spChg chg="mod">
          <ac:chgData name="Anon Saelee" userId="344615e6-5449-43fc-9b74-2bfcd7e357d4" providerId="ADAL" clId="{C845A161-E4E5-57BC-9787-6F99D640B7E2}" dt="2025-11-14T10:59:37.633" v="4398"/>
          <ac:spMkLst>
            <pc:docMk/>
            <pc:sldMk cId="2777277253" sldId="2147480820"/>
            <ac:spMk id="23" creationId="{9566BDA7-F2A6-9816-C523-333FEF87766B}"/>
          </ac:spMkLst>
        </pc:spChg>
        <pc:spChg chg="mod">
          <ac:chgData name="Anon Saelee" userId="344615e6-5449-43fc-9b74-2bfcd7e357d4" providerId="ADAL" clId="{C845A161-E4E5-57BC-9787-6F99D640B7E2}" dt="2025-11-14T11:00:28.564" v="4415" actId="20577"/>
          <ac:spMkLst>
            <pc:docMk/>
            <pc:sldMk cId="2777277253" sldId="2147480820"/>
            <ac:spMk id="30" creationId="{21444B4A-48E2-A53D-0114-6377A82CFEFE}"/>
          </ac:spMkLst>
        </pc:spChg>
        <pc:spChg chg="mod">
          <ac:chgData name="Anon Saelee" userId="344615e6-5449-43fc-9b74-2bfcd7e357d4" providerId="ADAL" clId="{C845A161-E4E5-57BC-9787-6F99D640B7E2}" dt="2025-11-14T11:01:40.707" v="4455" actId="20577"/>
          <ac:spMkLst>
            <pc:docMk/>
            <pc:sldMk cId="2777277253" sldId="2147480820"/>
            <ac:spMk id="35" creationId="{4E47E7E0-A3A2-26E8-205A-B33A36E61544}"/>
          </ac:spMkLst>
        </pc:spChg>
        <pc:spChg chg="mod">
          <ac:chgData name="Anon Saelee" userId="344615e6-5449-43fc-9b74-2bfcd7e357d4" providerId="ADAL" clId="{C845A161-E4E5-57BC-9787-6F99D640B7E2}" dt="2025-11-14T11:03:05.322" v="4488" actId="20577"/>
          <ac:spMkLst>
            <pc:docMk/>
            <pc:sldMk cId="2777277253" sldId="2147480820"/>
            <ac:spMk id="36" creationId="{E4731B9B-E95E-F962-80F2-C40FD8DA91BD}"/>
          </ac:spMkLst>
        </pc:spChg>
        <pc:graphicFrameChg chg="mod modGraphic">
          <ac:chgData name="Anon Saelee" userId="344615e6-5449-43fc-9b74-2bfcd7e357d4" providerId="ADAL" clId="{C845A161-E4E5-57BC-9787-6F99D640B7E2}" dt="2025-11-14T10:51:46.010" v="4365"/>
          <ac:graphicFrameMkLst>
            <pc:docMk/>
            <pc:sldMk cId="2777277253" sldId="2147480820"/>
            <ac:graphicFrameMk id="3" creationId="{6F9A7BBC-1621-AB87-975D-8FBFF2F00DCB}"/>
          </ac:graphicFrameMkLst>
        </pc:graphicFrameChg>
        <pc:graphicFrameChg chg="mod">
          <ac:chgData name="Anon Saelee" userId="344615e6-5449-43fc-9b74-2bfcd7e357d4" providerId="ADAL" clId="{C845A161-E4E5-57BC-9787-6F99D640B7E2}" dt="2025-11-14T10:48:00.461" v="4286" actId="14100"/>
          <ac:graphicFrameMkLst>
            <pc:docMk/>
            <pc:sldMk cId="2777277253" sldId="2147480820"/>
            <ac:graphicFrameMk id="20" creationId="{05FC4B6C-5333-E5D0-AFB9-B6968769F52A}"/>
          </ac:graphicFrameMkLst>
        </pc:graphicFrameChg>
        <pc:picChg chg="add mod">
          <ac:chgData name="Anon Saelee" userId="344615e6-5449-43fc-9b74-2bfcd7e357d4" providerId="ADAL" clId="{C845A161-E4E5-57BC-9787-6F99D640B7E2}" dt="2025-11-14T10:43:12.278" v="4238" actId="1035"/>
          <ac:picMkLst>
            <pc:docMk/>
            <pc:sldMk cId="2777277253" sldId="2147480820"/>
            <ac:picMk id="4" creationId="{5A3D5BB9-1EBE-1D7C-924F-D88BDF8A5C85}"/>
          </ac:picMkLst>
        </pc:picChg>
        <pc:picChg chg="add mod">
          <ac:chgData name="Anon Saelee" userId="344615e6-5449-43fc-9b74-2bfcd7e357d4" providerId="ADAL" clId="{C845A161-E4E5-57BC-9787-6F99D640B7E2}" dt="2025-11-14T10:59:29.873" v="4397" actId="14100"/>
          <ac:picMkLst>
            <pc:docMk/>
            <pc:sldMk cId="2777277253" sldId="2147480820"/>
            <ac:picMk id="1026" creationId="{D41EDA4E-6C4B-FDAE-717B-E1E4C38983FA}"/>
          </ac:picMkLst>
        </pc:picChg>
        <pc:picChg chg="add mod">
          <ac:chgData name="Anon Saelee" userId="344615e6-5449-43fc-9b74-2bfcd7e357d4" providerId="ADAL" clId="{C845A161-E4E5-57BC-9787-6F99D640B7E2}" dt="2025-11-14T11:01:30.506" v="4426" actId="1076"/>
          <ac:picMkLst>
            <pc:docMk/>
            <pc:sldMk cId="2777277253" sldId="2147480820"/>
            <ac:picMk id="1028" creationId="{84AE3E13-A572-8C94-D536-6EA7B7EC4A6B}"/>
          </ac:picMkLst>
        </pc:picChg>
        <pc:picChg chg="add mod">
          <ac:chgData name="Anon Saelee" userId="344615e6-5449-43fc-9b74-2bfcd7e357d4" providerId="ADAL" clId="{C845A161-E4E5-57BC-9787-6F99D640B7E2}" dt="2025-11-14T11:01:27.948" v="4425" actId="14100"/>
          <ac:picMkLst>
            <pc:docMk/>
            <pc:sldMk cId="2777277253" sldId="2147480820"/>
            <ac:picMk id="1030" creationId="{E371E3C7-2A80-F557-D8B9-87530B174E2E}"/>
          </ac:picMkLst>
        </pc:picChg>
        <pc:picChg chg="add mod">
          <ac:chgData name="Anon Saelee" userId="344615e6-5449-43fc-9b74-2bfcd7e357d4" providerId="ADAL" clId="{C845A161-E4E5-57BC-9787-6F99D640B7E2}" dt="2025-11-14T11:02:55.542" v="4463" actId="14100"/>
          <ac:picMkLst>
            <pc:docMk/>
            <pc:sldMk cId="2777277253" sldId="2147480820"/>
            <ac:picMk id="1032" creationId="{6757E3E9-2629-4E94-266F-437944DD3574}"/>
          </ac:picMkLst>
        </pc:picChg>
      </pc:sldChg>
      <pc:sldChg chg="addSp delSp modSp add mod">
        <pc:chgData name="Anon Saelee" userId="344615e6-5449-43fc-9b74-2bfcd7e357d4" providerId="ADAL" clId="{C845A161-E4E5-57BC-9787-6F99D640B7E2}" dt="2025-11-14T12:11:07.650" v="5274" actId="113"/>
        <pc:sldMkLst>
          <pc:docMk/>
          <pc:sldMk cId="1935927079" sldId="2147480821"/>
        </pc:sldMkLst>
        <pc:spChg chg="add mod">
          <ac:chgData name="Anon Saelee" userId="344615e6-5449-43fc-9b74-2bfcd7e357d4" providerId="ADAL" clId="{C845A161-E4E5-57BC-9787-6F99D640B7E2}" dt="2025-11-14T11:10:31.943" v="4512"/>
          <ac:spMkLst>
            <pc:docMk/>
            <pc:sldMk cId="1935927079" sldId="2147480821"/>
            <ac:spMk id="12" creationId="{6C5A69A0-E7AB-89E8-2ADA-8F2338187194}"/>
          </ac:spMkLst>
        </pc:spChg>
        <pc:spChg chg="add mod">
          <ac:chgData name="Anon Saelee" userId="344615e6-5449-43fc-9b74-2bfcd7e357d4" providerId="ADAL" clId="{C845A161-E4E5-57BC-9787-6F99D640B7E2}" dt="2025-11-14T12:11:07.650" v="5274" actId="113"/>
          <ac:spMkLst>
            <pc:docMk/>
            <pc:sldMk cId="1935927079" sldId="2147480821"/>
            <ac:spMk id="13" creationId="{045B6800-AF5C-DB89-386D-12C110FEBE4D}"/>
          </ac:spMkLst>
        </pc:spChg>
        <pc:spChg chg="add mod">
          <ac:chgData name="Anon Saelee" userId="344615e6-5449-43fc-9b74-2bfcd7e357d4" providerId="ADAL" clId="{C845A161-E4E5-57BC-9787-6F99D640B7E2}" dt="2025-11-14T12:11:07.650" v="5274" actId="113"/>
          <ac:spMkLst>
            <pc:docMk/>
            <pc:sldMk cId="1935927079" sldId="2147480821"/>
            <ac:spMk id="15" creationId="{BC59A151-BE25-9C7F-D2E1-2DE9FB364809}"/>
          </ac:spMkLst>
        </pc:spChg>
        <pc:spChg chg="mod">
          <ac:chgData name="Anon Saelee" userId="344615e6-5449-43fc-9b74-2bfcd7e357d4" providerId="ADAL" clId="{C845A161-E4E5-57BC-9787-6F99D640B7E2}" dt="2025-11-14T11:08:52.081" v="4499" actId="20577"/>
          <ac:spMkLst>
            <pc:docMk/>
            <pc:sldMk cId="1935927079" sldId="2147480821"/>
            <ac:spMk id="16" creationId="{F4558E19-31C5-5FE1-CD5D-D9D750BF7E99}"/>
          </ac:spMkLst>
        </pc:spChg>
        <pc:spChg chg="add mod">
          <ac:chgData name="Anon Saelee" userId="344615e6-5449-43fc-9b74-2bfcd7e357d4" providerId="ADAL" clId="{C845A161-E4E5-57BC-9787-6F99D640B7E2}" dt="2025-11-14T12:11:07.650" v="5274" actId="113"/>
          <ac:spMkLst>
            <pc:docMk/>
            <pc:sldMk cId="1935927079" sldId="2147480821"/>
            <ac:spMk id="17" creationId="{C2C9DEB3-5CE7-A910-6A50-FD84255CB197}"/>
          </ac:spMkLst>
        </pc:spChg>
        <pc:spChg chg="add mod">
          <ac:chgData name="Anon Saelee" userId="344615e6-5449-43fc-9b74-2bfcd7e357d4" providerId="ADAL" clId="{C845A161-E4E5-57BC-9787-6F99D640B7E2}" dt="2025-11-14T12:11:07.650" v="5274" actId="113"/>
          <ac:spMkLst>
            <pc:docMk/>
            <pc:sldMk cId="1935927079" sldId="2147480821"/>
            <ac:spMk id="19" creationId="{CA8F64D5-E0C2-E9D0-E9F2-42785B4E750D}"/>
          </ac:spMkLst>
        </pc:spChg>
        <pc:spChg chg="add mod">
          <ac:chgData name="Anon Saelee" userId="344615e6-5449-43fc-9b74-2bfcd7e357d4" providerId="ADAL" clId="{C845A161-E4E5-57BC-9787-6F99D640B7E2}" dt="2025-11-14T12:11:07.650" v="5274" actId="113"/>
          <ac:spMkLst>
            <pc:docMk/>
            <pc:sldMk cId="1935927079" sldId="2147480821"/>
            <ac:spMk id="21" creationId="{3DB1EEF0-9F6C-8619-8E75-156317112161}"/>
          </ac:spMkLst>
        </pc:spChg>
        <pc:spChg chg="mod">
          <ac:chgData name="Anon Saelee" userId="344615e6-5449-43fc-9b74-2bfcd7e357d4" providerId="ADAL" clId="{C845A161-E4E5-57BC-9787-6F99D640B7E2}" dt="2025-11-14T12:11:07.650" v="5274" actId="113"/>
          <ac:spMkLst>
            <pc:docMk/>
            <pc:sldMk cId="1935927079" sldId="2147480821"/>
            <ac:spMk id="23" creationId="{746BCBFE-CA18-50A8-4A5E-FE95CE747AA7}"/>
          </ac:spMkLst>
        </pc:spChg>
        <pc:spChg chg="mod">
          <ac:chgData name="Anon Saelee" userId="344615e6-5449-43fc-9b74-2bfcd7e357d4" providerId="ADAL" clId="{C845A161-E4E5-57BC-9787-6F99D640B7E2}" dt="2025-11-14T11:19:20.303" v="4655" actId="20577"/>
          <ac:spMkLst>
            <pc:docMk/>
            <pc:sldMk cId="1935927079" sldId="2147480821"/>
            <ac:spMk id="27" creationId="{6F1E0BA6-761D-C26E-9037-C8C1F467FAD1}"/>
          </ac:spMkLst>
        </pc:spChg>
        <pc:graphicFrameChg chg="mod modGraphic">
          <ac:chgData name="Anon Saelee" userId="344615e6-5449-43fc-9b74-2bfcd7e357d4" providerId="ADAL" clId="{C845A161-E4E5-57BC-9787-6F99D640B7E2}" dt="2025-11-14T11:31:04.586" v="4864" actId="14100"/>
          <ac:graphicFrameMkLst>
            <pc:docMk/>
            <pc:sldMk cId="1935927079" sldId="2147480821"/>
            <ac:graphicFrameMk id="3" creationId="{4B3A07B7-4D85-03C0-1709-FC38659D9AF6}"/>
          </ac:graphicFrameMkLst>
        </pc:graphicFrameChg>
        <pc:picChg chg="add mod">
          <ac:chgData name="Anon Saelee" userId="344615e6-5449-43fc-9b74-2bfcd7e357d4" providerId="ADAL" clId="{C845A161-E4E5-57BC-9787-6F99D640B7E2}" dt="2025-11-14T11:09:02.055" v="4501"/>
          <ac:picMkLst>
            <pc:docMk/>
            <pc:sldMk cId="1935927079" sldId="2147480821"/>
            <ac:picMk id="7" creationId="{85810931-9BB6-7CEB-2199-0EC13CEFCA03}"/>
          </ac:picMkLst>
        </pc:picChg>
        <pc:picChg chg="add mod">
          <ac:chgData name="Anon Saelee" userId="344615e6-5449-43fc-9b74-2bfcd7e357d4" providerId="ADAL" clId="{C845A161-E4E5-57BC-9787-6F99D640B7E2}" dt="2025-11-14T11:09:28.140" v="4510" actId="1076"/>
          <ac:picMkLst>
            <pc:docMk/>
            <pc:sldMk cId="1935927079" sldId="2147480821"/>
            <ac:picMk id="11" creationId="{4D05F807-4C96-48AD-2B02-4ECB435BB8BD}"/>
          </ac:picMkLst>
        </pc:picChg>
        <pc:picChg chg="add mod">
          <ac:chgData name="Anon Saelee" userId="344615e6-5449-43fc-9b74-2bfcd7e357d4" providerId="ADAL" clId="{C845A161-E4E5-57BC-9787-6F99D640B7E2}" dt="2025-11-14T11:24:21.144" v="4760" actId="1035"/>
          <ac:picMkLst>
            <pc:docMk/>
            <pc:sldMk cId="1935927079" sldId="2147480821"/>
            <ac:picMk id="2050" creationId="{C4483AD2-670B-970D-D5CE-35046581D20F}"/>
          </ac:picMkLst>
        </pc:picChg>
        <pc:picChg chg="add mod">
          <ac:chgData name="Anon Saelee" userId="344615e6-5449-43fc-9b74-2bfcd7e357d4" providerId="ADAL" clId="{C845A161-E4E5-57BC-9787-6F99D640B7E2}" dt="2025-11-14T11:24:21.144" v="4760" actId="1035"/>
          <ac:picMkLst>
            <pc:docMk/>
            <pc:sldMk cId="1935927079" sldId="2147480821"/>
            <ac:picMk id="2052" creationId="{9A8C9ED4-F1EA-0900-AD5B-8D5B52061146}"/>
          </ac:picMkLst>
        </pc:picChg>
        <pc:picChg chg="add mod">
          <ac:chgData name="Anon Saelee" userId="344615e6-5449-43fc-9b74-2bfcd7e357d4" providerId="ADAL" clId="{C845A161-E4E5-57BC-9787-6F99D640B7E2}" dt="2025-11-14T11:24:50.060" v="4787" actId="1076"/>
          <ac:picMkLst>
            <pc:docMk/>
            <pc:sldMk cId="1935927079" sldId="2147480821"/>
            <ac:picMk id="2056" creationId="{1F8A6059-F847-D004-2437-9682CC6088A2}"/>
          </ac:picMkLst>
        </pc:picChg>
        <pc:picChg chg="add mod">
          <ac:chgData name="Anon Saelee" userId="344615e6-5449-43fc-9b74-2bfcd7e357d4" providerId="ADAL" clId="{C845A161-E4E5-57BC-9787-6F99D640B7E2}" dt="2025-11-14T11:24:47.624" v="4786" actId="1035"/>
          <ac:picMkLst>
            <pc:docMk/>
            <pc:sldMk cId="1935927079" sldId="2147480821"/>
            <ac:picMk id="2058" creationId="{FD033BFC-123F-FCDB-22C2-B87DB9C798DB}"/>
          </ac:picMkLst>
        </pc:picChg>
        <pc:picChg chg="add mod">
          <ac:chgData name="Anon Saelee" userId="344615e6-5449-43fc-9b74-2bfcd7e357d4" providerId="ADAL" clId="{C845A161-E4E5-57BC-9787-6F99D640B7E2}" dt="2025-11-14T11:25:15.244" v="4806" actId="1036"/>
          <ac:picMkLst>
            <pc:docMk/>
            <pc:sldMk cId="1935927079" sldId="2147480821"/>
            <ac:picMk id="2060" creationId="{BBA12BFB-DABB-93CD-54E7-8FC447C6E313}"/>
          </ac:picMkLst>
        </pc:picChg>
        <pc:picChg chg="add mod">
          <ac:chgData name="Anon Saelee" userId="344615e6-5449-43fc-9b74-2bfcd7e357d4" providerId="ADAL" clId="{C845A161-E4E5-57BC-9787-6F99D640B7E2}" dt="2025-11-14T11:26:45.336" v="4818" actId="1076"/>
          <ac:picMkLst>
            <pc:docMk/>
            <pc:sldMk cId="1935927079" sldId="2147480821"/>
            <ac:picMk id="2062" creationId="{F1C4E14F-A946-05FC-BE60-FFF14CFF4045}"/>
          </ac:picMkLst>
        </pc:picChg>
      </pc:sldChg>
      <pc:sldChg chg="addSp delSp modSp add mod">
        <pc:chgData name="Anon Saelee" userId="344615e6-5449-43fc-9b74-2bfcd7e357d4" providerId="ADAL" clId="{C845A161-E4E5-57BC-9787-6F99D640B7E2}" dt="2025-11-14T12:12:33.953" v="5301"/>
        <pc:sldMkLst>
          <pc:docMk/>
          <pc:sldMk cId="26537075" sldId="2147480822"/>
        </pc:sldMkLst>
        <pc:spChg chg="add mod">
          <ac:chgData name="Anon Saelee" userId="344615e6-5449-43fc-9b74-2bfcd7e357d4" providerId="ADAL" clId="{C845A161-E4E5-57BC-9787-6F99D640B7E2}" dt="2025-11-14T12:10:37.795" v="5272" actId="14100"/>
          <ac:spMkLst>
            <pc:docMk/>
            <pc:sldMk cId="26537075" sldId="2147480822"/>
            <ac:spMk id="13" creationId="{AD0EA375-28D6-A485-7377-F630F798BE3A}"/>
          </ac:spMkLst>
        </pc:spChg>
        <pc:spChg chg="mod">
          <ac:chgData name="Anon Saelee" userId="344615e6-5449-43fc-9b74-2bfcd7e357d4" providerId="ADAL" clId="{C845A161-E4E5-57BC-9787-6F99D640B7E2}" dt="2025-11-14T11:32:06.338" v="4875" actId="20577"/>
          <ac:spMkLst>
            <pc:docMk/>
            <pc:sldMk cId="26537075" sldId="2147480822"/>
            <ac:spMk id="16" creationId="{5FC886AD-4450-4179-F4A5-62CC8221AA40}"/>
          </ac:spMkLst>
        </pc:spChg>
        <pc:spChg chg="add mod">
          <ac:chgData name="Anon Saelee" userId="344615e6-5449-43fc-9b74-2bfcd7e357d4" providerId="ADAL" clId="{C845A161-E4E5-57BC-9787-6F99D640B7E2}" dt="2025-11-14T12:11:22.884" v="5277" actId="1076"/>
          <ac:spMkLst>
            <pc:docMk/>
            <pc:sldMk cId="26537075" sldId="2147480822"/>
            <ac:spMk id="17" creationId="{466B888C-9B60-665C-FA5A-3A99F596D278}"/>
          </ac:spMkLst>
        </pc:spChg>
        <pc:spChg chg="add mod">
          <ac:chgData name="Anon Saelee" userId="344615e6-5449-43fc-9b74-2bfcd7e357d4" providerId="ADAL" clId="{C845A161-E4E5-57BC-9787-6F99D640B7E2}" dt="2025-11-14T12:11:26.056" v="5279" actId="1076"/>
          <ac:spMkLst>
            <pc:docMk/>
            <pc:sldMk cId="26537075" sldId="2147480822"/>
            <ac:spMk id="19" creationId="{738246DB-31E6-8D7E-8B80-E8F6BEF88FA1}"/>
          </ac:spMkLst>
        </pc:spChg>
        <pc:spChg chg="add mod">
          <ac:chgData name="Anon Saelee" userId="344615e6-5449-43fc-9b74-2bfcd7e357d4" providerId="ADAL" clId="{C845A161-E4E5-57BC-9787-6F99D640B7E2}" dt="2025-11-14T12:11:38.082" v="5285" actId="1076"/>
          <ac:spMkLst>
            <pc:docMk/>
            <pc:sldMk cId="26537075" sldId="2147480822"/>
            <ac:spMk id="22" creationId="{E68780A4-DAA1-C550-D41C-9413CFD622F0}"/>
          </ac:spMkLst>
        </pc:spChg>
        <pc:spChg chg="add mod">
          <ac:chgData name="Anon Saelee" userId="344615e6-5449-43fc-9b74-2bfcd7e357d4" providerId="ADAL" clId="{C845A161-E4E5-57BC-9787-6F99D640B7E2}" dt="2025-11-14T12:11:49.161" v="5289" actId="1076"/>
          <ac:spMkLst>
            <pc:docMk/>
            <pc:sldMk cId="26537075" sldId="2147480822"/>
            <ac:spMk id="25" creationId="{291A07EF-D155-D21A-7EC6-6F1EF6F09EF8}"/>
          </ac:spMkLst>
        </pc:spChg>
        <pc:spChg chg="mod">
          <ac:chgData name="Anon Saelee" userId="344615e6-5449-43fc-9b74-2bfcd7e357d4" providerId="ADAL" clId="{C845A161-E4E5-57BC-9787-6F99D640B7E2}" dt="2025-11-14T12:09:15.814" v="5214"/>
          <ac:spMkLst>
            <pc:docMk/>
            <pc:sldMk cId="26537075" sldId="2147480822"/>
            <ac:spMk id="27" creationId="{4817F100-4CE0-8F7D-295B-6B59895E8133}"/>
          </ac:spMkLst>
        </pc:spChg>
        <pc:spChg chg="add mod">
          <ac:chgData name="Anon Saelee" userId="344615e6-5449-43fc-9b74-2bfcd7e357d4" providerId="ADAL" clId="{C845A161-E4E5-57BC-9787-6F99D640B7E2}" dt="2025-11-14T12:12:03.077" v="5294"/>
          <ac:spMkLst>
            <pc:docMk/>
            <pc:sldMk cId="26537075" sldId="2147480822"/>
            <ac:spMk id="32" creationId="{94A3B782-A080-D60E-BE59-262E61344A85}"/>
          </ac:spMkLst>
        </pc:spChg>
        <pc:spChg chg="add mod">
          <ac:chgData name="Anon Saelee" userId="344615e6-5449-43fc-9b74-2bfcd7e357d4" providerId="ADAL" clId="{C845A161-E4E5-57BC-9787-6F99D640B7E2}" dt="2025-11-14T12:12:33.953" v="5301"/>
          <ac:spMkLst>
            <pc:docMk/>
            <pc:sldMk cId="26537075" sldId="2147480822"/>
            <ac:spMk id="34" creationId="{C7A9E8C0-F4DB-A817-53F5-C99032FEA090}"/>
          </ac:spMkLst>
        </pc:spChg>
        <pc:grpChg chg="mod">
          <ac:chgData name="Anon Saelee" userId="344615e6-5449-43fc-9b74-2bfcd7e357d4" providerId="ADAL" clId="{C845A161-E4E5-57BC-9787-6F99D640B7E2}" dt="2025-11-14T12:09:09.736" v="5213" actId="1076"/>
          <ac:grpSpMkLst>
            <pc:docMk/>
            <pc:sldMk cId="26537075" sldId="2147480822"/>
            <ac:grpSpMk id="14" creationId="{AB2EE232-7830-1573-09DA-0D12DF0C8E03}"/>
          </ac:grpSpMkLst>
        </pc:grpChg>
        <pc:graphicFrameChg chg="mod modGraphic">
          <ac:chgData name="Anon Saelee" userId="344615e6-5449-43fc-9b74-2bfcd7e357d4" providerId="ADAL" clId="{C845A161-E4E5-57BC-9787-6F99D640B7E2}" dt="2025-11-14T12:06:00.417" v="5135"/>
          <ac:graphicFrameMkLst>
            <pc:docMk/>
            <pc:sldMk cId="26537075" sldId="2147480822"/>
            <ac:graphicFrameMk id="3" creationId="{BD6A1252-02D3-7BAE-12F9-0DA2F75F5FC1}"/>
          </ac:graphicFrameMkLst>
        </pc:graphicFrameChg>
        <pc:graphicFrameChg chg="mod">
          <ac:chgData name="Anon Saelee" userId="344615e6-5449-43fc-9b74-2bfcd7e357d4" providerId="ADAL" clId="{C845A161-E4E5-57BC-9787-6F99D640B7E2}" dt="2025-11-14T12:06:03.533" v="5146" actId="1036"/>
          <ac:graphicFrameMkLst>
            <pc:docMk/>
            <pc:sldMk cId="26537075" sldId="2147480822"/>
            <ac:graphicFrameMk id="20" creationId="{EFF812AD-BEFC-1160-5A66-A0A12EAC4231}"/>
          </ac:graphicFrameMkLst>
        </pc:graphicFrameChg>
        <pc:picChg chg="add mod">
          <ac:chgData name="Anon Saelee" userId="344615e6-5449-43fc-9b74-2bfcd7e357d4" providerId="ADAL" clId="{C845A161-E4E5-57BC-9787-6F99D640B7E2}" dt="2025-11-14T11:32:16.913" v="4877"/>
          <ac:picMkLst>
            <pc:docMk/>
            <pc:sldMk cId="26537075" sldId="2147480822"/>
            <ac:picMk id="7" creationId="{C7CB9772-0820-143D-2292-BF6F30E766A6}"/>
          </ac:picMkLst>
        </pc:picChg>
        <pc:picChg chg="add mod">
          <ac:chgData name="Anon Saelee" userId="344615e6-5449-43fc-9b74-2bfcd7e357d4" providerId="ADAL" clId="{C845A161-E4E5-57BC-9787-6F99D640B7E2}" dt="2025-11-14T11:32:38.031" v="4883" actId="1076"/>
          <ac:picMkLst>
            <pc:docMk/>
            <pc:sldMk cId="26537075" sldId="2147480822"/>
            <ac:picMk id="11" creationId="{1C93F41B-85A3-1A94-D7D9-1D719708EF21}"/>
          </ac:picMkLst>
        </pc:picChg>
        <pc:picChg chg="add mod">
          <ac:chgData name="Anon Saelee" userId="344615e6-5449-43fc-9b74-2bfcd7e357d4" providerId="ADAL" clId="{C845A161-E4E5-57BC-9787-6F99D640B7E2}" dt="2025-11-14T12:11:29.453" v="5281" actId="1076"/>
          <ac:picMkLst>
            <pc:docMk/>
            <pc:sldMk cId="26537075" sldId="2147480822"/>
            <ac:picMk id="15" creationId="{26116447-DF86-416E-1F56-8FB983BFA4B7}"/>
          </ac:picMkLst>
        </pc:picChg>
        <pc:picChg chg="add mod">
          <ac:chgData name="Anon Saelee" userId="344615e6-5449-43fc-9b74-2bfcd7e357d4" providerId="ADAL" clId="{C845A161-E4E5-57BC-9787-6F99D640B7E2}" dt="2025-11-14T12:11:31.162" v="5282" actId="1076"/>
          <ac:picMkLst>
            <pc:docMk/>
            <pc:sldMk cId="26537075" sldId="2147480822"/>
            <ac:picMk id="18" creationId="{5ECF582F-3048-FF0B-A558-D3A4FFD80D01}"/>
          </ac:picMkLst>
        </pc:picChg>
        <pc:picChg chg="add mod">
          <ac:chgData name="Anon Saelee" userId="344615e6-5449-43fc-9b74-2bfcd7e357d4" providerId="ADAL" clId="{C845A161-E4E5-57BC-9787-6F99D640B7E2}" dt="2025-11-14T12:11:33.242" v="5283" actId="1076"/>
          <ac:picMkLst>
            <pc:docMk/>
            <pc:sldMk cId="26537075" sldId="2147480822"/>
            <ac:picMk id="21" creationId="{F9C0C110-95C2-FFC8-A824-A282768CDC54}"/>
          </ac:picMkLst>
        </pc:picChg>
        <pc:picChg chg="add mod">
          <ac:chgData name="Anon Saelee" userId="344615e6-5449-43fc-9b74-2bfcd7e357d4" providerId="ADAL" clId="{C845A161-E4E5-57BC-9787-6F99D640B7E2}" dt="2025-11-14T12:11:41.790" v="5286" actId="1076"/>
          <ac:picMkLst>
            <pc:docMk/>
            <pc:sldMk cId="26537075" sldId="2147480822"/>
            <ac:picMk id="24" creationId="{DDCDF397-DFFB-3509-C001-08AA86766CEA}"/>
          </ac:picMkLst>
        </pc:picChg>
        <pc:picChg chg="add mod">
          <ac:chgData name="Anon Saelee" userId="344615e6-5449-43fc-9b74-2bfcd7e357d4" providerId="ADAL" clId="{C845A161-E4E5-57BC-9787-6F99D640B7E2}" dt="2025-11-14T12:11:51.815" v="5290" actId="1076"/>
          <ac:picMkLst>
            <pc:docMk/>
            <pc:sldMk cId="26537075" sldId="2147480822"/>
            <ac:picMk id="26" creationId="{2C5176C0-A11F-9E4F-5397-6275AEEA2AA5}"/>
          </ac:picMkLst>
        </pc:picChg>
        <pc:picChg chg="add mod">
          <ac:chgData name="Anon Saelee" userId="344615e6-5449-43fc-9b74-2bfcd7e357d4" providerId="ADAL" clId="{C845A161-E4E5-57BC-9787-6F99D640B7E2}" dt="2025-11-14T12:12:15.440" v="5298" actId="1076"/>
          <ac:picMkLst>
            <pc:docMk/>
            <pc:sldMk cId="26537075" sldId="2147480822"/>
            <ac:picMk id="33" creationId="{6165CBFC-F363-C38A-C903-A94CF741ED96}"/>
          </ac:picMkLst>
        </pc:picChg>
      </pc:sldChg>
    </pc:docChg>
  </pc:docChgLst>
  <pc:docChgLst>
    <pc:chgData name="Si Jing Goh" userId="fe228f63-d733-4912-9848-3eb5c05e5c90" providerId="ADAL" clId="{D3CB8232-7DC5-4573-8DB2-EB195F94AE5A}"/>
    <pc:docChg chg="undo custSel addSld delSld modSld sldOrd modMainMaster">
      <pc:chgData name="Si Jing Goh" userId="fe228f63-d733-4912-9848-3eb5c05e5c90" providerId="ADAL" clId="{D3CB8232-7DC5-4573-8DB2-EB195F94AE5A}" dt="2025-11-13T00:45:33.526" v="9383"/>
      <pc:docMkLst>
        <pc:docMk/>
      </pc:docMkLst>
      <pc:sldChg chg="modSp mod modTransition">
        <pc:chgData name="Si Jing Goh" userId="fe228f63-d733-4912-9848-3eb5c05e5c90" providerId="ADAL" clId="{D3CB8232-7DC5-4573-8DB2-EB195F94AE5A}" dt="2025-11-06T10:20:34.028" v="8862" actId="20577"/>
        <pc:sldMkLst>
          <pc:docMk/>
          <pc:sldMk cId="2833378921" sldId="261"/>
        </pc:sldMkLst>
        <pc:spChg chg="mod">
          <ac:chgData name="Si Jing Goh" userId="fe228f63-d733-4912-9848-3eb5c05e5c90" providerId="ADAL" clId="{D3CB8232-7DC5-4573-8DB2-EB195F94AE5A}" dt="2025-11-06T10:20:34.028" v="8862" actId="20577"/>
          <ac:spMkLst>
            <pc:docMk/>
            <pc:sldMk cId="2833378921" sldId="261"/>
            <ac:spMk id="2" creationId="{7932D716-2682-2515-416C-F80646932724}"/>
          </ac:spMkLst>
        </pc:spChg>
        <pc:spChg chg="mod">
          <ac:chgData name="Si Jing Goh" userId="fe228f63-d733-4912-9848-3eb5c05e5c90" providerId="ADAL" clId="{D3CB8232-7DC5-4573-8DB2-EB195F94AE5A}" dt="2025-11-01T02:06:45.869" v="18" actId="20577"/>
          <ac:spMkLst>
            <pc:docMk/>
            <pc:sldMk cId="2833378921" sldId="261"/>
            <ac:spMk id="3" creationId="{90B2A7E4-E3CB-9B36-4828-DA48766858C4}"/>
          </ac:spMkLst>
        </pc:spChg>
      </pc:sldChg>
      <pc:sldChg chg="modSp add mod modTransition">
        <pc:chgData name="Si Jing Goh" userId="fe228f63-d733-4912-9848-3eb5c05e5c90" providerId="ADAL" clId="{D3CB8232-7DC5-4573-8DB2-EB195F94AE5A}" dt="2025-11-06T09:19:56.880" v="8438"/>
        <pc:sldMkLst>
          <pc:docMk/>
          <pc:sldMk cId="4232239161" sldId="2147480640"/>
        </pc:sldMkLst>
        <pc:spChg chg="mod">
          <ac:chgData name="Si Jing Goh" userId="fe228f63-d733-4912-9848-3eb5c05e5c90" providerId="ADAL" clId="{D3CB8232-7DC5-4573-8DB2-EB195F94AE5A}" dt="2025-11-06T03:16:13.669" v="1183" actId="20577"/>
          <ac:spMkLst>
            <pc:docMk/>
            <pc:sldMk cId="4232239161" sldId="2147480640"/>
            <ac:spMk id="4" creationId="{4257642A-FA7A-78A5-2B6F-445AFD2E3F97}"/>
          </ac:spMkLst>
        </pc:spChg>
        <pc:spChg chg="mod">
          <ac:chgData name="Si Jing Goh" userId="fe228f63-d733-4912-9848-3eb5c05e5c90" providerId="ADAL" clId="{D3CB8232-7DC5-4573-8DB2-EB195F94AE5A}" dt="2025-11-02T11:17:57.339" v="397" actId="20577"/>
          <ac:spMkLst>
            <pc:docMk/>
            <pc:sldMk cId="4232239161" sldId="2147480640"/>
            <ac:spMk id="6" creationId="{4E2AD51D-05E5-0D42-DA45-47FE13775AD1}"/>
          </ac:spMkLst>
        </pc:spChg>
        <pc:graphicFrameChg chg="mod modGraphic">
          <ac:chgData name="Si Jing Goh" userId="fe228f63-d733-4912-9848-3eb5c05e5c90" providerId="ADAL" clId="{D3CB8232-7DC5-4573-8DB2-EB195F94AE5A}" dt="2025-11-06T03:16:33.408" v="1187" actId="14100"/>
          <ac:graphicFrameMkLst>
            <pc:docMk/>
            <pc:sldMk cId="4232239161" sldId="2147480640"/>
            <ac:graphicFrameMk id="2" creationId="{71745F62-3B53-5711-1713-7632687CA0E1}"/>
          </ac:graphicFrameMkLst>
        </pc:graphicFrameChg>
      </pc:sldChg>
      <pc:sldChg chg="addSp delSp modSp add mod modTransition">
        <pc:chgData name="Si Jing Goh" userId="fe228f63-d733-4912-9848-3eb5c05e5c90" providerId="ADAL" clId="{D3CB8232-7DC5-4573-8DB2-EB195F94AE5A}" dt="2025-11-06T10:59:42.031" v="9382" actId="13926"/>
        <pc:sldMkLst>
          <pc:docMk/>
          <pc:sldMk cId="2458194876" sldId="2147480680"/>
        </pc:sldMkLst>
        <pc:spChg chg="mod">
          <ac:chgData name="Si Jing Goh" userId="fe228f63-d733-4912-9848-3eb5c05e5c90" providerId="ADAL" clId="{D3CB8232-7DC5-4573-8DB2-EB195F94AE5A}" dt="2025-11-06T09:29:44.212" v="8846" actId="20577"/>
          <ac:spMkLst>
            <pc:docMk/>
            <pc:sldMk cId="2458194876" sldId="2147480680"/>
            <ac:spMk id="2" creationId="{933CD688-E286-4381-CC57-AE4FA86AAEDF}"/>
          </ac:spMkLst>
        </pc:spChg>
        <pc:spChg chg="mod">
          <ac:chgData name="Si Jing Goh" userId="fe228f63-d733-4912-9848-3eb5c05e5c90" providerId="ADAL" clId="{D3CB8232-7DC5-4573-8DB2-EB195F94AE5A}" dt="2025-11-06T08:57:20.342" v="7693" actId="20577"/>
          <ac:spMkLst>
            <pc:docMk/>
            <pc:sldMk cId="2458194876" sldId="2147480680"/>
            <ac:spMk id="8" creationId="{A28A8098-D9DA-167F-A7A3-9584CD6433DD}"/>
          </ac:spMkLst>
        </pc:spChg>
        <pc:graphicFrameChg chg="mod modGraphic">
          <ac:chgData name="Si Jing Goh" userId="fe228f63-d733-4912-9848-3eb5c05e5c90" providerId="ADAL" clId="{D3CB8232-7DC5-4573-8DB2-EB195F94AE5A}" dt="2025-11-06T10:59:42.031" v="9382" actId="13926"/>
          <ac:graphicFrameMkLst>
            <pc:docMk/>
            <pc:sldMk cId="2458194876" sldId="2147480680"/>
            <ac:graphicFrameMk id="5" creationId="{F470A456-39F7-52AB-894B-4B1D9BBAD482}"/>
          </ac:graphicFrameMkLst>
        </pc:graphicFrameChg>
      </pc:sldChg>
      <pc:sldChg chg="addSp delSp modSp add mod ord modTransition">
        <pc:chgData name="Si Jing Goh" userId="fe228f63-d733-4912-9848-3eb5c05e5c90" providerId="ADAL" clId="{D3CB8232-7DC5-4573-8DB2-EB195F94AE5A}" dt="2025-11-06T09:19:56.880" v="8438"/>
        <pc:sldMkLst>
          <pc:docMk/>
          <pc:sldMk cId="3886254060" sldId="2147480802"/>
        </pc:sldMkLst>
        <pc:spChg chg="mod">
          <ac:chgData name="Si Jing Goh" userId="fe228f63-d733-4912-9848-3eb5c05e5c90" providerId="ADAL" clId="{D3CB8232-7DC5-4573-8DB2-EB195F94AE5A}" dt="2025-11-06T07:11:43.501" v="5238" actId="20577"/>
          <ac:spMkLst>
            <pc:docMk/>
            <pc:sldMk cId="3886254060" sldId="2147480802"/>
            <ac:spMk id="2" creationId="{E644863A-AA46-708C-9BF4-5BB8D485B95E}"/>
          </ac:spMkLst>
        </pc:spChg>
        <pc:spChg chg="mod">
          <ac:chgData name="Si Jing Goh" userId="fe228f63-d733-4912-9848-3eb5c05e5c90" providerId="ADAL" clId="{D3CB8232-7DC5-4573-8DB2-EB195F94AE5A}" dt="2025-11-06T08:40:15.717" v="7234" actId="20577"/>
          <ac:spMkLst>
            <pc:docMk/>
            <pc:sldMk cId="3886254060" sldId="2147480802"/>
            <ac:spMk id="4" creationId="{CA9E8E50-6052-3FE8-EE8F-226E4BB110DD}"/>
          </ac:spMkLst>
        </pc:spChg>
        <pc:spChg chg="add mod">
          <ac:chgData name="Si Jing Goh" userId="fe228f63-d733-4912-9848-3eb5c05e5c90" providerId="ADAL" clId="{D3CB8232-7DC5-4573-8DB2-EB195F94AE5A}" dt="2025-11-06T08:49:34.244" v="7507" actId="1076"/>
          <ac:spMkLst>
            <pc:docMk/>
            <pc:sldMk cId="3886254060" sldId="2147480802"/>
            <ac:spMk id="6" creationId="{D1FDFAA7-A335-57A4-2E18-3DEA5C78E1B5}"/>
          </ac:spMkLst>
        </pc:spChg>
        <pc:spChg chg="mod">
          <ac:chgData name="Si Jing Goh" userId="fe228f63-d733-4912-9848-3eb5c05e5c90" providerId="ADAL" clId="{D3CB8232-7DC5-4573-8DB2-EB195F94AE5A}" dt="2025-11-06T08:57:04.127" v="7674" actId="20577"/>
          <ac:spMkLst>
            <pc:docMk/>
            <pc:sldMk cId="3886254060" sldId="2147480802"/>
            <ac:spMk id="8" creationId="{AF862AB0-EE89-8764-F75B-35E6F3A7FFC7}"/>
          </ac:spMkLst>
        </pc:spChg>
        <pc:spChg chg="mod">
          <ac:chgData name="Si Jing Goh" userId="fe228f63-d733-4912-9848-3eb5c05e5c90" providerId="ADAL" clId="{D3CB8232-7DC5-4573-8DB2-EB195F94AE5A}" dt="2025-11-06T07:09:21.440" v="5134" actId="20577"/>
          <ac:spMkLst>
            <pc:docMk/>
            <pc:sldMk cId="3886254060" sldId="2147480802"/>
            <ac:spMk id="19" creationId="{A8F474F3-C975-5AC5-E337-14C033DCAD1A}"/>
          </ac:spMkLst>
        </pc:spChg>
        <pc:spChg chg="add mod">
          <ac:chgData name="Si Jing Goh" userId="fe228f63-d733-4912-9848-3eb5c05e5c90" providerId="ADAL" clId="{D3CB8232-7DC5-4573-8DB2-EB195F94AE5A}" dt="2025-11-06T08:37:27.671" v="7216" actId="1076"/>
          <ac:spMkLst>
            <pc:docMk/>
            <pc:sldMk cId="3886254060" sldId="2147480802"/>
            <ac:spMk id="21" creationId="{1CBDE9BD-C847-86F9-51E4-FA47C6329DB4}"/>
          </ac:spMkLst>
        </pc:spChg>
        <pc:spChg chg="add mod">
          <ac:chgData name="Si Jing Goh" userId="fe228f63-d733-4912-9848-3eb5c05e5c90" providerId="ADAL" clId="{D3CB8232-7DC5-4573-8DB2-EB195F94AE5A}" dt="2025-11-06T08:49:52.271" v="7513" actId="1076"/>
          <ac:spMkLst>
            <pc:docMk/>
            <pc:sldMk cId="3886254060" sldId="2147480802"/>
            <ac:spMk id="24" creationId="{0D88D89E-22C9-4524-0003-A9C05DC9F95F}"/>
          </ac:spMkLst>
        </pc:spChg>
        <pc:spChg chg="add mod ord">
          <ac:chgData name="Si Jing Goh" userId="fe228f63-d733-4912-9848-3eb5c05e5c90" providerId="ADAL" clId="{D3CB8232-7DC5-4573-8DB2-EB195F94AE5A}" dt="2025-11-06T08:50:53.499" v="7578" actId="20577"/>
          <ac:spMkLst>
            <pc:docMk/>
            <pc:sldMk cId="3886254060" sldId="2147480802"/>
            <ac:spMk id="30" creationId="{BB46B81F-8BC6-2ACA-D1AF-698CB70BF57B}"/>
          </ac:spMkLst>
        </pc:spChg>
        <pc:spChg chg="add mod">
          <ac:chgData name="Si Jing Goh" userId="fe228f63-d733-4912-9848-3eb5c05e5c90" providerId="ADAL" clId="{D3CB8232-7DC5-4573-8DB2-EB195F94AE5A}" dt="2025-11-06T08:52:34.587" v="7608" actId="20577"/>
          <ac:spMkLst>
            <pc:docMk/>
            <pc:sldMk cId="3886254060" sldId="2147480802"/>
            <ac:spMk id="33" creationId="{45B9CA22-47E7-D46C-C28F-C04CA1725E01}"/>
          </ac:spMkLst>
        </pc:spChg>
        <pc:spChg chg="add mod">
          <ac:chgData name="Si Jing Goh" userId="fe228f63-d733-4912-9848-3eb5c05e5c90" providerId="ADAL" clId="{D3CB8232-7DC5-4573-8DB2-EB195F94AE5A}" dt="2025-11-06T08:53:50.054" v="7642" actId="20577"/>
          <ac:spMkLst>
            <pc:docMk/>
            <pc:sldMk cId="3886254060" sldId="2147480802"/>
            <ac:spMk id="35" creationId="{11F8380B-08A8-22CE-40CF-9AAAC4A69BB5}"/>
          </ac:spMkLst>
        </pc:spChg>
        <pc:grpChg chg="add mod">
          <ac:chgData name="Si Jing Goh" userId="fe228f63-d733-4912-9848-3eb5c05e5c90" providerId="ADAL" clId="{D3CB8232-7DC5-4573-8DB2-EB195F94AE5A}" dt="2025-11-06T08:49:41.796" v="7510" actId="14100"/>
          <ac:grpSpMkLst>
            <pc:docMk/>
            <pc:sldMk cId="3886254060" sldId="2147480802"/>
            <ac:grpSpMk id="7" creationId="{BFD3AB05-0C8E-3576-D872-7B409AB49722}"/>
          </ac:grpSpMkLst>
        </pc:grpChg>
        <pc:grpChg chg="mod">
          <ac:chgData name="Si Jing Goh" userId="fe228f63-d733-4912-9848-3eb5c05e5c90" providerId="ADAL" clId="{D3CB8232-7DC5-4573-8DB2-EB195F94AE5A}" dt="2025-11-06T08:49:31.966" v="7506" actId="14100"/>
          <ac:grpSpMkLst>
            <pc:docMk/>
            <pc:sldMk cId="3886254060" sldId="2147480802"/>
            <ac:grpSpMk id="18" creationId="{7B2F9128-7D57-5515-A816-84850C177377}"/>
          </ac:grpSpMkLst>
        </pc:grpChg>
        <pc:graphicFrameChg chg="add mod">
          <ac:chgData name="Si Jing Goh" userId="fe228f63-d733-4912-9848-3eb5c05e5c90" providerId="ADAL" clId="{D3CB8232-7DC5-4573-8DB2-EB195F94AE5A}" dt="2025-11-06T08:52:19.079" v="7595" actId="1076"/>
          <ac:graphicFrameMkLst>
            <pc:docMk/>
            <pc:sldMk cId="3886254060" sldId="2147480802"/>
            <ac:graphicFrameMk id="3" creationId="{CF672C31-B5AC-3122-189C-2B37B351CB08}"/>
          </ac:graphicFrameMkLst>
        </pc:graphicFrameChg>
        <pc:graphicFrameChg chg="add mod">
          <ac:chgData name="Si Jing Goh" userId="fe228f63-d733-4912-9848-3eb5c05e5c90" providerId="ADAL" clId="{D3CB8232-7DC5-4573-8DB2-EB195F94AE5A}" dt="2025-11-06T08:52:12.657" v="7593" actId="207"/>
          <ac:graphicFrameMkLst>
            <pc:docMk/>
            <pc:sldMk cId="3886254060" sldId="2147480802"/>
            <ac:graphicFrameMk id="13" creationId="{D6480E58-112E-0FBB-9AFC-F356FF561A65}"/>
          </ac:graphicFrameMkLst>
        </pc:graphicFrameChg>
        <pc:graphicFrameChg chg="add mod">
          <ac:chgData name="Si Jing Goh" userId="fe228f63-d733-4912-9848-3eb5c05e5c90" providerId="ADAL" clId="{D3CB8232-7DC5-4573-8DB2-EB195F94AE5A}" dt="2025-11-06T08:53:28.881" v="7628"/>
          <ac:graphicFrameMkLst>
            <pc:docMk/>
            <pc:sldMk cId="3886254060" sldId="2147480802"/>
            <ac:graphicFrameMk id="31" creationId="{6C04104F-CBBE-A0B7-406F-CAC743CFF77E}"/>
          </ac:graphicFrameMkLst>
        </pc:graphicFrameChg>
        <pc:graphicFrameChg chg="add mod">
          <ac:chgData name="Si Jing Goh" userId="fe228f63-d733-4912-9848-3eb5c05e5c90" providerId="ADAL" clId="{D3CB8232-7DC5-4573-8DB2-EB195F94AE5A}" dt="2025-11-06T08:53:35.646" v="7630"/>
          <ac:graphicFrameMkLst>
            <pc:docMk/>
            <pc:sldMk cId="3886254060" sldId="2147480802"/>
            <ac:graphicFrameMk id="32" creationId="{7679A3EA-9981-F8F3-C001-2904369E15A7}"/>
          </ac:graphicFrameMkLst>
        </pc:graphicFrameChg>
        <pc:graphicFrameChg chg="add mod">
          <ac:chgData name="Si Jing Goh" userId="fe228f63-d733-4912-9848-3eb5c05e5c90" providerId="ADAL" clId="{D3CB8232-7DC5-4573-8DB2-EB195F94AE5A}" dt="2025-11-06T08:54:35.098" v="7659"/>
          <ac:graphicFrameMkLst>
            <pc:docMk/>
            <pc:sldMk cId="3886254060" sldId="2147480802"/>
            <ac:graphicFrameMk id="34" creationId="{6C893247-F75B-D5A1-AA76-A259982508F5}"/>
          </ac:graphicFrameMkLst>
        </pc:graphicFrameChg>
        <pc:cxnChg chg="mod">
          <ac:chgData name="Si Jing Goh" userId="fe228f63-d733-4912-9848-3eb5c05e5c90" providerId="ADAL" clId="{D3CB8232-7DC5-4573-8DB2-EB195F94AE5A}" dt="2025-11-06T08:40:19.837" v="7235" actId="571"/>
          <ac:cxnSpMkLst>
            <pc:docMk/>
            <pc:sldMk cId="3886254060" sldId="2147480802"/>
            <ac:cxnSpMk id="9" creationId="{86D4475A-C953-5B1F-CF2C-CCF7442B1EE5}"/>
          </ac:cxnSpMkLst>
        </pc:cxnChg>
      </pc:sldChg>
      <pc:sldChg chg="addSp delSp modSp mod modTransition">
        <pc:chgData name="Si Jing Goh" userId="fe228f63-d733-4912-9848-3eb5c05e5c90" providerId="ADAL" clId="{D3CB8232-7DC5-4573-8DB2-EB195F94AE5A}" dt="2025-11-06T10:45:44.393" v="9378" actId="478"/>
        <pc:sldMkLst>
          <pc:docMk/>
          <pc:sldMk cId="3782879518" sldId="2147480804"/>
        </pc:sldMkLst>
        <pc:spChg chg="mod">
          <ac:chgData name="Si Jing Goh" userId="fe228f63-d733-4912-9848-3eb5c05e5c90" providerId="ADAL" clId="{D3CB8232-7DC5-4573-8DB2-EB195F94AE5A}" dt="2025-11-06T09:29:10.669" v="8748" actId="20577"/>
          <ac:spMkLst>
            <pc:docMk/>
            <pc:sldMk cId="3782879518" sldId="2147480804"/>
            <ac:spMk id="2" creationId="{76C96EB6-5173-4FE0-FF40-1F6275360107}"/>
          </ac:spMkLst>
        </pc:spChg>
        <pc:spChg chg="mod">
          <ac:chgData name="Si Jing Goh" userId="fe228f63-d733-4912-9848-3eb5c05e5c90" providerId="ADAL" clId="{D3CB8232-7DC5-4573-8DB2-EB195F94AE5A}" dt="2025-11-06T07:26:02.441" v="5765" actId="20577"/>
          <ac:spMkLst>
            <pc:docMk/>
            <pc:sldMk cId="3782879518" sldId="2147480804"/>
            <ac:spMk id="8" creationId="{12800698-1515-2D0A-95E7-F3A9176820A4}"/>
          </ac:spMkLst>
        </pc:spChg>
        <pc:graphicFrameChg chg="mod modGraphic">
          <ac:chgData name="Si Jing Goh" userId="fe228f63-d733-4912-9848-3eb5c05e5c90" providerId="ADAL" clId="{D3CB8232-7DC5-4573-8DB2-EB195F94AE5A}" dt="2025-11-06T07:26:22.233" v="5770" actId="203"/>
          <ac:graphicFrameMkLst>
            <pc:docMk/>
            <pc:sldMk cId="3782879518" sldId="2147480804"/>
            <ac:graphicFrameMk id="3" creationId="{0AF23187-A4B5-0F4D-93BE-3B30FA73C764}"/>
          </ac:graphicFrameMkLst>
        </pc:graphicFrameChg>
      </pc:sldChg>
      <pc:sldChg chg="addSp delSp modSp mod modTransition">
        <pc:chgData name="Si Jing Goh" userId="fe228f63-d733-4912-9848-3eb5c05e5c90" providerId="ADAL" clId="{D3CB8232-7DC5-4573-8DB2-EB195F94AE5A}" dt="2025-11-13T00:45:33.526" v="9383"/>
        <pc:sldMkLst>
          <pc:docMk/>
          <pc:sldMk cId="1100039154" sldId="2147480805"/>
        </pc:sldMkLst>
        <pc:spChg chg="mod">
          <ac:chgData name="Si Jing Goh" userId="fe228f63-d733-4912-9848-3eb5c05e5c90" providerId="ADAL" clId="{D3CB8232-7DC5-4573-8DB2-EB195F94AE5A}" dt="2025-11-06T09:29:04.443" v="8738" actId="20577"/>
          <ac:spMkLst>
            <pc:docMk/>
            <pc:sldMk cId="1100039154" sldId="2147480805"/>
            <ac:spMk id="2" creationId="{59E3C83A-19E1-0093-AC1E-893C77824563}"/>
          </ac:spMkLst>
        </pc:spChg>
        <pc:spChg chg="add mod">
          <ac:chgData name="Si Jing Goh" userId="fe228f63-d733-4912-9848-3eb5c05e5c90" providerId="ADAL" clId="{D3CB8232-7DC5-4573-8DB2-EB195F94AE5A}" dt="2025-11-06T07:26:11.022" v="5768"/>
          <ac:spMkLst>
            <pc:docMk/>
            <pc:sldMk cId="1100039154" sldId="2147480805"/>
            <ac:spMk id="4" creationId="{12DDA46A-E5A2-99EB-E10A-B08292DE8388}"/>
          </ac:spMkLst>
        </pc:spChg>
        <pc:graphicFrameChg chg="mod modGraphic">
          <ac:chgData name="Si Jing Goh" userId="fe228f63-d733-4912-9848-3eb5c05e5c90" providerId="ADAL" clId="{D3CB8232-7DC5-4573-8DB2-EB195F94AE5A}" dt="2025-11-13T00:45:33.526" v="9383"/>
          <ac:graphicFrameMkLst>
            <pc:docMk/>
            <pc:sldMk cId="1100039154" sldId="2147480805"/>
            <ac:graphicFrameMk id="3" creationId="{74AFE54B-F464-1E46-258E-F2ADD15C6686}"/>
          </ac:graphicFrameMkLst>
        </pc:graphicFrameChg>
      </pc:sldChg>
      <pc:sldChg chg="addSp delSp modSp add mod ord modTransition modShow">
        <pc:chgData name="Si Jing Goh" userId="fe228f63-d733-4912-9848-3eb5c05e5c90" providerId="ADAL" clId="{D3CB8232-7DC5-4573-8DB2-EB195F94AE5A}" dt="2025-11-06T09:28:24.688" v="8640" actId="478"/>
        <pc:sldMkLst>
          <pc:docMk/>
          <pc:sldMk cId="2470003383" sldId="2147480806"/>
        </pc:sldMkLst>
        <pc:spChg chg="mod">
          <ac:chgData name="Si Jing Goh" userId="fe228f63-d733-4912-9848-3eb5c05e5c90" providerId="ADAL" clId="{D3CB8232-7DC5-4573-8DB2-EB195F94AE5A}" dt="2025-11-06T06:22:26.534" v="3276" actId="1036"/>
          <ac:spMkLst>
            <pc:docMk/>
            <pc:sldMk cId="2470003383" sldId="2147480806"/>
            <ac:spMk id="5" creationId="{A21FC6AB-10F9-C4BB-4460-A97C33C008A6}"/>
          </ac:spMkLst>
        </pc:spChg>
        <pc:spChg chg="mod">
          <ac:chgData name="Si Jing Goh" userId="fe228f63-d733-4912-9848-3eb5c05e5c90" providerId="ADAL" clId="{D3CB8232-7DC5-4573-8DB2-EB195F94AE5A}" dt="2025-11-06T03:09:34.841" v="987" actId="14100"/>
          <ac:spMkLst>
            <pc:docMk/>
            <pc:sldMk cId="2470003383" sldId="2147480806"/>
            <ac:spMk id="16" creationId="{E9C65DC4-3C9D-2C48-BCC8-A59B6A56F1D4}"/>
          </ac:spMkLst>
        </pc:spChg>
        <pc:spChg chg="mod">
          <ac:chgData name="Si Jing Goh" userId="fe228f63-d733-4912-9848-3eb5c05e5c90" providerId="ADAL" clId="{D3CB8232-7DC5-4573-8DB2-EB195F94AE5A}" dt="2025-11-06T03:31:46.865" v="1474" actId="20577"/>
          <ac:spMkLst>
            <pc:docMk/>
            <pc:sldMk cId="2470003383" sldId="2147480806"/>
            <ac:spMk id="27" creationId="{D985DF55-26B5-DB80-2A82-CA4EFEF63D96}"/>
          </ac:spMkLst>
        </pc:spChg>
        <pc:spChg chg="add mod">
          <ac:chgData name="Si Jing Goh" userId="fe228f63-d733-4912-9848-3eb5c05e5c90" providerId="ADAL" clId="{D3CB8232-7DC5-4573-8DB2-EB195F94AE5A}" dt="2025-11-06T06:21:46.791" v="3265" actId="14100"/>
          <ac:spMkLst>
            <pc:docMk/>
            <pc:sldMk cId="2470003383" sldId="2147480806"/>
            <ac:spMk id="33" creationId="{28FB35DB-2FB7-62D4-4E11-A82783DCE517}"/>
          </ac:spMkLst>
        </pc:spChg>
        <pc:spChg chg="add mod">
          <ac:chgData name="Si Jing Goh" userId="fe228f63-d733-4912-9848-3eb5c05e5c90" providerId="ADAL" clId="{D3CB8232-7DC5-4573-8DB2-EB195F94AE5A}" dt="2025-11-06T06:21:46.791" v="3265" actId="14100"/>
          <ac:spMkLst>
            <pc:docMk/>
            <pc:sldMk cId="2470003383" sldId="2147480806"/>
            <ac:spMk id="37" creationId="{307CD60A-4304-3093-7C27-824CFAF4BC28}"/>
          </ac:spMkLst>
        </pc:spChg>
        <pc:spChg chg="add mod">
          <ac:chgData name="Si Jing Goh" userId="fe228f63-d733-4912-9848-3eb5c05e5c90" providerId="ADAL" clId="{D3CB8232-7DC5-4573-8DB2-EB195F94AE5A}" dt="2025-11-06T06:21:46.791" v="3265" actId="14100"/>
          <ac:spMkLst>
            <pc:docMk/>
            <pc:sldMk cId="2470003383" sldId="2147480806"/>
            <ac:spMk id="38" creationId="{0814A4E1-F091-C458-8905-48215705475A}"/>
          </ac:spMkLst>
        </pc:spChg>
        <pc:spChg chg="add mod">
          <ac:chgData name="Si Jing Goh" userId="fe228f63-d733-4912-9848-3eb5c05e5c90" providerId="ADAL" clId="{D3CB8232-7DC5-4573-8DB2-EB195F94AE5A}" dt="2025-11-06T06:21:46.791" v="3265" actId="14100"/>
          <ac:spMkLst>
            <pc:docMk/>
            <pc:sldMk cId="2470003383" sldId="2147480806"/>
            <ac:spMk id="39" creationId="{8D78F465-6846-8490-EC37-2192E1EBEB4D}"/>
          </ac:spMkLst>
        </pc:spChg>
        <pc:graphicFrameChg chg="mod modGraphic">
          <ac:chgData name="Si Jing Goh" userId="fe228f63-d733-4912-9848-3eb5c05e5c90" providerId="ADAL" clId="{D3CB8232-7DC5-4573-8DB2-EB195F94AE5A}" dt="2025-11-06T06:23:18.979" v="3319" actId="20577"/>
          <ac:graphicFrameMkLst>
            <pc:docMk/>
            <pc:sldMk cId="2470003383" sldId="2147480806"/>
            <ac:graphicFrameMk id="3" creationId="{9C0D49A6-203D-4F72-7D84-F2CE66622F5D}"/>
          </ac:graphicFrameMkLst>
        </pc:graphicFrameChg>
        <pc:graphicFrameChg chg="add mod">
          <ac:chgData name="Si Jing Goh" userId="fe228f63-d733-4912-9848-3eb5c05e5c90" providerId="ADAL" clId="{D3CB8232-7DC5-4573-8DB2-EB195F94AE5A}" dt="2025-11-06T06:28:34.029" v="3413" actId="14100"/>
          <ac:graphicFrameMkLst>
            <pc:docMk/>
            <pc:sldMk cId="2470003383" sldId="2147480806"/>
            <ac:graphicFrameMk id="40" creationId="{2635EA93-880C-BFFF-4A94-43EC11C3C901}"/>
          </ac:graphicFrameMkLst>
        </pc:graphicFrameChg>
        <pc:picChg chg="add mod">
          <ac:chgData name="Si Jing Goh" userId="fe228f63-d733-4912-9848-3eb5c05e5c90" providerId="ADAL" clId="{D3CB8232-7DC5-4573-8DB2-EB195F94AE5A}" dt="2025-11-06T03:12:42.617" v="1088" actId="208"/>
          <ac:picMkLst>
            <pc:docMk/>
            <pc:sldMk cId="2470003383" sldId="2147480806"/>
            <ac:picMk id="4" creationId="{D5BB2407-9643-A13E-F93A-CDAB44D11544}"/>
          </ac:picMkLst>
        </pc:picChg>
        <pc:picChg chg="add mod">
          <ac:chgData name="Si Jing Goh" userId="fe228f63-d733-4912-9848-3eb5c05e5c90" providerId="ADAL" clId="{D3CB8232-7DC5-4573-8DB2-EB195F94AE5A}" dt="2025-11-06T03:31:57.314" v="1480" actId="1076"/>
          <ac:picMkLst>
            <pc:docMk/>
            <pc:sldMk cId="2470003383" sldId="2147480806"/>
            <ac:picMk id="17" creationId="{8ACDF88F-C73C-57BB-9F5A-5EAD8F8A67BA}"/>
          </ac:picMkLst>
        </pc:picChg>
        <pc:picChg chg="add mod modCrop">
          <ac:chgData name="Si Jing Goh" userId="fe228f63-d733-4912-9848-3eb5c05e5c90" providerId="ADAL" clId="{D3CB8232-7DC5-4573-8DB2-EB195F94AE5A}" dt="2025-11-06T06:21:41.687" v="3263" actId="14100"/>
          <ac:picMkLst>
            <pc:docMk/>
            <pc:sldMk cId="2470003383" sldId="2147480806"/>
            <ac:picMk id="19" creationId="{8A94823A-5A8B-E54D-0049-26E454C7264B}"/>
          </ac:picMkLst>
        </pc:picChg>
        <pc:picChg chg="add mod">
          <ac:chgData name="Si Jing Goh" userId="fe228f63-d733-4912-9848-3eb5c05e5c90" providerId="ADAL" clId="{D3CB8232-7DC5-4573-8DB2-EB195F94AE5A}" dt="2025-11-06T06:21:41.687" v="3263" actId="14100"/>
          <ac:picMkLst>
            <pc:docMk/>
            <pc:sldMk cId="2470003383" sldId="2147480806"/>
            <ac:picMk id="21" creationId="{AE679745-5A6C-DCCF-67D6-C7148A0CF35C}"/>
          </ac:picMkLst>
        </pc:picChg>
        <pc:picChg chg="add mod">
          <ac:chgData name="Si Jing Goh" userId="fe228f63-d733-4912-9848-3eb5c05e5c90" providerId="ADAL" clId="{D3CB8232-7DC5-4573-8DB2-EB195F94AE5A}" dt="2025-11-06T06:21:41.687" v="3263" actId="14100"/>
          <ac:picMkLst>
            <pc:docMk/>
            <pc:sldMk cId="2470003383" sldId="2147480806"/>
            <ac:picMk id="23" creationId="{EAD77844-DEF3-9A6D-D594-AED3637B3993}"/>
          </ac:picMkLst>
        </pc:picChg>
        <pc:picChg chg="add mod modCrop">
          <ac:chgData name="Si Jing Goh" userId="fe228f63-d733-4912-9848-3eb5c05e5c90" providerId="ADAL" clId="{D3CB8232-7DC5-4573-8DB2-EB195F94AE5A}" dt="2025-11-06T06:21:41.687" v="3263" actId="14100"/>
          <ac:picMkLst>
            <pc:docMk/>
            <pc:sldMk cId="2470003383" sldId="2147480806"/>
            <ac:picMk id="25" creationId="{A92AA5B1-57FB-53A6-BF86-BE4318F9AA9E}"/>
          </ac:picMkLst>
        </pc:picChg>
      </pc:sldChg>
      <pc:sldChg chg="addSp delSp modSp add mod modTransition">
        <pc:chgData name="Si Jing Goh" userId="fe228f63-d733-4912-9848-3eb5c05e5c90" providerId="ADAL" clId="{D3CB8232-7DC5-4573-8DB2-EB195F94AE5A}" dt="2025-11-06T09:28:23.610" v="8639" actId="478"/>
        <pc:sldMkLst>
          <pc:docMk/>
          <pc:sldMk cId="2441086250" sldId="2147480807"/>
        </pc:sldMkLst>
        <pc:spChg chg="mod">
          <ac:chgData name="Si Jing Goh" userId="fe228f63-d733-4912-9848-3eb5c05e5c90" providerId="ADAL" clId="{D3CB8232-7DC5-4573-8DB2-EB195F94AE5A}" dt="2025-11-06T06:29:03.688" v="3421" actId="20577"/>
          <ac:spMkLst>
            <pc:docMk/>
            <pc:sldMk cId="2441086250" sldId="2147480807"/>
            <ac:spMk id="4" creationId="{9E535D6B-90E8-326D-2BE5-787C361D5C67}"/>
          </ac:spMkLst>
        </pc:spChg>
        <pc:spChg chg="mod">
          <ac:chgData name="Si Jing Goh" userId="fe228f63-d733-4912-9848-3eb5c05e5c90" providerId="ADAL" clId="{D3CB8232-7DC5-4573-8DB2-EB195F94AE5A}" dt="2025-11-06T03:52:01.491" v="2436" actId="13926"/>
          <ac:spMkLst>
            <pc:docMk/>
            <pc:sldMk cId="2441086250" sldId="2147480807"/>
            <ac:spMk id="16" creationId="{C7B219EC-0FE3-B7C4-4A99-5C1E00348A50}"/>
          </ac:spMkLst>
        </pc:spChg>
        <pc:spChg chg="mod">
          <ac:chgData name="Si Jing Goh" userId="fe228f63-d733-4912-9848-3eb5c05e5c90" providerId="ADAL" clId="{D3CB8232-7DC5-4573-8DB2-EB195F94AE5A}" dt="2025-11-06T03:50:43.354" v="2264" actId="20577"/>
          <ac:spMkLst>
            <pc:docMk/>
            <pc:sldMk cId="2441086250" sldId="2147480807"/>
            <ac:spMk id="27" creationId="{90D548B7-A299-83FA-B2B9-473C0B3C4747}"/>
          </ac:spMkLst>
        </pc:spChg>
        <pc:spChg chg="add mod">
          <ac:chgData name="Si Jing Goh" userId="fe228f63-d733-4912-9848-3eb5c05e5c90" providerId="ADAL" clId="{D3CB8232-7DC5-4573-8DB2-EB195F94AE5A}" dt="2025-11-06T03:51:00.274" v="2306" actId="1076"/>
          <ac:spMkLst>
            <pc:docMk/>
            <pc:sldMk cId="2441086250" sldId="2147480807"/>
            <ac:spMk id="33" creationId="{52CE3E55-0129-FA35-82C9-07E4EE03D872}"/>
          </ac:spMkLst>
        </pc:spChg>
        <pc:spChg chg="add mod">
          <ac:chgData name="Si Jing Goh" userId="fe228f63-d733-4912-9848-3eb5c05e5c90" providerId="ADAL" clId="{D3CB8232-7DC5-4573-8DB2-EB195F94AE5A}" dt="2025-11-06T03:51:20.776" v="2357" actId="20577"/>
          <ac:spMkLst>
            <pc:docMk/>
            <pc:sldMk cId="2441086250" sldId="2147480807"/>
            <ac:spMk id="34" creationId="{539AEEA1-38D3-7B16-732D-C9B94B01A28C}"/>
          </ac:spMkLst>
        </pc:spChg>
        <pc:spChg chg="add mod">
          <ac:chgData name="Si Jing Goh" userId="fe228f63-d733-4912-9848-3eb5c05e5c90" providerId="ADAL" clId="{D3CB8232-7DC5-4573-8DB2-EB195F94AE5A}" dt="2025-11-06T03:51:43.077" v="2410" actId="1076"/>
          <ac:spMkLst>
            <pc:docMk/>
            <pc:sldMk cId="2441086250" sldId="2147480807"/>
            <ac:spMk id="37" creationId="{53CC6A25-5BA1-7B8F-6E42-DF334F6F5164}"/>
          </ac:spMkLst>
        </pc:spChg>
        <pc:graphicFrameChg chg="mod modGraphic">
          <ac:chgData name="Si Jing Goh" userId="fe228f63-d733-4912-9848-3eb5c05e5c90" providerId="ADAL" clId="{D3CB8232-7DC5-4573-8DB2-EB195F94AE5A}" dt="2025-11-06T06:25:31.822" v="3377" actId="14100"/>
          <ac:graphicFrameMkLst>
            <pc:docMk/>
            <pc:sldMk cId="2441086250" sldId="2147480807"/>
            <ac:graphicFrameMk id="3" creationId="{463395E6-D83D-74FC-2B30-6E700E0A6E2A}"/>
          </ac:graphicFrameMkLst>
        </pc:graphicFrameChg>
        <pc:picChg chg="add mod">
          <ac:chgData name="Si Jing Goh" userId="fe228f63-d733-4912-9848-3eb5c05e5c90" providerId="ADAL" clId="{D3CB8232-7DC5-4573-8DB2-EB195F94AE5A}" dt="2025-11-06T03:46:37.335" v="2150" actId="208"/>
          <ac:picMkLst>
            <pc:docMk/>
            <pc:sldMk cId="2441086250" sldId="2147480807"/>
            <ac:picMk id="7" creationId="{8161970E-A7AE-FE45-5512-1A90460D4140}"/>
          </ac:picMkLst>
        </pc:picChg>
        <pc:picChg chg="add mod">
          <ac:chgData name="Si Jing Goh" userId="fe228f63-d733-4912-9848-3eb5c05e5c90" providerId="ADAL" clId="{D3CB8232-7DC5-4573-8DB2-EB195F94AE5A}" dt="2025-11-06T03:50:58.604" v="2305" actId="1076"/>
          <ac:picMkLst>
            <pc:docMk/>
            <pc:sldMk cId="2441086250" sldId="2147480807"/>
            <ac:picMk id="24" creationId="{804265CD-C49F-140E-2062-80FE3A369B97}"/>
          </ac:picMkLst>
        </pc:picChg>
        <pc:picChg chg="add mod">
          <ac:chgData name="Si Jing Goh" userId="fe228f63-d733-4912-9848-3eb5c05e5c90" providerId="ADAL" clId="{D3CB8232-7DC5-4573-8DB2-EB195F94AE5A}" dt="2025-11-06T03:51:43.976" v="2411" actId="1076"/>
          <ac:picMkLst>
            <pc:docMk/>
            <pc:sldMk cId="2441086250" sldId="2147480807"/>
            <ac:picMk id="30" creationId="{092515DF-7162-2668-C777-26A552595041}"/>
          </ac:picMkLst>
        </pc:picChg>
        <pc:picChg chg="add mod modCrop">
          <ac:chgData name="Si Jing Goh" userId="fe228f63-d733-4912-9848-3eb5c05e5c90" providerId="ADAL" clId="{D3CB8232-7DC5-4573-8DB2-EB195F94AE5A}" dt="2025-11-06T03:50:20.556" v="2222" actId="1076"/>
          <ac:picMkLst>
            <pc:docMk/>
            <pc:sldMk cId="2441086250" sldId="2147480807"/>
            <ac:picMk id="32" creationId="{9F72D555-962C-1DA7-5412-96468DCB6FE4}"/>
          </ac:picMkLst>
        </pc:picChg>
        <pc:picChg chg="add mod modCrop">
          <ac:chgData name="Si Jing Goh" userId="fe228f63-d733-4912-9848-3eb5c05e5c90" providerId="ADAL" clId="{D3CB8232-7DC5-4573-8DB2-EB195F94AE5A}" dt="2025-11-06T03:57:07.407" v="2551" actId="1076"/>
          <ac:picMkLst>
            <pc:docMk/>
            <pc:sldMk cId="2441086250" sldId="2147480807"/>
            <ac:picMk id="39" creationId="{528044B5-9366-D1F7-A552-50142D3017A6}"/>
          </ac:picMkLst>
        </pc:picChg>
      </pc:sldChg>
      <pc:sldChg chg="addSp delSp modSp add mod ord modTransition">
        <pc:chgData name="Si Jing Goh" userId="fe228f63-d733-4912-9848-3eb5c05e5c90" providerId="ADAL" clId="{D3CB8232-7DC5-4573-8DB2-EB195F94AE5A}" dt="2025-11-06T09:28:21.839" v="8638" actId="478"/>
        <pc:sldMkLst>
          <pc:docMk/>
          <pc:sldMk cId="2659876311" sldId="2147480808"/>
        </pc:sldMkLst>
        <pc:spChg chg="mod">
          <ac:chgData name="Si Jing Goh" userId="fe228f63-d733-4912-9848-3eb5c05e5c90" providerId="ADAL" clId="{D3CB8232-7DC5-4573-8DB2-EB195F94AE5A}" dt="2025-11-06T03:14:19.292" v="1109" actId="255"/>
          <ac:spMkLst>
            <pc:docMk/>
            <pc:sldMk cId="2659876311" sldId="2147480808"/>
            <ac:spMk id="16" creationId="{B95393C2-A1D2-57EB-3553-9B7631E2124A}"/>
          </ac:spMkLst>
        </pc:spChg>
        <pc:spChg chg="mod">
          <ac:chgData name="Si Jing Goh" userId="fe228f63-d733-4912-9848-3eb5c05e5c90" providerId="ADAL" clId="{D3CB8232-7DC5-4573-8DB2-EB195F94AE5A}" dt="2025-11-06T06:11:28.140" v="3124" actId="1076"/>
          <ac:spMkLst>
            <pc:docMk/>
            <pc:sldMk cId="2659876311" sldId="2147480808"/>
            <ac:spMk id="23" creationId="{281DF4C4-4FAA-9DB2-87F1-28DA35E18654}"/>
          </ac:spMkLst>
        </pc:spChg>
        <pc:spChg chg="mod">
          <ac:chgData name="Si Jing Goh" userId="fe228f63-d733-4912-9848-3eb5c05e5c90" providerId="ADAL" clId="{D3CB8232-7DC5-4573-8DB2-EB195F94AE5A}" dt="2025-11-06T06:11:26.526" v="3123" actId="1076"/>
          <ac:spMkLst>
            <pc:docMk/>
            <pc:sldMk cId="2659876311" sldId="2147480808"/>
            <ac:spMk id="30" creationId="{447A9FC4-1FE6-E036-CE46-7677B12C9D9C}"/>
          </ac:spMkLst>
        </pc:spChg>
        <pc:spChg chg="mod">
          <ac:chgData name="Si Jing Goh" userId="fe228f63-d733-4912-9848-3eb5c05e5c90" providerId="ADAL" clId="{D3CB8232-7DC5-4573-8DB2-EB195F94AE5A}" dt="2025-11-06T06:11:24.253" v="3122" actId="1076"/>
          <ac:spMkLst>
            <pc:docMk/>
            <pc:sldMk cId="2659876311" sldId="2147480808"/>
            <ac:spMk id="35" creationId="{B661719F-B9BA-C56D-DEAE-EDB9CB2EAFBD}"/>
          </ac:spMkLst>
        </pc:spChg>
        <pc:spChg chg="mod">
          <ac:chgData name="Si Jing Goh" userId="fe228f63-d733-4912-9848-3eb5c05e5c90" providerId="ADAL" clId="{D3CB8232-7DC5-4573-8DB2-EB195F94AE5A}" dt="2025-11-06T06:11:24.253" v="3122" actId="1076"/>
          <ac:spMkLst>
            <pc:docMk/>
            <pc:sldMk cId="2659876311" sldId="2147480808"/>
            <ac:spMk id="36" creationId="{9C471EE6-03CF-3C62-EC8E-6D80D8C416D5}"/>
          </ac:spMkLst>
        </pc:spChg>
        <pc:spChg chg="mod">
          <ac:chgData name="Si Jing Goh" userId="fe228f63-d733-4912-9848-3eb5c05e5c90" providerId="ADAL" clId="{D3CB8232-7DC5-4573-8DB2-EB195F94AE5A}" dt="2025-11-06T06:11:42.868" v="3130" actId="1036"/>
          <ac:spMkLst>
            <pc:docMk/>
            <pc:sldMk cId="2659876311" sldId="2147480808"/>
            <ac:spMk id="39" creationId="{E5264DF6-F2AD-D864-540A-BF1F88E7B713}"/>
          </ac:spMkLst>
        </pc:spChg>
        <pc:graphicFrameChg chg="mod modGraphic">
          <ac:chgData name="Si Jing Goh" userId="fe228f63-d733-4912-9848-3eb5c05e5c90" providerId="ADAL" clId="{D3CB8232-7DC5-4573-8DB2-EB195F94AE5A}" dt="2025-11-06T06:41:33.793" v="3900"/>
          <ac:graphicFrameMkLst>
            <pc:docMk/>
            <pc:sldMk cId="2659876311" sldId="2147480808"/>
            <ac:graphicFrameMk id="3" creationId="{E39C32BF-5A84-3794-FDC9-DB75188F3CAD}"/>
          </ac:graphicFrameMkLst>
        </pc:graphicFrameChg>
        <pc:graphicFrameChg chg="mod">
          <ac:chgData name="Si Jing Goh" userId="fe228f63-d733-4912-9848-3eb5c05e5c90" providerId="ADAL" clId="{D3CB8232-7DC5-4573-8DB2-EB195F94AE5A}" dt="2025-11-06T06:30:43.786" v="3569"/>
          <ac:graphicFrameMkLst>
            <pc:docMk/>
            <pc:sldMk cId="2659876311" sldId="2147480808"/>
            <ac:graphicFrameMk id="20" creationId="{933F6D5E-D0A9-D430-60DF-4A7348CD481E}"/>
          </ac:graphicFrameMkLst>
        </pc:graphicFrameChg>
        <pc:picChg chg="add mod">
          <ac:chgData name="Si Jing Goh" userId="fe228f63-d733-4912-9848-3eb5c05e5c90" providerId="ADAL" clId="{D3CB8232-7DC5-4573-8DB2-EB195F94AE5A}" dt="2025-11-06T03:15:18.223" v="1144"/>
          <ac:picMkLst>
            <pc:docMk/>
            <pc:sldMk cId="2659876311" sldId="2147480808"/>
            <ac:picMk id="4" creationId="{35BA901F-6427-DEC5-2DD5-D30DEB14DBB4}"/>
          </ac:picMkLst>
        </pc:picChg>
        <pc:picChg chg="mod">
          <ac:chgData name="Si Jing Goh" userId="fe228f63-d733-4912-9848-3eb5c05e5c90" providerId="ADAL" clId="{D3CB8232-7DC5-4573-8DB2-EB195F94AE5A}" dt="2025-11-06T06:11:19.256" v="3121" actId="14100"/>
          <ac:picMkLst>
            <pc:docMk/>
            <pc:sldMk cId="2659876311" sldId="2147480808"/>
            <ac:picMk id="25" creationId="{C94535C5-5010-7EC7-4BDA-E5D63437A54D}"/>
          </ac:picMkLst>
        </pc:picChg>
        <pc:picChg chg="mod">
          <ac:chgData name="Si Jing Goh" userId="fe228f63-d733-4912-9848-3eb5c05e5c90" providerId="ADAL" clId="{D3CB8232-7DC5-4573-8DB2-EB195F94AE5A}" dt="2025-11-06T06:11:19.256" v="3121" actId="14100"/>
          <ac:picMkLst>
            <pc:docMk/>
            <pc:sldMk cId="2659876311" sldId="2147480808"/>
            <ac:picMk id="29" creationId="{79F58F83-54F7-606F-EB22-917D3B4B0F3E}"/>
          </ac:picMkLst>
        </pc:picChg>
        <pc:picChg chg="mod">
          <ac:chgData name="Si Jing Goh" userId="fe228f63-d733-4912-9848-3eb5c05e5c90" providerId="ADAL" clId="{D3CB8232-7DC5-4573-8DB2-EB195F94AE5A}" dt="2025-11-06T06:11:19.256" v="3121" actId="14100"/>
          <ac:picMkLst>
            <pc:docMk/>
            <pc:sldMk cId="2659876311" sldId="2147480808"/>
            <ac:picMk id="32" creationId="{70BB7E07-5E61-2B58-8AE6-D3534EFF3611}"/>
          </ac:picMkLst>
        </pc:picChg>
        <pc:picChg chg="mod">
          <ac:chgData name="Si Jing Goh" userId="fe228f63-d733-4912-9848-3eb5c05e5c90" providerId="ADAL" clId="{D3CB8232-7DC5-4573-8DB2-EB195F94AE5A}" dt="2025-11-06T06:11:19.256" v="3121" actId="14100"/>
          <ac:picMkLst>
            <pc:docMk/>
            <pc:sldMk cId="2659876311" sldId="2147480808"/>
            <ac:picMk id="34" creationId="{46BD86A5-6C17-3059-AE43-EC6051984F27}"/>
          </ac:picMkLst>
        </pc:picChg>
      </pc:sldChg>
      <pc:sldChg chg="addSp delSp modSp add mod modTransition">
        <pc:chgData name="Si Jing Goh" userId="fe228f63-d733-4912-9848-3eb5c05e5c90" providerId="ADAL" clId="{D3CB8232-7DC5-4573-8DB2-EB195F94AE5A}" dt="2025-11-06T09:28:20.326" v="8637" actId="478"/>
        <pc:sldMkLst>
          <pc:docMk/>
          <pc:sldMk cId="710992453" sldId="2147480809"/>
        </pc:sldMkLst>
        <pc:spChg chg="mod">
          <ac:chgData name="Si Jing Goh" userId="fe228f63-d733-4912-9848-3eb5c05e5c90" providerId="ADAL" clId="{D3CB8232-7DC5-4573-8DB2-EB195F94AE5A}" dt="2025-11-06T03:17:11.518" v="1194" actId="255"/>
          <ac:spMkLst>
            <pc:docMk/>
            <pc:sldMk cId="710992453" sldId="2147480809"/>
            <ac:spMk id="16" creationId="{76365714-B298-B3B0-4BC2-298E3F632B2B}"/>
          </ac:spMkLst>
        </pc:spChg>
        <pc:spChg chg="mod">
          <ac:chgData name="Si Jing Goh" userId="fe228f63-d733-4912-9848-3eb5c05e5c90" providerId="ADAL" clId="{D3CB8232-7DC5-4573-8DB2-EB195F94AE5A}" dt="2025-11-06T06:45:55.165" v="4189" actId="20577"/>
          <ac:spMkLst>
            <pc:docMk/>
            <pc:sldMk cId="710992453" sldId="2147480809"/>
            <ac:spMk id="27" creationId="{E5BC7731-5B51-2034-06B0-7EE12E040AAD}"/>
          </ac:spMkLst>
        </pc:spChg>
        <pc:graphicFrameChg chg="mod modGraphic">
          <ac:chgData name="Si Jing Goh" userId="fe228f63-d733-4912-9848-3eb5c05e5c90" providerId="ADAL" clId="{D3CB8232-7DC5-4573-8DB2-EB195F94AE5A}" dt="2025-11-06T06:49:12.099" v="4576"/>
          <ac:graphicFrameMkLst>
            <pc:docMk/>
            <pc:sldMk cId="710992453" sldId="2147480809"/>
            <ac:graphicFrameMk id="3" creationId="{1E4BDA0B-4CAC-7A56-5E5A-69E8160586B6}"/>
          </ac:graphicFrameMkLst>
        </pc:graphicFrameChg>
        <pc:graphicFrameChg chg="add mod modGraphic">
          <ac:chgData name="Si Jing Goh" userId="fe228f63-d733-4912-9848-3eb5c05e5c90" providerId="ADAL" clId="{D3CB8232-7DC5-4573-8DB2-EB195F94AE5A}" dt="2025-11-06T06:58:27.191" v="5040"/>
          <ac:graphicFrameMkLst>
            <pc:docMk/>
            <pc:sldMk cId="710992453" sldId="2147480809"/>
            <ac:graphicFrameMk id="18" creationId="{3FBD827C-8771-E4A7-2804-E38B7124A43D}"/>
          </ac:graphicFrameMkLst>
        </pc:graphicFrameChg>
        <pc:picChg chg="add mod">
          <ac:chgData name="Si Jing Goh" userId="fe228f63-d733-4912-9848-3eb5c05e5c90" providerId="ADAL" clId="{D3CB8232-7DC5-4573-8DB2-EB195F94AE5A}" dt="2025-11-06T03:17:15.038" v="1196"/>
          <ac:picMkLst>
            <pc:docMk/>
            <pc:sldMk cId="710992453" sldId="2147480809"/>
            <ac:picMk id="5" creationId="{E3C7C522-C051-E57C-CA1A-1D908B8EB16D}"/>
          </ac:picMkLst>
        </pc:picChg>
        <pc:picChg chg="add mod">
          <ac:chgData name="Si Jing Goh" userId="fe228f63-d733-4912-9848-3eb5c05e5c90" providerId="ADAL" clId="{D3CB8232-7DC5-4573-8DB2-EB195F94AE5A}" dt="2025-11-06T06:52:37.914" v="4895" actId="1076"/>
          <ac:picMkLst>
            <pc:docMk/>
            <pc:sldMk cId="710992453" sldId="2147480809"/>
            <ac:picMk id="20" creationId="{2D792216-C38B-7FEA-A4AE-9FB09739B746}"/>
          </ac:picMkLst>
        </pc:picChg>
        <pc:picChg chg="add mod modCrop">
          <ac:chgData name="Si Jing Goh" userId="fe228f63-d733-4912-9848-3eb5c05e5c90" providerId="ADAL" clId="{D3CB8232-7DC5-4573-8DB2-EB195F94AE5A}" dt="2025-11-06T06:58:47.944" v="5057" actId="12788"/>
          <ac:picMkLst>
            <pc:docMk/>
            <pc:sldMk cId="710992453" sldId="2147480809"/>
            <ac:picMk id="22" creationId="{11882834-1746-0BEE-3DD2-521312199AD2}"/>
          </ac:picMkLst>
        </pc:picChg>
        <pc:picChg chg="add mod modCrop">
          <ac:chgData name="Si Jing Goh" userId="fe228f63-d733-4912-9848-3eb5c05e5c90" providerId="ADAL" clId="{D3CB8232-7DC5-4573-8DB2-EB195F94AE5A}" dt="2025-11-06T06:58:54.870" v="5060" actId="465"/>
          <ac:picMkLst>
            <pc:docMk/>
            <pc:sldMk cId="710992453" sldId="2147480809"/>
            <ac:picMk id="24" creationId="{C20F1FE3-329F-B2D3-B1CF-03AC2DAAB28A}"/>
          </ac:picMkLst>
        </pc:picChg>
        <pc:picChg chg="add mod modCrop">
          <ac:chgData name="Si Jing Goh" userId="fe228f63-d733-4912-9848-3eb5c05e5c90" providerId="ADAL" clId="{D3CB8232-7DC5-4573-8DB2-EB195F94AE5A}" dt="2025-11-06T06:58:54.870" v="5060" actId="465"/>
          <ac:picMkLst>
            <pc:docMk/>
            <pc:sldMk cId="710992453" sldId="2147480809"/>
            <ac:picMk id="25" creationId="{718B70C3-117D-22EE-90C1-578A82503CB3}"/>
          </ac:picMkLst>
        </pc:picChg>
        <pc:picChg chg="add mod modCrop">
          <ac:chgData name="Si Jing Goh" userId="fe228f63-d733-4912-9848-3eb5c05e5c90" providerId="ADAL" clId="{D3CB8232-7DC5-4573-8DB2-EB195F94AE5A}" dt="2025-11-06T06:58:54.870" v="5060" actId="465"/>
          <ac:picMkLst>
            <pc:docMk/>
            <pc:sldMk cId="710992453" sldId="2147480809"/>
            <ac:picMk id="29" creationId="{BABEAA27-A137-7967-5C50-DE92BF0485EA}"/>
          </ac:picMkLst>
        </pc:picChg>
        <pc:picChg chg="add mod modCrop">
          <ac:chgData name="Si Jing Goh" userId="fe228f63-d733-4912-9848-3eb5c05e5c90" providerId="ADAL" clId="{D3CB8232-7DC5-4573-8DB2-EB195F94AE5A}" dt="2025-11-06T06:58:54.870" v="5060" actId="465"/>
          <ac:picMkLst>
            <pc:docMk/>
            <pc:sldMk cId="710992453" sldId="2147480809"/>
            <ac:picMk id="31" creationId="{1DD09201-43A6-1168-4DBA-020601A8A72F}"/>
          </ac:picMkLst>
        </pc:picChg>
        <pc:picChg chg="add mod modCrop">
          <ac:chgData name="Si Jing Goh" userId="fe228f63-d733-4912-9848-3eb5c05e5c90" providerId="ADAL" clId="{D3CB8232-7DC5-4573-8DB2-EB195F94AE5A}" dt="2025-11-06T06:58:50.490" v="5059" actId="1036"/>
          <ac:picMkLst>
            <pc:docMk/>
            <pc:sldMk cId="710992453" sldId="2147480809"/>
            <ac:picMk id="32" creationId="{6E6D5EBB-B6A4-6474-83F0-AE8E2D39D1D1}"/>
          </ac:picMkLst>
        </pc:picChg>
      </pc:sldChg>
      <pc:sldChg chg="addSp delSp modSp add mod modTransition">
        <pc:chgData name="Si Jing Goh" userId="fe228f63-d733-4912-9848-3eb5c05e5c90" providerId="ADAL" clId="{D3CB8232-7DC5-4573-8DB2-EB195F94AE5A}" dt="2025-11-06T09:28:18.789" v="8636" actId="478"/>
        <pc:sldMkLst>
          <pc:docMk/>
          <pc:sldMk cId="3265770744" sldId="2147480810"/>
        </pc:sldMkLst>
        <pc:spChg chg="add mod">
          <ac:chgData name="Si Jing Goh" userId="fe228f63-d733-4912-9848-3eb5c05e5c90" providerId="ADAL" clId="{D3CB8232-7DC5-4573-8DB2-EB195F94AE5A}" dt="2025-11-06T04:18:53.746" v="3046" actId="57"/>
          <ac:spMkLst>
            <pc:docMk/>
            <pc:sldMk cId="3265770744" sldId="2147480810"/>
            <ac:spMk id="6" creationId="{B54AC58A-54E9-DD11-823A-A64ABF5C63BC}"/>
          </ac:spMkLst>
        </pc:spChg>
        <pc:spChg chg="add mod">
          <ac:chgData name="Si Jing Goh" userId="fe228f63-d733-4912-9848-3eb5c05e5c90" providerId="ADAL" clId="{D3CB8232-7DC5-4573-8DB2-EB195F94AE5A}" dt="2025-11-06T04:19:27.297" v="3073" actId="1035"/>
          <ac:spMkLst>
            <pc:docMk/>
            <pc:sldMk cId="3265770744" sldId="2147480810"/>
            <ac:spMk id="7" creationId="{2BF9C3B2-7B63-0D46-E4C6-ABCCA71DF814}"/>
          </ac:spMkLst>
        </pc:spChg>
        <pc:spChg chg="mod">
          <ac:chgData name="Si Jing Goh" userId="fe228f63-d733-4912-9848-3eb5c05e5c90" providerId="ADAL" clId="{D3CB8232-7DC5-4573-8DB2-EB195F94AE5A}" dt="2025-11-06T03:23:41.241" v="1238" actId="255"/>
          <ac:spMkLst>
            <pc:docMk/>
            <pc:sldMk cId="3265770744" sldId="2147480810"/>
            <ac:spMk id="16" creationId="{8EECD9F5-6D5A-46A4-58E9-553852A506D7}"/>
          </ac:spMkLst>
        </pc:spChg>
        <pc:spChg chg="add mod">
          <ac:chgData name="Si Jing Goh" userId="fe228f63-d733-4912-9848-3eb5c05e5c90" providerId="ADAL" clId="{D3CB8232-7DC5-4573-8DB2-EB195F94AE5A}" dt="2025-11-06T04:19:44.491" v="3088" actId="1035"/>
          <ac:spMkLst>
            <pc:docMk/>
            <pc:sldMk cId="3265770744" sldId="2147480810"/>
            <ac:spMk id="17" creationId="{7947ED3C-3381-0120-23F6-3E5DF6BEBEB1}"/>
          </ac:spMkLst>
        </pc:spChg>
        <pc:spChg chg="add mod">
          <ac:chgData name="Si Jing Goh" userId="fe228f63-d733-4912-9848-3eb5c05e5c90" providerId="ADAL" clId="{D3CB8232-7DC5-4573-8DB2-EB195F94AE5A}" dt="2025-11-06T04:20:24.719" v="3102" actId="20577"/>
          <ac:spMkLst>
            <pc:docMk/>
            <pc:sldMk cId="3265770744" sldId="2147480810"/>
            <ac:spMk id="18" creationId="{8AEE934F-5BE6-9ACA-BDD0-AE512A5BABD7}"/>
          </ac:spMkLst>
        </pc:spChg>
        <pc:spChg chg="mod">
          <ac:chgData name="Si Jing Goh" userId="fe228f63-d733-4912-9848-3eb5c05e5c90" providerId="ADAL" clId="{D3CB8232-7DC5-4573-8DB2-EB195F94AE5A}" dt="2025-11-06T04:13:24.284" v="2889" actId="20577"/>
          <ac:spMkLst>
            <pc:docMk/>
            <pc:sldMk cId="3265770744" sldId="2147480810"/>
            <ac:spMk id="27" creationId="{BDD675A6-5335-E08B-AC5C-AB6AF9E4B2DA}"/>
          </ac:spMkLst>
        </pc:spChg>
        <pc:graphicFrameChg chg="mod modGraphic">
          <ac:chgData name="Si Jing Goh" userId="fe228f63-d733-4912-9848-3eb5c05e5c90" providerId="ADAL" clId="{D3CB8232-7DC5-4573-8DB2-EB195F94AE5A}" dt="2025-11-06T06:19:06.787" v="3235" actId="13926"/>
          <ac:graphicFrameMkLst>
            <pc:docMk/>
            <pc:sldMk cId="3265770744" sldId="2147480810"/>
            <ac:graphicFrameMk id="3" creationId="{DD4C38BE-3BE6-E473-D188-914A778221CD}"/>
          </ac:graphicFrameMkLst>
        </pc:graphicFrameChg>
        <pc:graphicFrameChg chg="add mod">
          <ac:chgData name="Si Jing Goh" userId="fe228f63-d733-4912-9848-3eb5c05e5c90" providerId="ADAL" clId="{D3CB8232-7DC5-4573-8DB2-EB195F94AE5A}" dt="2025-11-06T06:20:21.117" v="3242"/>
          <ac:graphicFrameMkLst>
            <pc:docMk/>
            <pc:sldMk cId="3265770744" sldId="2147480810"/>
            <ac:graphicFrameMk id="19" creationId="{BD01E37F-75B6-6A12-A86D-4D79F3088F28}"/>
          </ac:graphicFrameMkLst>
        </pc:graphicFrameChg>
        <pc:picChg chg="add mod">
          <ac:chgData name="Si Jing Goh" userId="fe228f63-d733-4912-9848-3eb5c05e5c90" providerId="ADAL" clId="{D3CB8232-7DC5-4573-8DB2-EB195F94AE5A}" dt="2025-11-06T03:23:54.713" v="1245" actId="208"/>
          <ac:picMkLst>
            <pc:docMk/>
            <pc:sldMk cId="3265770744" sldId="2147480810"/>
            <ac:picMk id="4" creationId="{0DB9DBEB-8CBB-D19C-72C6-3BF20A3A6527}"/>
          </ac:picMkLst>
        </pc:picChg>
        <pc:picChg chg="add mod">
          <ac:chgData name="Si Jing Goh" userId="fe228f63-d733-4912-9848-3eb5c05e5c90" providerId="ADAL" clId="{D3CB8232-7DC5-4573-8DB2-EB195F94AE5A}" dt="2025-11-06T06:20:41.078" v="3244" actId="1076"/>
          <ac:picMkLst>
            <pc:docMk/>
            <pc:sldMk cId="3265770744" sldId="2147480810"/>
            <ac:picMk id="2050" creationId="{E872C631-747A-0110-149A-0FDD9A6B0FFB}"/>
          </ac:picMkLst>
        </pc:picChg>
        <pc:picChg chg="add mod">
          <ac:chgData name="Si Jing Goh" userId="fe228f63-d733-4912-9848-3eb5c05e5c90" providerId="ADAL" clId="{D3CB8232-7DC5-4573-8DB2-EB195F94AE5A}" dt="2025-11-06T04:17:47.901" v="2989" actId="465"/>
          <ac:picMkLst>
            <pc:docMk/>
            <pc:sldMk cId="3265770744" sldId="2147480810"/>
            <ac:picMk id="2052" creationId="{28E7D0DE-8C40-568A-42DB-E7F5D1AB0E76}"/>
          </ac:picMkLst>
        </pc:picChg>
        <pc:picChg chg="add mod">
          <ac:chgData name="Si Jing Goh" userId="fe228f63-d733-4912-9848-3eb5c05e5c90" providerId="ADAL" clId="{D3CB8232-7DC5-4573-8DB2-EB195F94AE5A}" dt="2025-11-06T04:17:47.901" v="2989" actId="465"/>
          <ac:picMkLst>
            <pc:docMk/>
            <pc:sldMk cId="3265770744" sldId="2147480810"/>
            <ac:picMk id="2054" creationId="{979C51E3-E9B5-D4AD-13CE-513BF09A2830}"/>
          </ac:picMkLst>
        </pc:picChg>
        <pc:picChg chg="add mod">
          <ac:chgData name="Si Jing Goh" userId="fe228f63-d733-4912-9848-3eb5c05e5c90" providerId="ADAL" clId="{D3CB8232-7DC5-4573-8DB2-EB195F94AE5A}" dt="2025-11-06T04:17:47.901" v="2989" actId="465"/>
          <ac:picMkLst>
            <pc:docMk/>
            <pc:sldMk cId="3265770744" sldId="2147480810"/>
            <ac:picMk id="2056" creationId="{F8C80C38-3D0A-5507-13AB-64E2443B3CC8}"/>
          </ac:picMkLst>
        </pc:picChg>
        <pc:picChg chg="add mod">
          <ac:chgData name="Si Jing Goh" userId="fe228f63-d733-4912-9848-3eb5c05e5c90" providerId="ADAL" clId="{D3CB8232-7DC5-4573-8DB2-EB195F94AE5A}" dt="2025-11-06T04:17:47.901" v="2989" actId="465"/>
          <ac:picMkLst>
            <pc:docMk/>
            <pc:sldMk cId="3265770744" sldId="2147480810"/>
            <ac:picMk id="2058" creationId="{B9588C4C-3CDA-7D7F-A006-A95878CB9994}"/>
          </ac:picMkLst>
        </pc:picChg>
      </pc:sldChg>
      <pc:sldChg chg="addSp delSp modSp add mod modTransition">
        <pc:chgData name="Si Jing Goh" userId="fe228f63-d733-4912-9848-3eb5c05e5c90" providerId="ADAL" clId="{D3CB8232-7DC5-4573-8DB2-EB195F94AE5A}" dt="2025-11-06T09:28:04.354" v="8635" actId="20577"/>
        <pc:sldMkLst>
          <pc:docMk/>
          <pc:sldMk cId="3449079256" sldId="2147480812"/>
        </pc:sldMkLst>
        <pc:spChg chg="mod">
          <ac:chgData name="Si Jing Goh" userId="fe228f63-d733-4912-9848-3eb5c05e5c90" providerId="ADAL" clId="{D3CB8232-7DC5-4573-8DB2-EB195F94AE5A}" dt="2025-11-06T03:25:18.027" v="1265" actId="255"/>
          <ac:spMkLst>
            <pc:docMk/>
            <pc:sldMk cId="3449079256" sldId="2147480812"/>
            <ac:spMk id="16" creationId="{4ABD0F53-3562-568D-570A-38619EDF2F43}"/>
          </ac:spMkLst>
        </pc:spChg>
        <pc:spChg chg="mod">
          <ac:chgData name="Si Jing Goh" userId="fe228f63-d733-4912-9848-3eb5c05e5c90" providerId="ADAL" clId="{D3CB8232-7DC5-4573-8DB2-EB195F94AE5A}" dt="2025-11-06T09:24:49.287" v="8541" actId="14100"/>
          <ac:spMkLst>
            <pc:docMk/>
            <pc:sldMk cId="3449079256" sldId="2147480812"/>
            <ac:spMk id="19" creationId="{8E5E0B4E-6EE6-8972-2314-DE31AC63AB1E}"/>
          </ac:spMkLst>
        </pc:spChg>
        <pc:spChg chg="mod">
          <ac:chgData name="Si Jing Goh" userId="fe228f63-d733-4912-9848-3eb5c05e5c90" providerId="ADAL" clId="{D3CB8232-7DC5-4573-8DB2-EB195F94AE5A}" dt="2025-11-06T09:24:50.945" v="8542" actId="14100"/>
          <ac:spMkLst>
            <pc:docMk/>
            <pc:sldMk cId="3449079256" sldId="2147480812"/>
            <ac:spMk id="25" creationId="{7C59846F-5BC4-CDD9-F8C8-16AC6E9AA18E}"/>
          </ac:spMkLst>
        </pc:spChg>
        <pc:graphicFrameChg chg="mod modGraphic">
          <ac:chgData name="Si Jing Goh" userId="fe228f63-d733-4912-9848-3eb5c05e5c90" providerId="ADAL" clId="{D3CB8232-7DC5-4573-8DB2-EB195F94AE5A}" dt="2025-11-06T09:28:04.354" v="8635" actId="20577"/>
          <ac:graphicFrameMkLst>
            <pc:docMk/>
            <pc:sldMk cId="3449079256" sldId="2147480812"/>
            <ac:graphicFrameMk id="3" creationId="{C00887AE-49DE-9DAD-9272-79D3C315DCDA}"/>
          </ac:graphicFrameMkLst>
        </pc:graphicFrameChg>
        <pc:picChg chg="add mod">
          <ac:chgData name="Si Jing Goh" userId="fe228f63-d733-4912-9848-3eb5c05e5c90" providerId="ADAL" clId="{D3CB8232-7DC5-4573-8DB2-EB195F94AE5A}" dt="2025-11-06T03:25:35.647" v="1271"/>
          <ac:picMkLst>
            <pc:docMk/>
            <pc:sldMk cId="3449079256" sldId="2147480812"/>
            <ac:picMk id="5" creationId="{A2714980-32F8-CDFF-56DB-A8B1D4E7FFF6}"/>
          </ac:picMkLst>
        </pc:picChg>
        <pc:picChg chg="mod modCrop">
          <ac:chgData name="Si Jing Goh" userId="fe228f63-d733-4912-9848-3eb5c05e5c90" providerId="ADAL" clId="{D3CB8232-7DC5-4573-8DB2-EB195F94AE5A}" dt="2025-11-06T09:24:42.009" v="8539" actId="465"/>
          <ac:picMkLst>
            <pc:docMk/>
            <pc:sldMk cId="3449079256" sldId="2147480812"/>
            <ac:picMk id="18" creationId="{04E8A5FD-C81B-01CC-6F20-CF3DD8E4C4A4}"/>
          </ac:picMkLst>
        </pc:picChg>
        <pc:picChg chg="mod modCrop">
          <ac:chgData name="Si Jing Goh" userId="fe228f63-d733-4912-9848-3eb5c05e5c90" providerId="ADAL" clId="{D3CB8232-7DC5-4573-8DB2-EB195F94AE5A}" dt="2025-11-06T09:24:42.009" v="8539" actId="465"/>
          <ac:picMkLst>
            <pc:docMk/>
            <pc:sldMk cId="3449079256" sldId="2147480812"/>
            <ac:picMk id="21" creationId="{D7E8264C-34D9-6BB7-7510-A6956B474E31}"/>
          </ac:picMkLst>
        </pc:picChg>
        <pc:picChg chg="mod modCrop">
          <ac:chgData name="Si Jing Goh" userId="fe228f63-d733-4912-9848-3eb5c05e5c90" providerId="ADAL" clId="{D3CB8232-7DC5-4573-8DB2-EB195F94AE5A}" dt="2025-11-06T09:24:42.009" v="8539" actId="465"/>
          <ac:picMkLst>
            <pc:docMk/>
            <pc:sldMk cId="3449079256" sldId="2147480812"/>
            <ac:picMk id="24" creationId="{F7F6B82A-1979-05BC-1E17-193DC7550C51}"/>
          </ac:picMkLst>
        </pc:picChg>
        <pc:picChg chg="mod">
          <ac:chgData name="Si Jing Goh" userId="fe228f63-d733-4912-9848-3eb5c05e5c90" providerId="ADAL" clId="{D3CB8232-7DC5-4573-8DB2-EB195F94AE5A}" dt="2025-11-06T09:24:42.009" v="8539" actId="465"/>
          <ac:picMkLst>
            <pc:docMk/>
            <pc:sldMk cId="3449079256" sldId="2147480812"/>
            <ac:picMk id="1028" creationId="{C9228010-B977-9D11-A58B-47F8D11A8C44}"/>
          </ac:picMkLst>
        </pc:picChg>
      </pc:sldChg>
      <pc:sldChg chg="addSp delSp modSp add mod modTransition">
        <pc:chgData name="Si Jing Goh" userId="fe228f63-d733-4912-9848-3eb5c05e5c90" providerId="ADAL" clId="{D3CB8232-7DC5-4573-8DB2-EB195F94AE5A}" dt="2025-11-06T09:27:32.374" v="8628" actId="20577"/>
        <pc:sldMkLst>
          <pc:docMk/>
          <pc:sldMk cId="3286415090" sldId="2147480813"/>
        </pc:sldMkLst>
        <pc:spChg chg="mod">
          <ac:chgData name="Si Jing Goh" userId="fe228f63-d733-4912-9848-3eb5c05e5c90" providerId="ADAL" clId="{D3CB8232-7DC5-4573-8DB2-EB195F94AE5A}" dt="2025-11-06T09:23:38.098" v="8509" actId="1076"/>
          <ac:spMkLst>
            <pc:docMk/>
            <pc:sldMk cId="3286415090" sldId="2147480813"/>
            <ac:spMk id="5" creationId="{E856AA29-026F-1A7E-683A-DF5307D24DDB}"/>
          </ac:spMkLst>
        </pc:spChg>
        <pc:spChg chg="mod">
          <ac:chgData name="Si Jing Goh" userId="fe228f63-d733-4912-9848-3eb5c05e5c90" providerId="ADAL" clId="{D3CB8232-7DC5-4573-8DB2-EB195F94AE5A}" dt="2025-11-06T09:23:39.283" v="8510" actId="1076"/>
          <ac:spMkLst>
            <pc:docMk/>
            <pc:sldMk cId="3286415090" sldId="2147480813"/>
            <ac:spMk id="6" creationId="{8A03DB9A-AF06-7C94-2262-6369DD9D1F53}"/>
          </ac:spMkLst>
        </pc:spChg>
        <pc:spChg chg="mod">
          <ac:chgData name="Si Jing Goh" userId="fe228f63-d733-4912-9848-3eb5c05e5c90" providerId="ADAL" clId="{D3CB8232-7DC5-4573-8DB2-EB195F94AE5A}" dt="2025-11-06T09:23:32.664" v="8508" actId="1076"/>
          <ac:spMkLst>
            <pc:docMk/>
            <pc:sldMk cId="3286415090" sldId="2147480813"/>
            <ac:spMk id="7" creationId="{E523D268-92CD-CBED-EBAD-9F2DB051188C}"/>
          </ac:spMkLst>
        </pc:spChg>
        <pc:spChg chg="mod">
          <ac:chgData name="Si Jing Goh" userId="fe228f63-d733-4912-9848-3eb5c05e5c90" providerId="ADAL" clId="{D3CB8232-7DC5-4573-8DB2-EB195F94AE5A}" dt="2025-11-06T03:26:27.308" v="1289" actId="255"/>
          <ac:spMkLst>
            <pc:docMk/>
            <pc:sldMk cId="3286415090" sldId="2147480813"/>
            <ac:spMk id="16" creationId="{B48BB6A0-F2BF-39EE-9A7A-1B09C801DD14}"/>
          </ac:spMkLst>
        </pc:spChg>
        <pc:spChg chg="mod">
          <ac:chgData name="Si Jing Goh" userId="fe228f63-d733-4912-9848-3eb5c05e5c90" providerId="ADAL" clId="{D3CB8232-7DC5-4573-8DB2-EB195F94AE5A}" dt="2025-11-06T09:23:31.261" v="8507" actId="1076"/>
          <ac:spMkLst>
            <pc:docMk/>
            <pc:sldMk cId="3286415090" sldId="2147480813"/>
            <ac:spMk id="17" creationId="{1F470EFF-BDCF-8018-EA1E-A86C54B52C91}"/>
          </ac:spMkLst>
        </pc:spChg>
        <pc:graphicFrameChg chg="mod modGraphic">
          <ac:chgData name="Si Jing Goh" userId="fe228f63-d733-4912-9848-3eb5c05e5c90" providerId="ADAL" clId="{D3CB8232-7DC5-4573-8DB2-EB195F94AE5A}" dt="2025-11-06T09:27:32.374" v="8628" actId="20577"/>
          <ac:graphicFrameMkLst>
            <pc:docMk/>
            <pc:sldMk cId="3286415090" sldId="2147480813"/>
            <ac:graphicFrameMk id="3" creationId="{5D99D17E-7EAB-5569-D508-A159635C5EFE}"/>
          </ac:graphicFrameMkLst>
        </pc:graphicFrameChg>
        <pc:picChg chg="add mod">
          <ac:chgData name="Si Jing Goh" userId="fe228f63-d733-4912-9848-3eb5c05e5c90" providerId="ADAL" clId="{D3CB8232-7DC5-4573-8DB2-EB195F94AE5A}" dt="2025-11-06T03:26:30.861" v="1291"/>
          <ac:picMkLst>
            <pc:docMk/>
            <pc:sldMk cId="3286415090" sldId="2147480813"/>
            <ac:picMk id="4" creationId="{5BD68570-FC3A-D26E-1A25-D41A5293BADD}"/>
          </ac:picMkLst>
        </pc:picChg>
        <pc:picChg chg="mod">
          <ac:chgData name="Si Jing Goh" userId="fe228f63-d733-4912-9848-3eb5c05e5c90" providerId="ADAL" clId="{D3CB8232-7DC5-4573-8DB2-EB195F94AE5A}" dt="2025-11-06T09:23:18.936" v="8502" actId="14100"/>
          <ac:picMkLst>
            <pc:docMk/>
            <pc:sldMk cId="3286415090" sldId="2147480813"/>
            <ac:picMk id="1030" creationId="{6FD82E7E-692F-2AEC-9D86-BE612C6C12CE}"/>
          </ac:picMkLst>
        </pc:picChg>
        <pc:picChg chg="mod">
          <ac:chgData name="Si Jing Goh" userId="fe228f63-d733-4912-9848-3eb5c05e5c90" providerId="ADAL" clId="{D3CB8232-7DC5-4573-8DB2-EB195F94AE5A}" dt="2025-11-06T09:23:15.748" v="8501" actId="14100"/>
          <ac:picMkLst>
            <pc:docMk/>
            <pc:sldMk cId="3286415090" sldId="2147480813"/>
            <ac:picMk id="1032" creationId="{A535FC05-EC2A-EDE3-9C25-688A11630E37}"/>
          </ac:picMkLst>
        </pc:picChg>
        <pc:picChg chg="mod">
          <ac:chgData name="Si Jing Goh" userId="fe228f63-d733-4912-9848-3eb5c05e5c90" providerId="ADAL" clId="{D3CB8232-7DC5-4573-8DB2-EB195F94AE5A}" dt="2025-11-06T09:23:15.748" v="8501" actId="14100"/>
          <ac:picMkLst>
            <pc:docMk/>
            <pc:sldMk cId="3286415090" sldId="2147480813"/>
            <ac:picMk id="1034" creationId="{D9A3BA0C-9A8F-8E0D-6948-1A61A8B6F299}"/>
          </ac:picMkLst>
        </pc:picChg>
        <pc:picChg chg="mod">
          <ac:chgData name="Si Jing Goh" userId="fe228f63-d733-4912-9848-3eb5c05e5c90" providerId="ADAL" clId="{D3CB8232-7DC5-4573-8DB2-EB195F94AE5A}" dt="2025-11-06T09:23:15.748" v="8501" actId="14100"/>
          <ac:picMkLst>
            <pc:docMk/>
            <pc:sldMk cId="3286415090" sldId="2147480813"/>
            <ac:picMk id="1036" creationId="{1AB9E8F5-1F8D-A72D-9C97-A8344A03B0DB}"/>
          </ac:picMkLst>
        </pc:picChg>
      </pc:sldChg>
      <pc:sldChg chg="addSp delSp modSp add mod modTransition">
        <pc:chgData name="Si Jing Goh" userId="fe228f63-d733-4912-9848-3eb5c05e5c90" providerId="ADAL" clId="{D3CB8232-7DC5-4573-8DB2-EB195F94AE5A}" dt="2025-11-06T09:26:52.741" v="8591"/>
        <pc:sldMkLst>
          <pc:docMk/>
          <pc:sldMk cId="2348506124" sldId="2147480814"/>
        </pc:sldMkLst>
        <pc:spChg chg="mod">
          <ac:chgData name="Si Jing Goh" userId="fe228f63-d733-4912-9848-3eb5c05e5c90" providerId="ADAL" clId="{D3CB8232-7DC5-4573-8DB2-EB195F94AE5A}" dt="2025-11-06T09:26:30.781" v="8579" actId="14100"/>
          <ac:spMkLst>
            <pc:docMk/>
            <pc:sldMk cId="2348506124" sldId="2147480814"/>
            <ac:spMk id="7" creationId="{41ABCE63-911C-5AC2-6514-7FF7135699DA}"/>
          </ac:spMkLst>
        </pc:spChg>
        <pc:spChg chg="mod">
          <ac:chgData name="Si Jing Goh" userId="fe228f63-d733-4912-9848-3eb5c05e5c90" providerId="ADAL" clId="{D3CB8232-7DC5-4573-8DB2-EB195F94AE5A}" dt="2025-11-06T03:27:25.417" v="1303" actId="255"/>
          <ac:spMkLst>
            <pc:docMk/>
            <pc:sldMk cId="2348506124" sldId="2147480814"/>
            <ac:spMk id="16" creationId="{B90A7981-25B6-5C38-12E8-900CFA2BF61D}"/>
          </ac:spMkLst>
        </pc:spChg>
        <pc:spChg chg="mod">
          <ac:chgData name="Si Jing Goh" userId="fe228f63-d733-4912-9848-3eb5c05e5c90" providerId="ADAL" clId="{D3CB8232-7DC5-4573-8DB2-EB195F94AE5A}" dt="2025-11-06T09:25:58.460" v="8560" actId="1076"/>
          <ac:spMkLst>
            <pc:docMk/>
            <pc:sldMk cId="2348506124" sldId="2147480814"/>
            <ac:spMk id="17" creationId="{9A8C6F2A-259B-F976-C3AA-F35D33BD0AC6}"/>
          </ac:spMkLst>
        </pc:spChg>
        <pc:spChg chg="mod">
          <ac:chgData name="Si Jing Goh" userId="fe228f63-d733-4912-9848-3eb5c05e5c90" providerId="ADAL" clId="{D3CB8232-7DC5-4573-8DB2-EB195F94AE5A}" dt="2025-11-06T09:25:56.556" v="8559" actId="1076"/>
          <ac:spMkLst>
            <pc:docMk/>
            <pc:sldMk cId="2348506124" sldId="2147480814"/>
            <ac:spMk id="18" creationId="{BC09B169-6E1A-B5D5-33BC-CC161E0F5242}"/>
          </ac:spMkLst>
        </pc:spChg>
        <pc:spChg chg="mod">
          <ac:chgData name="Si Jing Goh" userId="fe228f63-d733-4912-9848-3eb5c05e5c90" providerId="ADAL" clId="{D3CB8232-7DC5-4573-8DB2-EB195F94AE5A}" dt="2025-11-06T09:25:56.556" v="8559" actId="1076"/>
          <ac:spMkLst>
            <pc:docMk/>
            <pc:sldMk cId="2348506124" sldId="2147480814"/>
            <ac:spMk id="19" creationId="{ED4AB535-8511-A294-3C5C-807FA0C9A20C}"/>
          </ac:spMkLst>
        </pc:spChg>
        <pc:spChg chg="mod">
          <ac:chgData name="Si Jing Goh" userId="fe228f63-d733-4912-9848-3eb5c05e5c90" providerId="ADAL" clId="{D3CB8232-7DC5-4573-8DB2-EB195F94AE5A}" dt="2025-11-06T09:25:56.556" v="8559" actId="1076"/>
          <ac:spMkLst>
            <pc:docMk/>
            <pc:sldMk cId="2348506124" sldId="2147480814"/>
            <ac:spMk id="20" creationId="{40535AF9-2D98-A23E-B83F-FE7C62D8CC95}"/>
          </ac:spMkLst>
        </pc:spChg>
        <pc:graphicFrameChg chg="mod modGraphic">
          <ac:chgData name="Si Jing Goh" userId="fe228f63-d733-4912-9848-3eb5c05e5c90" providerId="ADAL" clId="{D3CB8232-7DC5-4573-8DB2-EB195F94AE5A}" dt="2025-11-06T09:26:27.969" v="8578"/>
          <ac:graphicFrameMkLst>
            <pc:docMk/>
            <pc:sldMk cId="2348506124" sldId="2147480814"/>
            <ac:graphicFrameMk id="3" creationId="{61599CEF-6208-8466-71BC-702160D3D027}"/>
          </ac:graphicFrameMkLst>
        </pc:graphicFrameChg>
        <pc:graphicFrameChg chg="mod">
          <ac:chgData name="Si Jing Goh" userId="fe228f63-d733-4912-9848-3eb5c05e5c90" providerId="ADAL" clId="{D3CB8232-7DC5-4573-8DB2-EB195F94AE5A}" dt="2025-11-06T09:26:52.741" v="8591"/>
          <ac:graphicFrameMkLst>
            <pc:docMk/>
            <pc:sldMk cId="2348506124" sldId="2147480814"/>
            <ac:graphicFrameMk id="4" creationId="{0CC650BD-52B5-DF8B-BB72-159F51375460}"/>
          </ac:graphicFrameMkLst>
        </pc:graphicFrameChg>
        <pc:picChg chg="add mod">
          <ac:chgData name="Si Jing Goh" userId="fe228f63-d733-4912-9848-3eb5c05e5c90" providerId="ADAL" clId="{D3CB8232-7DC5-4573-8DB2-EB195F94AE5A}" dt="2025-11-06T03:27:28.654" v="1305"/>
          <ac:picMkLst>
            <pc:docMk/>
            <pc:sldMk cId="2348506124" sldId="2147480814"/>
            <ac:picMk id="5" creationId="{7C924E2F-6126-2951-5E36-F4F121B12C19}"/>
          </ac:picMkLst>
        </pc:picChg>
        <pc:picChg chg="mod">
          <ac:chgData name="Si Jing Goh" userId="fe228f63-d733-4912-9848-3eb5c05e5c90" providerId="ADAL" clId="{D3CB8232-7DC5-4573-8DB2-EB195F94AE5A}" dt="2025-11-06T09:25:50.664" v="8558" actId="465"/>
          <ac:picMkLst>
            <pc:docMk/>
            <pc:sldMk cId="2348506124" sldId="2147480814"/>
            <ac:picMk id="2052" creationId="{247727CA-1341-4664-209A-10B3D715A5AE}"/>
          </ac:picMkLst>
        </pc:picChg>
        <pc:picChg chg="mod">
          <ac:chgData name="Si Jing Goh" userId="fe228f63-d733-4912-9848-3eb5c05e5c90" providerId="ADAL" clId="{D3CB8232-7DC5-4573-8DB2-EB195F94AE5A}" dt="2025-11-06T09:25:50.664" v="8558" actId="465"/>
          <ac:picMkLst>
            <pc:docMk/>
            <pc:sldMk cId="2348506124" sldId="2147480814"/>
            <ac:picMk id="2054" creationId="{929E3329-D332-2737-8828-C4BB3907CB3D}"/>
          </ac:picMkLst>
        </pc:picChg>
        <pc:picChg chg="mod">
          <ac:chgData name="Si Jing Goh" userId="fe228f63-d733-4912-9848-3eb5c05e5c90" providerId="ADAL" clId="{D3CB8232-7DC5-4573-8DB2-EB195F94AE5A}" dt="2025-11-06T09:25:50.664" v="8558" actId="465"/>
          <ac:picMkLst>
            <pc:docMk/>
            <pc:sldMk cId="2348506124" sldId="2147480814"/>
            <ac:picMk id="2056" creationId="{0F89E76D-32A6-0D3A-CFCC-0668A15FFA3D}"/>
          </ac:picMkLst>
        </pc:picChg>
        <pc:picChg chg="mod">
          <ac:chgData name="Si Jing Goh" userId="fe228f63-d733-4912-9848-3eb5c05e5c90" providerId="ADAL" clId="{D3CB8232-7DC5-4573-8DB2-EB195F94AE5A}" dt="2025-11-06T09:25:50.664" v="8558" actId="465"/>
          <ac:picMkLst>
            <pc:docMk/>
            <pc:sldMk cId="2348506124" sldId="2147480814"/>
            <ac:picMk id="2058" creationId="{0D6A1C39-EE5B-BE61-7FC0-FCCCF1E4C63F}"/>
          </ac:picMkLst>
        </pc:picChg>
      </pc:sldChg>
      <pc:sldChg chg="addSp delSp modSp add mod ord modTransition">
        <pc:chgData name="Si Jing Goh" userId="fe228f63-d733-4912-9848-3eb5c05e5c90" providerId="ADAL" clId="{D3CB8232-7DC5-4573-8DB2-EB195F94AE5A}" dt="2025-11-06T10:38:53.333" v="9157" actId="20577"/>
        <pc:sldMkLst>
          <pc:docMk/>
          <pc:sldMk cId="409403975" sldId="2147480815"/>
        </pc:sldMkLst>
        <pc:spChg chg="mod">
          <ac:chgData name="Si Jing Goh" userId="fe228f63-d733-4912-9848-3eb5c05e5c90" providerId="ADAL" clId="{D3CB8232-7DC5-4573-8DB2-EB195F94AE5A}" dt="2025-11-06T07:15:06.632" v="5387" actId="20577"/>
          <ac:spMkLst>
            <pc:docMk/>
            <pc:sldMk cId="409403975" sldId="2147480815"/>
            <ac:spMk id="3" creationId="{102BCBFF-FE37-E61F-E911-EE64A1B0C685}"/>
          </ac:spMkLst>
        </pc:spChg>
        <pc:spChg chg="mod">
          <ac:chgData name="Si Jing Goh" userId="fe228f63-d733-4912-9848-3eb5c05e5c90" providerId="ADAL" clId="{D3CB8232-7DC5-4573-8DB2-EB195F94AE5A}" dt="2025-11-06T07:39:59.762" v="6303" actId="20577"/>
          <ac:spMkLst>
            <pc:docMk/>
            <pc:sldMk cId="409403975" sldId="2147480815"/>
            <ac:spMk id="4" creationId="{2C5A305C-1294-52F2-2582-5C65C495DB5A}"/>
          </ac:spMkLst>
        </pc:spChg>
        <pc:spChg chg="mod">
          <ac:chgData name="Si Jing Goh" userId="fe228f63-d733-4912-9848-3eb5c05e5c90" providerId="ADAL" clId="{D3CB8232-7DC5-4573-8DB2-EB195F94AE5A}" dt="2025-11-06T07:15:18.605" v="5437" actId="20577"/>
          <ac:spMkLst>
            <pc:docMk/>
            <pc:sldMk cId="409403975" sldId="2147480815"/>
            <ac:spMk id="8" creationId="{00B64DD0-FF3F-7CD5-54FF-7FA64DA7EAF6}"/>
          </ac:spMkLst>
        </pc:spChg>
        <pc:spChg chg="mod">
          <ac:chgData name="Si Jing Goh" userId="fe228f63-d733-4912-9848-3eb5c05e5c90" providerId="ADAL" clId="{D3CB8232-7DC5-4573-8DB2-EB195F94AE5A}" dt="2025-11-06T07:15:34.818" v="5492" actId="20577"/>
          <ac:spMkLst>
            <pc:docMk/>
            <pc:sldMk cId="409403975" sldId="2147480815"/>
            <ac:spMk id="11" creationId="{495FC4AA-48F0-A05F-5EF3-23C14AE18B8C}"/>
          </ac:spMkLst>
        </pc:spChg>
        <pc:spChg chg="mod">
          <ac:chgData name="Si Jing Goh" userId="fe228f63-d733-4912-9848-3eb5c05e5c90" providerId="ADAL" clId="{D3CB8232-7DC5-4573-8DB2-EB195F94AE5A}" dt="2025-11-06T07:15:24.224" v="5464" actId="20577"/>
          <ac:spMkLst>
            <pc:docMk/>
            <pc:sldMk cId="409403975" sldId="2147480815"/>
            <ac:spMk id="17" creationId="{F7C3DB7A-8A55-712D-DC2B-35F7EFECF547}"/>
          </ac:spMkLst>
        </pc:spChg>
        <pc:spChg chg="mod">
          <ac:chgData name="Si Jing Goh" userId="fe228f63-d733-4912-9848-3eb5c05e5c90" providerId="ADAL" clId="{D3CB8232-7DC5-4573-8DB2-EB195F94AE5A}" dt="2025-11-06T07:15:29.795" v="5476" actId="20577"/>
          <ac:spMkLst>
            <pc:docMk/>
            <pc:sldMk cId="409403975" sldId="2147480815"/>
            <ac:spMk id="20" creationId="{C32CE58E-4E32-F704-7A6A-45E436A00A9A}"/>
          </ac:spMkLst>
        </pc:spChg>
        <pc:spChg chg="mod">
          <ac:chgData name="Si Jing Goh" userId="fe228f63-d733-4912-9848-3eb5c05e5c90" providerId="ADAL" clId="{D3CB8232-7DC5-4573-8DB2-EB195F94AE5A}" dt="2025-11-06T10:38:53.333" v="9157" actId="20577"/>
          <ac:spMkLst>
            <pc:docMk/>
            <pc:sldMk cId="409403975" sldId="2147480815"/>
            <ac:spMk id="23" creationId="{8ECC03EB-5590-ED8F-7359-FF5BC28BCAD5}"/>
          </ac:spMkLst>
        </pc:spChg>
        <pc:spChg chg="mod">
          <ac:chgData name="Si Jing Goh" userId="fe228f63-d733-4912-9848-3eb5c05e5c90" providerId="ADAL" clId="{D3CB8232-7DC5-4573-8DB2-EB195F94AE5A}" dt="2025-11-06T07:34:37.216" v="5935" actId="20577"/>
          <ac:spMkLst>
            <pc:docMk/>
            <pc:sldMk cId="409403975" sldId="2147480815"/>
            <ac:spMk id="26" creationId="{7D329F10-7635-6BE2-0E56-08D7DE78523B}"/>
          </ac:spMkLst>
        </pc:spChg>
        <pc:spChg chg="add mod">
          <ac:chgData name="Si Jing Goh" userId="fe228f63-d733-4912-9848-3eb5c05e5c90" providerId="ADAL" clId="{D3CB8232-7DC5-4573-8DB2-EB195F94AE5A}" dt="2025-11-06T10:30:50.099" v="9134" actId="20578"/>
          <ac:spMkLst>
            <pc:docMk/>
            <pc:sldMk cId="409403975" sldId="2147480815"/>
            <ac:spMk id="34" creationId="{1B42B128-EC1C-8EAD-4C99-66D4B3AB4295}"/>
          </ac:spMkLst>
        </pc:spChg>
        <pc:spChg chg="add mod">
          <ac:chgData name="Si Jing Goh" userId="fe228f63-d733-4912-9848-3eb5c05e5c90" providerId="ADAL" clId="{D3CB8232-7DC5-4573-8DB2-EB195F94AE5A}" dt="2025-11-06T08:03:22.718" v="6815" actId="14100"/>
          <ac:spMkLst>
            <pc:docMk/>
            <pc:sldMk cId="409403975" sldId="2147480815"/>
            <ac:spMk id="36" creationId="{C3C1706A-75F5-CC6F-1F62-AD4BB17A9A72}"/>
          </ac:spMkLst>
        </pc:spChg>
        <pc:spChg chg="add mod">
          <ac:chgData name="Si Jing Goh" userId="fe228f63-d733-4912-9848-3eb5c05e5c90" providerId="ADAL" clId="{D3CB8232-7DC5-4573-8DB2-EB195F94AE5A}" dt="2025-11-06T08:03:22.718" v="6815" actId="14100"/>
          <ac:spMkLst>
            <pc:docMk/>
            <pc:sldMk cId="409403975" sldId="2147480815"/>
            <ac:spMk id="38" creationId="{01886ABC-743B-BA14-3259-EABD8F191617}"/>
          </ac:spMkLst>
        </pc:spChg>
        <pc:spChg chg="add mod">
          <ac:chgData name="Si Jing Goh" userId="fe228f63-d733-4912-9848-3eb5c05e5c90" providerId="ADAL" clId="{D3CB8232-7DC5-4573-8DB2-EB195F94AE5A}" dt="2025-11-06T08:03:22.718" v="6815" actId="14100"/>
          <ac:spMkLst>
            <pc:docMk/>
            <pc:sldMk cId="409403975" sldId="2147480815"/>
            <ac:spMk id="40" creationId="{12E3BB37-9E47-77EC-5672-9F8E3B28A10E}"/>
          </ac:spMkLst>
        </pc:spChg>
        <pc:spChg chg="add mod">
          <ac:chgData name="Si Jing Goh" userId="fe228f63-d733-4912-9848-3eb5c05e5c90" providerId="ADAL" clId="{D3CB8232-7DC5-4573-8DB2-EB195F94AE5A}" dt="2025-11-06T08:03:39.632" v="6821" actId="554"/>
          <ac:spMkLst>
            <pc:docMk/>
            <pc:sldMk cId="409403975" sldId="2147480815"/>
            <ac:spMk id="42" creationId="{DFE58BAE-F342-6034-7A97-864C706178E8}"/>
          </ac:spMkLst>
        </pc:spChg>
        <pc:spChg chg="add mod">
          <ac:chgData name="Si Jing Goh" userId="fe228f63-d733-4912-9848-3eb5c05e5c90" providerId="ADAL" clId="{D3CB8232-7DC5-4573-8DB2-EB195F94AE5A}" dt="2025-11-06T08:04:22.849" v="6842" actId="14100"/>
          <ac:spMkLst>
            <pc:docMk/>
            <pc:sldMk cId="409403975" sldId="2147480815"/>
            <ac:spMk id="50" creationId="{D00F6C47-08D5-606F-C948-584C6BFB32DD}"/>
          </ac:spMkLst>
        </pc:spChg>
        <pc:spChg chg="add mod">
          <ac:chgData name="Si Jing Goh" userId="fe228f63-d733-4912-9848-3eb5c05e5c90" providerId="ADAL" clId="{D3CB8232-7DC5-4573-8DB2-EB195F94AE5A}" dt="2025-11-06T08:04:50.213" v="6848" actId="14100"/>
          <ac:spMkLst>
            <pc:docMk/>
            <pc:sldMk cId="409403975" sldId="2147480815"/>
            <ac:spMk id="61" creationId="{A58C8BD5-41E2-69CB-3D90-38CC765B5227}"/>
          </ac:spMkLst>
        </pc:spChg>
        <pc:spChg chg="add mod">
          <ac:chgData name="Si Jing Goh" userId="fe228f63-d733-4912-9848-3eb5c05e5c90" providerId="ADAL" clId="{D3CB8232-7DC5-4573-8DB2-EB195F94AE5A}" dt="2025-11-06T08:03:45.004" v="6825" actId="555"/>
          <ac:spMkLst>
            <pc:docMk/>
            <pc:sldMk cId="409403975" sldId="2147480815"/>
            <ac:spMk id="70" creationId="{14135BAB-13EC-EBFD-8D3F-1632946A7742}"/>
          </ac:spMkLst>
        </pc:spChg>
        <pc:spChg chg="add mod">
          <ac:chgData name="Si Jing Goh" userId="fe228f63-d733-4912-9848-3eb5c05e5c90" providerId="ADAL" clId="{D3CB8232-7DC5-4573-8DB2-EB195F94AE5A}" dt="2025-11-06T08:36:30.790" v="7207" actId="14100"/>
          <ac:spMkLst>
            <pc:docMk/>
            <pc:sldMk cId="409403975" sldId="2147480815"/>
            <ac:spMk id="116" creationId="{A848DF30-656E-136F-3674-3B0CBFF50159}"/>
          </ac:spMkLst>
        </pc:spChg>
        <pc:spChg chg="add mod">
          <ac:chgData name="Si Jing Goh" userId="fe228f63-d733-4912-9848-3eb5c05e5c90" providerId="ADAL" clId="{D3CB8232-7DC5-4573-8DB2-EB195F94AE5A}" dt="2025-11-06T08:13:56.729" v="7126" actId="1076"/>
          <ac:spMkLst>
            <pc:docMk/>
            <pc:sldMk cId="409403975" sldId="2147480815"/>
            <ac:spMk id="117" creationId="{3B8F249B-A6A6-17BA-2470-D43C06414DFB}"/>
          </ac:spMkLst>
        </pc:spChg>
        <pc:spChg chg="add mod">
          <ac:chgData name="Si Jing Goh" userId="fe228f63-d733-4912-9848-3eb5c05e5c90" providerId="ADAL" clId="{D3CB8232-7DC5-4573-8DB2-EB195F94AE5A}" dt="2025-11-06T10:31:51.191" v="9135" actId="14100"/>
          <ac:spMkLst>
            <pc:docMk/>
            <pc:sldMk cId="409403975" sldId="2147480815"/>
            <ac:spMk id="118" creationId="{E4FB7AE1-A711-8417-2F0B-5276C999EB1E}"/>
          </ac:spMkLst>
        </pc:spChg>
        <pc:spChg chg="add mod">
          <ac:chgData name="Si Jing Goh" userId="fe228f63-d733-4912-9848-3eb5c05e5c90" providerId="ADAL" clId="{D3CB8232-7DC5-4573-8DB2-EB195F94AE5A}" dt="2025-11-06T10:32:26.273" v="9142" actId="20577"/>
          <ac:spMkLst>
            <pc:docMk/>
            <pc:sldMk cId="409403975" sldId="2147480815"/>
            <ac:spMk id="119" creationId="{18B7A816-A077-EF82-EB9C-58F68087186C}"/>
          </ac:spMkLst>
        </pc:spChg>
        <pc:spChg chg="add mod">
          <ac:chgData name="Si Jing Goh" userId="fe228f63-d733-4912-9848-3eb5c05e5c90" providerId="ADAL" clId="{D3CB8232-7DC5-4573-8DB2-EB195F94AE5A}" dt="2025-11-06T08:21:24.055" v="7188" actId="20577"/>
          <ac:spMkLst>
            <pc:docMk/>
            <pc:sldMk cId="409403975" sldId="2147480815"/>
            <ac:spMk id="120" creationId="{682241B8-3594-6777-5F15-DD5812E27476}"/>
          </ac:spMkLst>
        </pc:spChg>
        <pc:grpChg chg="add mod">
          <ac:chgData name="Si Jing Goh" userId="fe228f63-d733-4912-9848-3eb5c05e5c90" providerId="ADAL" clId="{D3CB8232-7DC5-4573-8DB2-EB195F94AE5A}" dt="2025-11-06T07:36:44.415" v="6137" actId="12788"/>
          <ac:grpSpMkLst>
            <pc:docMk/>
            <pc:sldMk cId="409403975" sldId="2147480815"/>
            <ac:grpSpMk id="2" creationId="{59BAC829-7A28-2C93-78FC-FE464A4E7550}"/>
          </ac:grpSpMkLst>
        </pc:grpChg>
        <pc:grpChg chg="add mod">
          <ac:chgData name="Si Jing Goh" userId="fe228f63-d733-4912-9848-3eb5c05e5c90" providerId="ADAL" clId="{D3CB8232-7DC5-4573-8DB2-EB195F94AE5A}" dt="2025-11-06T07:36:34.506" v="6134" actId="408"/>
          <ac:grpSpMkLst>
            <pc:docMk/>
            <pc:sldMk cId="409403975" sldId="2147480815"/>
            <ac:grpSpMk id="6" creationId="{243C131D-2C4E-7BFF-AE9B-57B799EB5593}"/>
          </ac:grpSpMkLst>
        </pc:grpChg>
        <pc:grpChg chg="add del mod">
          <ac:chgData name="Si Jing Goh" userId="fe228f63-d733-4912-9848-3eb5c05e5c90" providerId="ADAL" clId="{D3CB8232-7DC5-4573-8DB2-EB195F94AE5A}" dt="2025-11-06T10:38:52.956" v="9156" actId="478"/>
          <ac:grpSpMkLst>
            <pc:docMk/>
            <pc:sldMk cId="409403975" sldId="2147480815"/>
            <ac:grpSpMk id="10" creationId="{605F45BE-C2AA-C0BA-A5A9-D27D007AF014}"/>
          </ac:grpSpMkLst>
        </pc:grpChg>
        <pc:grpChg chg="add mod">
          <ac:chgData name="Si Jing Goh" userId="fe228f63-d733-4912-9848-3eb5c05e5c90" providerId="ADAL" clId="{D3CB8232-7DC5-4573-8DB2-EB195F94AE5A}" dt="2025-11-06T07:36:34.506" v="6134" actId="408"/>
          <ac:grpSpMkLst>
            <pc:docMk/>
            <pc:sldMk cId="409403975" sldId="2147480815"/>
            <ac:grpSpMk id="16" creationId="{6509D53E-038B-4BF9-D912-6E4F69D8BC83}"/>
          </ac:grpSpMkLst>
        </pc:grpChg>
        <pc:grpChg chg="add mod">
          <ac:chgData name="Si Jing Goh" userId="fe228f63-d733-4912-9848-3eb5c05e5c90" providerId="ADAL" clId="{D3CB8232-7DC5-4573-8DB2-EB195F94AE5A}" dt="2025-11-06T07:36:34.506" v="6134" actId="408"/>
          <ac:grpSpMkLst>
            <pc:docMk/>
            <pc:sldMk cId="409403975" sldId="2147480815"/>
            <ac:grpSpMk id="19" creationId="{C171B4DB-A95D-9072-96D8-8E1A5D0E2AA8}"/>
          </ac:grpSpMkLst>
        </pc:grpChg>
        <pc:grpChg chg="add mod">
          <ac:chgData name="Si Jing Goh" userId="fe228f63-d733-4912-9848-3eb5c05e5c90" providerId="ADAL" clId="{D3CB8232-7DC5-4573-8DB2-EB195F94AE5A}" dt="2025-11-06T10:38:52.673" v="9155" actId="14100"/>
          <ac:grpSpMkLst>
            <pc:docMk/>
            <pc:sldMk cId="409403975" sldId="2147480815"/>
            <ac:grpSpMk id="22" creationId="{5AAFEDA8-9894-9FE6-351E-8879BF56737C}"/>
          </ac:grpSpMkLst>
        </pc:grpChg>
        <pc:grpChg chg="add mod">
          <ac:chgData name="Si Jing Goh" userId="fe228f63-d733-4912-9848-3eb5c05e5c90" providerId="ADAL" clId="{D3CB8232-7DC5-4573-8DB2-EB195F94AE5A}" dt="2025-11-06T07:36:47.669" v="6138" actId="12788"/>
          <ac:grpSpMkLst>
            <pc:docMk/>
            <pc:sldMk cId="409403975" sldId="2147480815"/>
            <ac:grpSpMk id="25" creationId="{E2F822C2-92A6-5526-0E3A-EBDC4AE71123}"/>
          </ac:grpSpMkLst>
        </pc:grpChg>
        <pc:graphicFrameChg chg="add mod ord modGraphic">
          <ac:chgData name="Si Jing Goh" userId="fe228f63-d733-4912-9848-3eb5c05e5c90" providerId="ADAL" clId="{D3CB8232-7DC5-4573-8DB2-EB195F94AE5A}" dt="2025-11-06T08:37:50.971" v="7223"/>
          <ac:graphicFrameMkLst>
            <pc:docMk/>
            <pc:sldMk cId="409403975" sldId="2147480815"/>
            <ac:graphicFrameMk id="53" creationId="{EF96B9C0-CF4B-1372-9519-DB1FEAF8F31D}"/>
          </ac:graphicFrameMkLst>
        </pc:graphicFrameChg>
        <pc:cxnChg chg="mod">
          <ac:chgData name="Si Jing Goh" userId="fe228f63-d733-4912-9848-3eb5c05e5c90" providerId="ADAL" clId="{D3CB8232-7DC5-4573-8DB2-EB195F94AE5A}" dt="2025-11-06T07:13:49.068" v="5290"/>
          <ac:cxnSpMkLst>
            <pc:docMk/>
            <pc:sldMk cId="409403975" sldId="2147480815"/>
            <ac:cxnSpMk id="5" creationId="{168A0B64-9C90-5535-AF15-B088B39DBDF9}"/>
          </ac:cxnSpMkLst>
        </pc:cxnChg>
        <pc:cxnChg chg="mod">
          <ac:chgData name="Si Jing Goh" userId="fe228f63-d733-4912-9848-3eb5c05e5c90" providerId="ADAL" clId="{D3CB8232-7DC5-4573-8DB2-EB195F94AE5A}" dt="2025-11-06T07:13:52.051" v="5292" actId="571"/>
          <ac:cxnSpMkLst>
            <pc:docMk/>
            <pc:sldMk cId="409403975" sldId="2147480815"/>
            <ac:cxnSpMk id="9" creationId="{B771C155-7590-13BF-EA7C-041738F873C4}"/>
          </ac:cxnSpMkLst>
        </pc:cxnChg>
        <pc:cxnChg chg="mod">
          <ac:chgData name="Si Jing Goh" userId="fe228f63-d733-4912-9848-3eb5c05e5c90" providerId="ADAL" clId="{D3CB8232-7DC5-4573-8DB2-EB195F94AE5A}" dt="2025-11-06T07:13:52.298" v="5293" actId="571"/>
          <ac:cxnSpMkLst>
            <pc:docMk/>
            <pc:sldMk cId="409403975" sldId="2147480815"/>
            <ac:cxnSpMk id="12" creationId="{679D3B87-81AA-F826-EA63-F8AACDE95D4B}"/>
          </ac:cxnSpMkLst>
        </pc:cxnChg>
        <pc:cxnChg chg="mod">
          <ac:chgData name="Si Jing Goh" userId="fe228f63-d733-4912-9848-3eb5c05e5c90" providerId="ADAL" clId="{D3CB8232-7DC5-4573-8DB2-EB195F94AE5A}" dt="2025-11-06T07:13:54.253" v="5295" actId="571"/>
          <ac:cxnSpMkLst>
            <pc:docMk/>
            <pc:sldMk cId="409403975" sldId="2147480815"/>
            <ac:cxnSpMk id="18" creationId="{16A39F84-0D54-AAF4-3923-41B946A6B2BB}"/>
          </ac:cxnSpMkLst>
        </pc:cxnChg>
        <pc:cxnChg chg="mod">
          <ac:chgData name="Si Jing Goh" userId="fe228f63-d733-4912-9848-3eb5c05e5c90" providerId="ADAL" clId="{D3CB8232-7DC5-4573-8DB2-EB195F94AE5A}" dt="2025-11-06T07:14:41.276" v="5355" actId="571"/>
          <ac:cxnSpMkLst>
            <pc:docMk/>
            <pc:sldMk cId="409403975" sldId="2147480815"/>
            <ac:cxnSpMk id="21" creationId="{EDE01B2C-12FB-F941-DAC0-20C714E42D63}"/>
          </ac:cxnSpMkLst>
        </pc:cxnChg>
        <pc:cxnChg chg="mod">
          <ac:chgData name="Si Jing Goh" userId="fe228f63-d733-4912-9848-3eb5c05e5c90" providerId="ADAL" clId="{D3CB8232-7DC5-4573-8DB2-EB195F94AE5A}" dt="2025-11-06T07:14:50.867" v="5359" actId="571"/>
          <ac:cxnSpMkLst>
            <pc:docMk/>
            <pc:sldMk cId="409403975" sldId="2147480815"/>
            <ac:cxnSpMk id="24" creationId="{D6D63B82-098F-5E81-51AF-591F6BF766E7}"/>
          </ac:cxnSpMkLst>
        </pc:cxnChg>
        <pc:cxnChg chg="mod">
          <ac:chgData name="Si Jing Goh" userId="fe228f63-d733-4912-9848-3eb5c05e5c90" providerId="ADAL" clId="{D3CB8232-7DC5-4573-8DB2-EB195F94AE5A}" dt="2025-11-06T07:15:50.709" v="5510" actId="571"/>
          <ac:cxnSpMkLst>
            <pc:docMk/>
            <pc:sldMk cId="409403975" sldId="2147480815"/>
            <ac:cxnSpMk id="27" creationId="{76F2A106-3EDB-4AA4-A266-3A47C725EC30}"/>
          </ac:cxnSpMkLst>
        </pc:cxnChg>
        <pc:cxnChg chg="add mod">
          <ac:chgData name="Si Jing Goh" userId="fe228f63-d733-4912-9848-3eb5c05e5c90" providerId="ADAL" clId="{D3CB8232-7DC5-4573-8DB2-EB195F94AE5A}" dt="2025-11-06T08:03:22.718" v="6815" actId="14100"/>
          <ac:cxnSpMkLst>
            <pc:docMk/>
            <pc:sldMk cId="409403975" sldId="2147480815"/>
            <ac:cxnSpMk id="55" creationId="{AD5222D6-86D8-BF9B-766D-C3D553B847DC}"/>
          </ac:cxnSpMkLst>
        </pc:cxnChg>
        <pc:cxnChg chg="add mod">
          <ac:chgData name="Si Jing Goh" userId="fe228f63-d733-4912-9848-3eb5c05e5c90" providerId="ADAL" clId="{D3CB8232-7DC5-4573-8DB2-EB195F94AE5A}" dt="2025-11-06T08:04:50.213" v="6848" actId="14100"/>
          <ac:cxnSpMkLst>
            <pc:docMk/>
            <pc:sldMk cId="409403975" sldId="2147480815"/>
            <ac:cxnSpMk id="63" creationId="{C8C73753-74BC-3838-5761-1C4B84E61BC0}"/>
          </ac:cxnSpMkLst>
        </pc:cxnChg>
        <pc:cxnChg chg="add mod">
          <ac:chgData name="Si Jing Goh" userId="fe228f63-d733-4912-9848-3eb5c05e5c90" providerId="ADAL" clId="{D3CB8232-7DC5-4573-8DB2-EB195F94AE5A}" dt="2025-11-06T08:04:35.536" v="6843" actId="14100"/>
          <ac:cxnSpMkLst>
            <pc:docMk/>
            <pc:sldMk cId="409403975" sldId="2147480815"/>
            <ac:cxnSpMk id="71" creationId="{09D7AD32-F409-B19E-C40F-707282D118C7}"/>
          </ac:cxnSpMkLst>
        </pc:cxnChg>
        <pc:cxnChg chg="add mod">
          <ac:chgData name="Si Jing Goh" userId="fe228f63-d733-4912-9848-3eb5c05e5c90" providerId="ADAL" clId="{D3CB8232-7DC5-4573-8DB2-EB195F94AE5A}" dt="2025-11-06T08:05:01.667" v="6853" actId="14100"/>
          <ac:cxnSpMkLst>
            <pc:docMk/>
            <pc:sldMk cId="409403975" sldId="2147480815"/>
            <ac:cxnSpMk id="76" creationId="{B358E9A1-A828-D3E4-8F03-E575062F8841}"/>
          </ac:cxnSpMkLst>
        </pc:cxnChg>
        <pc:cxnChg chg="add mod">
          <ac:chgData name="Si Jing Goh" userId="fe228f63-d733-4912-9848-3eb5c05e5c90" providerId="ADAL" clId="{D3CB8232-7DC5-4573-8DB2-EB195F94AE5A}" dt="2025-11-06T08:03:55.769" v="6829" actId="14100"/>
          <ac:cxnSpMkLst>
            <pc:docMk/>
            <pc:sldMk cId="409403975" sldId="2147480815"/>
            <ac:cxnSpMk id="90" creationId="{21A9C4CE-43EF-1E62-3C87-DC4D9366F72C}"/>
          </ac:cxnSpMkLst>
        </pc:cxnChg>
        <pc:cxnChg chg="add mod">
          <ac:chgData name="Si Jing Goh" userId="fe228f63-d733-4912-9848-3eb5c05e5c90" providerId="ADAL" clId="{D3CB8232-7DC5-4573-8DB2-EB195F94AE5A}" dt="2025-11-06T08:03:59.500" v="6832" actId="14100"/>
          <ac:cxnSpMkLst>
            <pc:docMk/>
            <pc:sldMk cId="409403975" sldId="2147480815"/>
            <ac:cxnSpMk id="93" creationId="{9847D1AD-1496-45BF-8DA7-AD2C0B1D574F}"/>
          </ac:cxnSpMkLst>
        </pc:cxnChg>
        <pc:cxnChg chg="add mod">
          <ac:chgData name="Si Jing Goh" userId="fe228f63-d733-4912-9848-3eb5c05e5c90" providerId="ADAL" clId="{D3CB8232-7DC5-4573-8DB2-EB195F94AE5A}" dt="2025-11-06T08:04:02.876" v="6835" actId="14100"/>
          <ac:cxnSpMkLst>
            <pc:docMk/>
            <pc:sldMk cId="409403975" sldId="2147480815"/>
            <ac:cxnSpMk id="96" creationId="{FAF3561E-0AC6-1D20-668E-3377AEE8CA14}"/>
          </ac:cxnSpMkLst>
        </pc:cxnChg>
        <pc:cxnChg chg="add mod">
          <ac:chgData name="Si Jing Goh" userId="fe228f63-d733-4912-9848-3eb5c05e5c90" providerId="ADAL" clId="{D3CB8232-7DC5-4573-8DB2-EB195F94AE5A}" dt="2025-11-06T08:04:10.303" v="6839" actId="14100"/>
          <ac:cxnSpMkLst>
            <pc:docMk/>
            <pc:sldMk cId="409403975" sldId="2147480815"/>
            <ac:cxnSpMk id="99" creationId="{8906C597-F5A6-30A0-707B-6B9D685608FA}"/>
          </ac:cxnSpMkLst>
        </pc:cxnChg>
        <pc:cxnChg chg="add mod">
          <ac:chgData name="Si Jing Goh" userId="fe228f63-d733-4912-9848-3eb5c05e5c90" providerId="ADAL" clId="{D3CB8232-7DC5-4573-8DB2-EB195F94AE5A}" dt="2025-11-06T08:04:56.176" v="6851" actId="14100"/>
          <ac:cxnSpMkLst>
            <pc:docMk/>
            <pc:sldMk cId="409403975" sldId="2147480815"/>
            <ac:cxnSpMk id="110" creationId="{283E0552-21AD-E56F-ACFD-38D1BC0A87FF}"/>
          </ac:cxnSpMkLst>
        </pc:cxnChg>
      </pc:sldChg>
      <pc:sldMasterChg chg="modTransition delSldLayout modSldLayout">
        <pc:chgData name="Si Jing Goh" userId="fe228f63-d733-4912-9848-3eb5c05e5c90" providerId="ADAL" clId="{D3CB8232-7DC5-4573-8DB2-EB195F94AE5A}" dt="2025-11-06T09:19:56.880" v="8438"/>
        <pc:sldMasterMkLst>
          <pc:docMk/>
          <pc:sldMasterMk cId="2448196570" sldId="2147484040"/>
        </pc:sldMasterMkLst>
        <pc:sldLayoutChg chg="modTransition">
          <pc:chgData name="Si Jing Goh" userId="fe228f63-d733-4912-9848-3eb5c05e5c90" providerId="ADAL" clId="{D3CB8232-7DC5-4573-8DB2-EB195F94AE5A}" dt="2025-11-06T09:19:56.880" v="8438"/>
          <pc:sldLayoutMkLst>
            <pc:docMk/>
            <pc:sldMasterMk cId="2448196570" sldId="2147484040"/>
            <pc:sldLayoutMk cId="4080282177" sldId="2147484041"/>
          </pc:sldLayoutMkLst>
        </pc:sldLayoutChg>
        <pc:sldLayoutChg chg="modTransition">
          <pc:chgData name="Si Jing Goh" userId="fe228f63-d733-4912-9848-3eb5c05e5c90" providerId="ADAL" clId="{D3CB8232-7DC5-4573-8DB2-EB195F94AE5A}" dt="2025-11-06T09:19:56.880" v="8438"/>
          <pc:sldLayoutMkLst>
            <pc:docMk/>
            <pc:sldMasterMk cId="2448196570" sldId="2147484040"/>
            <pc:sldLayoutMk cId="1270771737" sldId="2147484042"/>
          </pc:sldLayoutMkLst>
        </pc:sldLayoutChg>
        <pc:sldLayoutChg chg="modTransition">
          <pc:chgData name="Si Jing Goh" userId="fe228f63-d733-4912-9848-3eb5c05e5c90" providerId="ADAL" clId="{D3CB8232-7DC5-4573-8DB2-EB195F94AE5A}" dt="2025-11-06T09:19:56.880" v="8438"/>
          <pc:sldLayoutMkLst>
            <pc:docMk/>
            <pc:sldMasterMk cId="2448196570" sldId="2147484040"/>
            <pc:sldLayoutMk cId="3374050333" sldId="214748404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13420" cy="51798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69731" y="1"/>
            <a:ext cx="3113420" cy="51798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9A0B1-50B0-48D0-B1FD-F23FDD0E25FC}" type="datetimeFigureOut">
              <a:rPr kumimoji="1" lang="ja-JP" altLang="en-US" smtClean="0"/>
              <a:pPr/>
              <a:t>2025/12/10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76288"/>
            <a:ext cx="6907212" cy="3886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8483" y="4920825"/>
            <a:ext cx="5747850" cy="466183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839850"/>
            <a:ext cx="3113420" cy="51798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69731" y="9839850"/>
            <a:ext cx="3113420" cy="51798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64638-DA09-4F05-9D40-370968A2436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9353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64638-DA09-4F05-9D40-370968A24369}" type="slidenum">
              <a:rPr kumimoji="1" lang="ja-JP" altLang="en-US" smtClean="0"/>
              <a:pPr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3373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4988942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81" imgH="381" progId="TCLayout.ActiveDocument.1">
                  <p:embed/>
                </p:oleObj>
              </mc:Choice>
              <mc:Fallback>
                <p:oleObj name="think-cell スライド" r:id="rId3" imgW="381" imgH="381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線コネクタ 7"/>
          <p:cNvCxnSpPr>
            <a:cxnSpLocks/>
          </p:cNvCxnSpPr>
          <p:nvPr userDrawn="1"/>
        </p:nvCxnSpPr>
        <p:spPr>
          <a:xfrm>
            <a:off x="0" y="933847"/>
            <a:ext cx="12192000" cy="0"/>
          </a:xfrm>
          <a:prstGeom prst="line">
            <a:avLst/>
          </a:prstGeom>
          <a:ln w="57150">
            <a:solidFill>
              <a:srgbClr val="293F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/>
          <p:cNvCxnSpPr>
            <a:cxnSpLocks/>
          </p:cNvCxnSpPr>
          <p:nvPr userDrawn="1"/>
        </p:nvCxnSpPr>
        <p:spPr>
          <a:xfrm>
            <a:off x="5" y="1005855"/>
            <a:ext cx="12191995" cy="0"/>
          </a:xfrm>
          <a:prstGeom prst="line">
            <a:avLst/>
          </a:prstGeom>
          <a:ln w="28575">
            <a:solidFill>
              <a:srgbClr val="293F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/>
          <p:cNvCxnSpPr/>
          <p:nvPr userDrawn="1"/>
        </p:nvCxnSpPr>
        <p:spPr>
          <a:xfrm>
            <a:off x="0" y="6620212"/>
            <a:ext cx="12192000" cy="0"/>
          </a:xfrm>
          <a:prstGeom prst="line">
            <a:avLst/>
          </a:prstGeom>
          <a:ln w="28575">
            <a:solidFill>
              <a:srgbClr val="293F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3673" y="44624"/>
            <a:ext cx="11508811" cy="8318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45713" rIns="0" bIns="45713" numCol="1" anchor="b" anchorCtr="0" compatLnSpc="1">
            <a:prstTxWarp prst="textNoShape">
              <a:avLst/>
            </a:prstTxWarp>
            <a:noAutofit/>
          </a:bodyPr>
          <a:lstStyle>
            <a:lvl1pPr algn="l">
              <a:defRPr sz="2400"/>
            </a:lvl1pPr>
          </a:lstStyle>
          <a:p>
            <a:pPr lvl="0"/>
            <a:endParaRPr lang="en-US" altLang="ja-JP"/>
          </a:p>
        </p:txBody>
      </p:sp>
      <p:sp>
        <p:nvSpPr>
          <p:cNvPr id="4" name="フッター プレースホルダ 3">
            <a:extLst>
              <a:ext uri="{FF2B5EF4-FFF2-40B4-BE49-F238E27FC236}">
                <a16:creationId xmlns:a16="http://schemas.microsoft.com/office/drawing/2014/main" id="{010D2832-2D82-872D-8E42-53B810C40772}"/>
              </a:ext>
            </a:extLst>
          </p:cNvPr>
          <p:cNvSpPr txBox="1">
            <a:spLocks/>
          </p:cNvSpPr>
          <p:nvPr userDrawn="1"/>
        </p:nvSpPr>
        <p:spPr>
          <a:xfrm>
            <a:off x="3755740" y="6643072"/>
            <a:ext cx="468052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kern="0" cap="none" spc="0" normalizeH="0" baseline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 altLang="ja-JP" sz="800" noProof="0">
                <a:latin typeface="+mn-lt"/>
              </a:rPr>
              <a:t>(C) YCP 2025</a:t>
            </a:r>
            <a:r>
              <a:rPr lang="ja-JP" altLang="en-US" sz="800" noProof="0">
                <a:latin typeface="+mn-lt"/>
              </a:rPr>
              <a:t> </a:t>
            </a:r>
            <a:r>
              <a:rPr lang="en-US" altLang="ja-JP" sz="800" noProof="0">
                <a:latin typeface="+mn-lt"/>
              </a:rPr>
              <a:t>all rights reserved</a:t>
            </a:r>
          </a:p>
        </p:txBody>
      </p:sp>
      <p:pic>
        <p:nvPicPr>
          <p:cNvPr id="11" name="図 10" descr="アイコン&#10;&#10;自動的に生成された説明">
            <a:extLst>
              <a:ext uri="{FF2B5EF4-FFF2-40B4-BE49-F238E27FC236}">
                <a16:creationId xmlns:a16="http://schemas.microsoft.com/office/drawing/2014/main" id="{ED842741-939E-3987-A378-45FC01452A1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673" y="6674018"/>
            <a:ext cx="432000" cy="15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28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YCP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ray, night sky&#10;&#10;Description automatically generated">
            <a:extLst>
              <a:ext uri="{FF2B5EF4-FFF2-40B4-BE49-F238E27FC236}">
                <a16:creationId xmlns:a16="http://schemas.microsoft.com/office/drawing/2014/main" id="{67B51B18-0834-874D-83AA-CD7DAE77FA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0DD4923E-C7A8-4CBA-A7CE-99D6C14A64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7783" y="2730675"/>
            <a:ext cx="7491659" cy="1384125"/>
          </a:xfrm>
        </p:spPr>
        <p:txBody>
          <a:bodyPr lIns="0" rIns="0" anchor="ctr" anchorCtr="0">
            <a:noAutofit/>
          </a:bodyPr>
          <a:lstStyle>
            <a:lvl1pPr marL="0" indent="0">
              <a:buNone/>
              <a:defRPr kumimoji="1" lang="ja-JP" altLang="en-US" sz="440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en-US" altLang="ja-JP"/>
              <a:t>Divider Title</a:t>
            </a:r>
            <a:endParaRPr kumimoji="1" lang="ja-JP" altLang="en-US"/>
          </a:p>
        </p:txBody>
      </p:sp>
      <p:pic>
        <p:nvPicPr>
          <p:cNvPr id="7" name="Picture 6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E282FD82-19EC-BDE8-644B-DC0E16D186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103" y="534711"/>
            <a:ext cx="2228145" cy="79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771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540988994"/>
              </p:ext>
            </p:ext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スライド番号プレースホルダー 5"/>
          <p:cNvSpPr txBox="1">
            <a:spLocks/>
          </p:cNvSpPr>
          <p:nvPr userDrawn="1"/>
        </p:nvSpPr>
        <p:spPr>
          <a:xfrm>
            <a:off x="9347446" y="6662180"/>
            <a:ext cx="2844554" cy="18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400" rtl="0" eaLnBrk="1" latinLnBrk="0" hangingPunct="1"/>
            <a:fld id="{1B6CB131-81F5-444E-A2E5-043B608EAE32}" type="slidenum">
              <a:rPr kumimoji="1" lang="ja-JP" altLang="en-US" sz="1000" kern="120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algn="r" defTabSz="914400" rtl="0" eaLnBrk="1" latinLnBrk="0" hangingPunct="1"/>
              <a:t>‹#›</a:t>
            </a:fld>
            <a:endParaRPr kumimoji="1" lang="ja-JP" altLang="en-US" sz="1000" kern="1200">
              <a:solidFill>
                <a:schemeClr val="tx1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196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1" r:id="rId1"/>
    <p:sldLayoutId id="2147484042" r:id="rId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>
          <p15:clr>
            <a:srgbClr val="F26B43"/>
          </p15:clr>
        </p15:guide>
        <p15:guide id="2" pos="211">
          <p15:clr>
            <a:srgbClr val="F26B43"/>
          </p15:clr>
        </p15:guide>
        <p15:guide id="3" pos="7469">
          <p15:clr>
            <a:srgbClr val="F26B43"/>
          </p15:clr>
        </p15:guide>
        <p15:guide id="4" orient="horz" pos="3838">
          <p15:clr>
            <a:srgbClr val="F26B43"/>
          </p15:clr>
        </p15:guide>
        <p15:guide id="5" orient="horz" pos="3997">
          <p15:clr>
            <a:srgbClr val="F26B43"/>
          </p15:clr>
        </p15:guide>
        <p15:guide id="7" pos="3840">
          <p15:clr>
            <a:srgbClr val="F26B43"/>
          </p15:clr>
        </p15:guide>
        <p15:guide id="8" pos="3952">
          <p15:clr>
            <a:srgbClr val="F26B43"/>
          </p15:clr>
        </p15:guide>
        <p15:guide id="9" pos="372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A65B8-A5B2-E978-DF23-01145BFC5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2AD51D-05E5-0D42-DA45-47FE13775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Trading Comparable – Metal Building Materials Manufacturer in Asia excluding Japan</a:t>
            </a:r>
            <a:b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Considering financial data availability, profitability and business relevance, 26 companies are considered as peers</a:t>
            </a:r>
            <a:endParaRPr lang="en-MY" sz="16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1745F62-3B53-5711-1713-7632687CA0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429029"/>
              </p:ext>
            </p:extLst>
          </p:nvPr>
        </p:nvGraphicFramePr>
        <p:xfrm>
          <a:off x="343668" y="1341439"/>
          <a:ext cx="11513367" cy="4751387"/>
        </p:xfrm>
        <a:graphic>
          <a:graphicData uri="http://schemas.openxmlformats.org/drawingml/2006/table">
            <a:tbl>
              <a:tblPr/>
              <a:tblGrid>
                <a:gridCol w="2215648">
                  <a:extLst>
                    <a:ext uri="{9D8B030D-6E8A-4147-A177-3AD203B41FA5}">
                      <a16:colId xmlns:a16="http://schemas.microsoft.com/office/drawing/2014/main" val="3702341498"/>
                    </a:ext>
                  </a:extLst>
                </a:gridCol>
                <a:gridCol w="1196207">
                  <a:extLst>
                    <a:ext uri="{9D8B030D-6E8A-4147-A177-3AD203B41FA5}">
                      <a16:colId xmlns:a16="http://schemas.microsoft.com/office/drawing/2014/main" val="758364025"/>
                    </a:ext>
                  </a:extLst>
                </a:gridCol>
                <a:gridCol w="1012689">
                  <a:extLst>
                    <a:ext uri="{9D8B030D-6E8A-4147-A177-3AD203B41FA5}">
                      <a16:colId xmlns:a16="http://schemas.microsoft.com/office/drawing/2014/main" val="630819345"/>
                    </a:ext>
                  </a:extLst>
                </a:gridCol>
                <a:gridCol w="1012689">
                  <a:extLst>
                    <a:ext uri="{9D8B030D-6E8A-4147-A177-3AD203B41FA5}">
                      <a16:colId xmlns:a16="http://schemas.microsoft.com/office/drawing/2014/main" val="3866123212"/>
                    </a:ext>
                  </a:extLst>
                </a:gridCol>
                <a:gridCol w="1012689">
                  <a:extLst>
                    <a:ext uri="{9D8B030D-6E8A-4147-A177-3AD203B41FA5}">
                      <a16:colId xmlns:a16="http://schemas.microsoft.com/office/drawing/2014/main" val="1498226115"/>
                    </a:ext>
                  </a:extLst>
                </a:gridCol>
                <a:gridCol w="1012689">
                  <a:extLst>
                    <a:ext uri="{9D8B030D-6E8A-4147-A177-3AD203B41FA5}">
                      <a16:colId xmlns:a16="http://schemas.microsoft.com/office/drawing/2014/main" val="2343215798"/>
                    </a:ext>
                  </a:extLst>
                </a:gridCol>
                <a:gridCol w="1012689">
                  <a:extLst>
                    <a:ext uri="{9D8B030D-6E8A-4147-A177-3AD203B41FA5}">
                      <a16:colId xmlns:a16="http://schemas.microsoft.com/office/drawing/2014/main" val="3503621312"/>
                    </a:ext>
                  </a:extLst>
                </a:gridCol>
                <a:gridCol w="1012689">
                  <a:extLst>
                    <a:ext uri="{9D8B030D-6E8A-4147-A177-3AD203B41FA5}">
                      <a16:colId xmlns:a16="http://schemas.microsoft.com/office/drawing/2014/main" val="2794969271"/>
                    </a:ext>
                  </a:extLst>
                </a:gridCol>
                <a:gridCol w="1012689">
                  <a:extLst>
                    <a:ext uri="{9D8B030D-6E8A-4147-A177-3AD203B41FA5}">
                      <a16:colId xmlns:a16="http://schemas.microsoft.com/office/drawing/2014/main" val="3315166775"/>
                    </a:ext>
                  </a:extLst>
                </a:gridCol>
                <a:gridCol w="1012689">
                  <a:extLst>
                    <a:ext uri="{9D8B030D-6E8A-4147-A177-3AD203B41FA5}">
                      <a16:colId xmlns:a16="http://schemas.microsoft.com/office/drawing/2014/main" val="607781831"/>
                    </a:ext>
                  </a:extLst>
                </a:gridCol>
              </a:tblGrid>
              <a:tr h="157147"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</a:pPr>
                      <a:endParaRPr lang="en-US" sz="1200" b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</a:pPr>
                      <a:endParaRPr lang="en-US" sz="1200" b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Financial Information (USD M)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1AB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400" b="0">
                        <a:latin typeface="+mj-lt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Multiples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1AB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1AB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82235602"/>
                  </a:ext>
                </a:extLst>
              </a:tr>
              <a:tr h="164080">
                <a:tc>
                  <a:txBody>
                    <a:bodyPr/>
                    <a:lstStyle/>
                    <a:p>
                      <a:pPr lvl="0" algn="ctr">
                        <a:lnSpc>
                          <a:spcPct val="85000"/>
                        </a:lnSpc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Company Name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85000"/>
                        </a:lnSpc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Country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5000"/>
                        </a:lnSpc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Sales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5000"/>
                        </a:lnSpc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Market Cap</a:t>
                      </a:r>
                      <a:endParaRPr lang="vi-VN" sz="12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5000"/>
                        </a:lnSpc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EV</a:t>
                      </a:r>
                      <a:endParaRPr lang="vi-VN" sz="12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2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EBITDA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5000"/>
                        </a:lnSpc>
                      </a:pPr>
                      <a:r>
                        <a:rPr kumimoji="1" lang="en-US" sz="12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Net Margin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5000"/>
                        </a:lnSpc>
                      </a:pPr>
                      <a:r>
                        <a:rPr kumimoji="1" lang="en-US" sz="1200" b="0" i="0" u="none" strike="noStrike" kern="1200" cap="non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Arial"/>
                        </a:rPr>
                        <a:t>EV/ EBITDA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200" b="0" i="0" u="none" strike="noStrike" kern="1200" cap="non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Arial"/>
                        </a:rPr>
                        <a:t>PER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200" b="0" i="0" u="none" strike="noStrike" kern="1200" cap="non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Arial"/>
                        </a:rPr>
                        <a:t>PBR</a:t>
                      </a:r>
                    </a:p>
                  </a:txBody>
                  <a:tcPr marL="36576" marR="3657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721945"/>
                  </a:ext>
                </a:extLst>
              </a:tr>
              <a:tr h="164080"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1. </a:t>
                      </a:r>
                      <a:r>
                        <a:rPr lang="en-MY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Jangho</a:t>
                      </a: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Group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China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2,986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1,233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1,131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172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3.1%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6.5x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13.3x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1.2x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2042412"/>
                  </a:ext>
                </a:extLst>
              </a:tr>
              <a:tr h="164080"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2. </a:t>
                      </a:r>
                      <a:r>
                        <a:rPr lang="en-MY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Hangxiao</a:t>
                      </a: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Steel Structure 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China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1,088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895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1,642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97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1.7%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16.9x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47.0x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1.3x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52400141"/>
                  </a:ext>
                </a:extLst>
              </a:tr>
              <a:tr h="164080"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3. BRC Asia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Singapore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1,075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862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949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104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6.7%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9.2x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11.9x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2.4x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1971790"/>
                  </a:ext>
                </a:extLst>
              </a:tr>
              <a:tr h="164080"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4. Guangdong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KinLong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China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835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1,128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1,067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31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1.2%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34.0x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109.0x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1.4x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1546097"/>
                  </a:ext>
                </a:extLst>
              </a:tr>
              <a:tr h="164080"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5. Sheng Yu Steel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Taiwan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453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234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67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24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3.0%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2.6x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15.5x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0.7x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6019124"/>
                  </a:ext>
                </a:extLst>
              </a:tr>
              <a:tr h="164080"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6. Center International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China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457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1,136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1,111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24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2.9%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45.3x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84.3x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2.9x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3220830"/>
                  </a:ext>
                </a:extLst>
              </a:tr>
              <a:tr h="164080"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7. Century Iron And Steel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Taiwan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442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1,301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1,751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139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10.3%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11.4x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25.9x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3.5x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7540328"/>
                  </a:ext>
                </a:extLst>
              </a:tr>
              <a:tr h="164080"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8. Wei Chih Steel Industrial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Taiwan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289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178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276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18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1.5%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13.6x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36.5x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1.1x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5223481"/>
                  </a:ext>
                </a:extLst>
              </a:tr>
              <a:tr h="164080"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9. </a:t>
                      </a:r>
                      <a:r>
                        <a:rPr lang="en-MY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Sammok</a:t>
                      </a: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S-Form 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South Korea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258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207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30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104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9.8%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0.3x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8.0x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0.4x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7839912"/>
                  </a:ext>
                </a:extLst>
              </a:tr>
              <a:tr h="164080"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10. BMW Ventures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India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243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67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115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1.6%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11.4x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17.4x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2.7x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3376220"/>
                  </a:ext>
                </a:extLst>
              </a:tr>
              <a:tr h="164080"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11. LB Aluminium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Malaysia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242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48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91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28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3.7%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3.1x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5.2x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0.5x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0866612"/>
                  </a:ext>
                </a:extLst>
              </a:tr>
              <a:tr h="164080"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12. 2S Metal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Thailand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214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42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39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1.1%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7.8x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17.3x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0.7x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7085961"/>
                  </a:ext>
                </a:extLst>
              </a:tr>
              <a:tr h="164080"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13. Siam Steel Service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Thailand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147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41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34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4.7%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3.1x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5.7x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0.4x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591853"/>
                  </a:ext>
                </a:extLst>
              </a:tr>
              <a:tr h="164080"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14. KKB Engineering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Malaysia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108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85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57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5.2%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5.5x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14.4x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0.9x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712479"/>
                  </a:ext>
                </a:extLst>
              </a:tr>
              <a:tr h="164080"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15. </a:t>
                      </a:r>
                      <a:r>
                        <a:rPr lang="en-MY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Jeil</a:t>
                      </a: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MY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Technos</a:t>
                      </a: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South Korea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108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40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10.2%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0.6x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3.5x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0.4x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9974993"/>
                  </a:ext>
                </a:extLst>
              </a:tr>
              <a:tr h="164080"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16. Nam Lee Pressed Metal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Singapore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150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102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105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25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10.6%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4.2x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6.4x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0.8x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0394593"/>
                  </a:ext>
                </a:extLst>
              </a:tr>
              <a:tr h="164080"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17. HG Metal Manufacturing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Singapore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110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75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5.1%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7.1x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16.0x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0.9x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82221"/>
                  </a:ext>
                </a:extLst>
              </a:tr>
              <a:tr h="164080"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18. </a:t>
                      </a:r>
                      <a:r>
                        <a:rPr lang="en-MY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Dukshinepc</a:t>
                      </a: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South Korea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83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44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65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1.5%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15.1x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35.7x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0.5x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8174885"/>
                  </a:ext>
                </a:extLst>
              </a:tr>
              <a:tr h="164080"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19. </a:t>
                      </a:r>
                      <a:r>
                        <a:rPr lang="en-MY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Nuriplan</a:t>
                      </a: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South Korea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83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26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59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2.9%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9.5x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10.4x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0.8x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1185768"/>
                  </a:ext>
                </a:extLst>
              </a:tr>
              <a:tr h="164080"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20. Union Steel Holdings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Singapore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80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58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89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9.0%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5.5x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7.8x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0.8x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8961842"/>
                  </a:ext>
                </a:extLst>
              </a:tr>
              <a:tr h="164080"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21. STP&amp;I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Thailand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79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201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314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2.1%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15.0x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115.8x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0.7x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04855342"/>
                  </a:ext>
                </a:extLst>
              </a:tr>
              <a:tr h="164080"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22. CKM Applied Materials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Taiwan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47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79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80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12.6%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8.8x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12.1x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1.7x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4822260"/>
                  </a:ext>
                </a:extLst>
              </a:tr>
              <a:tr h="164080"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23. Arrow Syndicate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Thailand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37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39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40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10.7%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6.0x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9.6x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1.0x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4756684"/>
                  </a:ext>
                </a:extLst>
              </a:tr>
              <a:tr h="164080"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24. Chih Lien Industrial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Taiwan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33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54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65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0.2%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26.8x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599.3x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1.4x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307135"/>
                  </a:ext>
                </a:extLst>
              </a:tr>
              <a:tr h="164080"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25. </a:t>
                      </a:r>
                      <a:r>
                        <a:rPr lang="en-MY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Cheryong</a:t>
                      </a: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Industrial 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South Korea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23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91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46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25.4%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7.7x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15.4x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1.5x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3080011"/>
                  </a:ext>
                </a:extLst>
              </a:tr>
              <a:tr h="164080"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26. Lysaght Galvanized Steel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Malaysia</a:t>
                      </a: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19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23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10.4%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1.0x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11.0x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0.6x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65287151"/>
                  </a:ext>
                </a:extLst>
              </a:tr>
              <a:tr h="164080"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endParaRPr lang="en-MY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85000"/>
                        </a:lnSpc>
                        <a:buNone/>
                      </a:pPr>
                      <a:endParaRPr lang="en-MY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endParaRPr lang="en-MY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endParaRPr lang="en-MY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endParaRPr lang="en-MY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endParaRPr lang="en-MY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5000"/>
                        </a:lnSpc>
                        <a:buNone/>
                      </a:pPr>
                      <a:r>
                        <a:rPr 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Median</a:t>
                      </a:r>
                      <a:endParaRPr lang="en-MY" sz="12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7.7x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14.9x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85000"/>
                        </a:lnSpc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0.9x</a:t>
                      </a:r>
                    </a:p>
                  </a:txBody>
                  <a:tcPr marL="36576" marR="3657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75973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257642A-FA7A-78A5-2B6F-445AFD2E3F97}"/>
              </a:ext>
            </a:extLst>
          </p:cNvPr>
          <p:cNvSpPr txBox="1"/>
          <p:nvPr/>
        </p:nvSpPr>
        <p:spPr>
          <a:xfrm>
            <a:off x="343670" y="6092825"/>
            <a:ext cx="11513368" cy="435722"/>
          </a:xfrm>
          <a:prstGeom prst="rect">
            <a:avLst/>
          </a:prstGeom>
          <a:noFill/>
        </p:spPr>
        <p:txBody>
          <a:bodyPr wrap="square" lIns="72000" tIns="0" rIns="0" bIns="0" rtlCol="0" anchor="ctr">
            <a:noAutofit/>
          </a:bodyPr>
          <a:lstStyle/>
          <a:p>
            <a:r>
              <a:rPr lang="en-US" sz="1000">
                <a:latin typeface="Segoe UI" panose="020B0502040204020203" pitchFamily="34" charset="0"/>
                <a:cs typeface="Segoe UI" panose="020B0502040204020203" pitchFamily="34" charset="0"/>
              </a:rPr>
              <a:t>Note: EV (Enterprise Value)</a:t>
            </a:r>
            <a:br>
              <a:rPr lang="en-US" sz="10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000">
                <a:latin typeface="Segoe UI" panose="020B0502040204020203" pitchFamily="34" charset="0"/>
                <a:cs typeface="Segoe UI" panose="020B0502040204020203" pitchFamily="34" charset="0"/>
              </a:rPr>
              <a:t>Data as of 31 October 2025</a:t>
            </a:r>
          </a:p>
          <a:p>
            <a:r>
              <a:rPr lang="en-US" sz="1000">
                <a:latin typeface="Segoe UI" panose="020B0502040204020203" pitchFamily="34" charset="0"/>
                <a:cs typeface="Segoe UI" panose="020B0502040204020203" pitchFamily="34" charset="0"/>
              </a:rPr>
              <a:t>Source: </a:t>
            </a:r>
            <a:r>
              <a:rPr lang="en-US" sz="1000" err="1">
                <a:latin typeface="Segoe UI" panose="020B0502040204020203" pitchFamily="34" charset="0"/>
                <a:cs typeface="Segoe UI" panose="020B0502040204020203" pitchFamily="34" charset="0"/>
              </a:rPr>
              <a:t>Speeda</a:t>
            </a:r>
            <a:endParaRPr lang="en-US" sz="1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239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#10;&lt;root reqver=&quot;21047&quot;&gt;&lt;version val=&quot;23043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/m_precDefaultPercent&gt;&lt;m_precDefaultDate&gt;&lt;m_bNumberIsYear val=&quot;0&quot;/&gt;&lt;m_strFormatTime&gt;%Y/%m/%d&lt;/m_strFormatTime&gt;&lt;/m_precDefaultDate&gt;&lt;m_precDefaultYear&gt;&lt;m_bNumberIsYear val=&quot;0&quot;/&gt;&lt;/m_precDefaultYear&gt;&lt;m_precDefaultQuarter&gt;&lt;m_bNumberIsYear val=&quot;0&quot;/&gt;&lt;/m_precDefaultQuarter&gt;&lt;m_precDefaultMonth&gt;&lt;m_bNumberIsYear val=&quot;0&quot;/&gt;&lt;/m_precDefaultMonth&gt;&lt;m_precDefaultWeek&gt;&lt;m_bNumberIsYear val=&quot;0&quot;/&gt;&lt;/m_precDefaultWeek&gt;&lt;m_precDefaultDay&gt;&lt;m_bNumberIsYear val=&quot;0&quot;/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blank">
  <a:themeElements>
    <a:clrScheme name="Latest YCP">
      <a:dk1>
        <a:sysClr val="windowText" lastClr="000000"/>
      </a:dk1>
      <a:lt1>
        <a:sysClr val="window" lastClr="FFFFFF"/>
      </a:lt1>
      <a:dk2>
        <a:srgbClr val="1F497D"/>
      </a:dk2>
      <a:lt2>
        <a:srgbClr val="1F497D"/>
      </a:lt2>
      <a:accent1>
        <a:srgbClr val="007FFF"/>
      </a:accent1>
      <a:accent2>
        <a:srgbClr val="EDFDFF"/>
      </a:accent2>
      <a:accent3>
        <a:srgbClr val="011AB7"/>
      </a:accent3>
      <a:accent4>
        <a:srgbClr val="1524A9"/>
      </a:accent4>
      <a:accent5>
        <a:srgbClr val="001C44"/>
      </a:accent5>
      <a:accent6>
        <a:srgbClr val="E46C0A"/>
      </a:accent6>
      <a:hlink>
        <a:srgbClr val="000000"/>
      </a:hlink>
      <a:folHlink>
        <a:srgbClr val="800080"/>
      </a:folHlink>
    </a:clrScheme>
    <a:fontScheme name="Custom 9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9525">
          <a:solidFill>
            <a:schemeClr val="bg1">
              <a:lumMod val="50000"/>
            </a:schemeClr>
          </a:solidFill>
        </a:ln>
      </a:spPr>
      <a:bodyPr rtlCol="0" anchor="ctr"/>
      <a:lstStyle>
        <a:defPPr algn="ctr">
          <a:defRPr kumimoji="1" sz="1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50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egoe UI 16_9_New.potx" id="{51A49EC7-A4C4-4EE6-A5A2-C23D8A717E51}" vid="{7BB9DF44-BC85-480F-9DC3-DA4F28C33107}"/>
    </a:ext>
  </a:extLst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59E499ED61974EA0FDB149289063FF" ma:contentTypeVersion="22" ma:contentTypeDescription="Create a new document." ma:contentTypeScope="" ma:versionID="db489647cd9738679d2736d3f574f22e">
  <xsd:schema xmlns:xsd="http://www.w3.org/2001/XMLSchema" xmlns:xs="http://www.w3.org/2001/XMLSchema" xmlns:p="http://schemas.microsoft.com/office/2006/metadata/properties" xmlns:ns1="http://schemas.microsoft.com/sharepoint/v3" xmlns:ns2="7c0c93e5-0f60-44c2-8bfe-46b062f919b9" xmlns:ns3="6d05e410-26c2-4920-965c-4436f1716494" xmlns:ns4="http://schemas.microsoft.com/sharepoint/v3/fields" targetNamespace="http://schemas.microsoft.com/office/2006/metadata/properties" ma:root="true" ma:fieldsID="5ef4e72242ce0be2dde1f60f01bf2e9a" ns1:_="" ns2:_="" ns3:_="" ns4:_="">
    <xsd:import namespace="http://schemas.microsoft.com/sharepoint/v3"/>
    <xsd:import namespace="7c0c93e5-0f60-44c2-8bfe-46b062f919b9"/>
    <xsd:import namespace="6d05e410-26c2-4920-965c-4436f1716494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SearchProperties" minOccurs="0"/>
                <xsd:element ref="ns3:MediaServiceBillingMetadata" minOccurs="0"/>
                <xsd:element ref="ns4:_Status" minOccurs="0"/>
                <xsd:element ref="ns1:StartDate" minOccurs="0"/>
                <xsd:element ref="ns4:_EndDate" minOccurs="0"/>
                <xsd:element ref="ns2:HUB_x0020_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tartDate" ma:index="25" nillable="true" ma:displayName="Start Date" ma:default="[today]" ma:format="DateOnly" ma:internalName="StartDat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0c93e5-0f60-44c2-8bfe-46b062f919b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a0abcf5c-c5e1-4aeb-b6df-96b4f25dc411}" ma:internalName="TaxCatchAll" ma:showField="CatchAllData" ma:web="7c0c93e5-0f60-44c2-8bfe-46b062f919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HUB_x0020_ID" ma:index="27" nillable="true" ma:displayName="HUB ID" ma:description="ID of the project on HUB" ma:internalName="HUB_x0020_ID">
      <xsd:simpleType>
        <xsd:restriction base="dms:Text">
          <xsd:maxLength value="10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05e410-26c2-4920-965c-4436f17164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4bf82ba-5fec-44e3-83b1-94ccd1639a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24" nillable="true" ma:displayName="Status" ma:default="In Progress" ma:format="Dropdown" ma:internalName="_Status">
      <xsd:simpleType>
        <xsd:restriction base="dms:Choice">
          <xsd:enumeration value="In Progress"/>
          <xsd:enumeration value="Completed"/>
          <xsd:enumeration value="To be Archived"/>
          <xsd:enumeration value="Archived"/>
        </xsd:restriction>
      </xsd:simpleType>
    </xsd:element>
    <xsd:element name="_EndDate" ma:index="26" nillable="true" ma:displayName="End Date" ma:default="[today]" ma:format="DateTime" ma:internalName="_EndDat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05e410-26c2-4920-965c-4436f1716494">
      <Terms xmlns="http://schemas.microsoft.com/office/infopath/2007/PartnerControls"/>
    </lcf76f155ced4ddcb4097134ff3c332f>
    <TaxCatchAll xmlns="7c0c93e5-0f60-44c2-8bfe-46b062f919b9" xsi:nil="true"/>
    <_Status xmlns="http://schemas.microsoft.com/sharepoint/v3/fields">In Progress</_Status>
    <_EndDate xmlns="http://schemas.microsoft.com/sharepoint/v3/fields">2025-10-21T01:14:09+00:00</_EndDate>
    <StartDate xmlns="http://schemas.microsoft.com/sharepoint/v3">2025-10-21T01:14:09+00:00</StartDate>
    <HUB_x0020_ID xmlns="7c0c93e5-0f60-44c2-8bfe-46b062f919b9" xsi:nil="true"/>
  </documentManagement>
</p:properties>
</file>

<file path=customXml/itemProps1.xml><?xml version="1.0" encoding="utf-8"?>
<ds:datastoreItem xmlns:ds="http://schemas.openxmlformats.org/officeDocument/2006/customXml" ds:itemID="{6D0E8A3A-62E0-4137-A80F-7F7A0416FA7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C6C212-D649-46BE-B6F3-2614E06213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c0c93e5-0f60-44c2-8bfe-46b062f919b9"/>
    <ds:schemaRef ds:uri="6d05e410-26c2-4920-965c-4436f1716494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2EF307-9A1A-4E65-93C4-875F4C162A12}">
  <ds:schemaRefs>
    <ds:schemaRef ds:uri="6d05e410-26c2-4920-965c-4436f1716494"/>
    <ds:schemaRef ds:uri="http://purl.org/dc/elements/1.1/"/>
    <ds:schemaRef ds:uri="http://purl.org/dc/dcmitype/"/>
    <ds:schemaRef ds:uri="http://schemas.microsoft.com/sharepoint/v3"/>
    <ds:schemaRef ds:uri="http://schemas.microsoft.com/office/infopath/2007/PartnerControls"/>
    <ds:schemaRef ds:uri="http://schemas.microsoft.com/office/2006/documentManagement/types"/>
    <ds:schemaRef ds:uri="7c0c93e5-0f60-44c2-8bfe-46b062f919b9"/>
    <ds:schemaRef ds:uri="http://schemas.openxmlformats.org/package/2006/metadata/core-properties"/>
    <ds:schemaRef ds:uri="http://schemas.microsoft.com/office/2006/metadata/properties"/>
    <ds:schemaRef ds:uri="http://schemas.microsoft.com/sharepoint/v3/fields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7a42b45d-82f5-4513-ade9-9f40fc9a1324}" enabled="0" method="" siteId="{7a42b45d-82f5-4513-ade9-9f40fc9a132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1378</TotalTime>
  <Words>454</Words>
  <Application>Microsoft Office PowerPoint</Application>
  <PresentationFormat>Widescreen</PresentationFormat>
  <Paragraphs>280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Calibri</vt:lpstr>
      <vt:lpstr>Arial</vt:lpstr>
      <vt:lpstr>Segoe UI</vt:lpstr>
      <vt:lpstr>1_blank</vt:lpstr>
      <vt:lpstr>think-cell Slide</vt:lpstr>
      <vt:lpstr>think-cell スライド</vt:lpstr>
      <vt:lpstr>Trading Comparable – Metal Building Materials Manufacturer in Asia excluding Japan Considering financial data availability, profitability and business relevance, 26 companies are considered as peers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Gary Murakami</dc:creator>
  <cp:lastModifiedBy>SI JING GOH</cp:lastModifiedBy>
  <cp:revision>3</cp:revision>
  <cp:lastPrinted>2019-03-05T10:15:18Z</cp:lastPrinted>
  <dcterms:created xsi:type="dcterms:W3CDTF">2023-05-10T23:51:00Z</dcterms:created>
  <dcterms:modified xsi:type="dcterms:W3CDTF">2025-12-10T02:26:18Z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0x0101001659E499ED61974EA0FDB149289063FF</vt:lpwstr>
  </property>
</Properties>
</file>