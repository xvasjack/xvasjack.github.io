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80832" r:id="rId5"/>
  </p:sldIdLst>
  <p:sldSz cx="12192000" cy="6858000"/>
  <p:notesSz cx="7315200" cy="9601200"/>
  <p:custDataLst>
    <p:tags r:id="rId7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9A6B880-28BF-A121-9E5E-A95199ADB849}" name="Mickael Feige" initials="MF" userId="Mickael Feige" providerId="None"/>
  <p188:author id="{D42E1BEB-19C3-2EE0-706B-B3292742C0FA}" name="Anna Rellama" initials="AR" userId="Anna Rellama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227DFF"/>
    <a:srgbClr val="1524A9"/>
    <a:srgbClr val="011AB7"/>
    <a:srgbClr val="007FFF"/>
    <a:srgbClr val="000000"/>
    <a:srgbClr val="91BEFF"/>
    <a:srgbClr val="D3E5FF"/>
    <a:srgbClr val="FFFF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F04A2F-1CD9-4D21-AA38-7186CFCBB9F2}" v="4698" dt="2025-12-09T14:32:38.755"/>
    <p1510:client id="{2D0B6A60-7A31-4372-9C26-E8E25BEFF45F}" v="1116" dt="2025-12-08T15:57:17.713"/>
    <p1510:client id="{3EC54C71-D17E-403A-B0F7-73A953CBEDE4}" v="3923" dt="2025-12-09T11:52:52.717"/>
    <p1510:client id="{7105B00C-95F2-AC1E-5FAC-0A66967839A1}" v="110" dt="2025-12-09T03:13:30.8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 showGuides="1">
      <p:cViewPr varScale="1">
        <p:scale>
          <a:sx n="92" d="100"/>
          <a:sy n="92" d="100"/>
        </p:scale>
        <p:origin x="23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tik Mewada" userId="S::naitik.m@ycp.com::e70828b3-c1e7-4a84-88ce-319477296960" providerId="AD" clId="Web-{7105B00C-95F2-AC1E-5FAC-0A66967839A1}"/>
    <pc:docChg chg="modSld">
      <pc:chgData name="Naitik Mewada" userId="S::naitik.m@ycp.com::e70828b3-c1e7-4a84-88ce-319477296960" providerId="AD" clId="Web-{7105B00C-95F2-AC1E-5FAC-0A66967839A1}" dt="2025-12-09T03:13:29.446" v="9"/>
      <pc:docMkLst>
        <pc:docMk/>
      </pc:docMkLst>
      <pc:sldChg chg="delSp modSp">
        <pc:chgData name="Naitik Mewada" userId="S::naitik.m@ycp.com::e70828b3-c1e7-4a84-88ce-319477296960" providerId="AD" clId="Web-{7105B00C-95F2-AC1E-5FAC-0A66967839A1}" dt="2025-12-09T03:13:29.446" v="9"/>
        <pc:sldMkLst>
          <pc:docMk/>
          <pc:sldMk cId="2306007515" sldId="2147480759"/>
        </pc:sldMkLst>
        <pc:spChg chg="mod">
          <ac:chgData name="Naitik Mewada" userId="S::naitik.m@ycp.com::e70828b3-c1e7-4a84-88ce-319477296960" providerId="AD" clId="Web-{7105B00C-95F2-AC1E-5FAC-0A66967839A1}" dt="2025-12-09T03:10:51.024" v="1" actId="1076"/>
          <ac:spMkLst>
            <pc:docMk/>
            <pc:sldMk cId="2306007515" sldId="2147480759"/>
            <ac:spMk id="3" creationId="{A3994261-E65E-A9EA-EF4B-CEDF404BB50D}"/>
          </ac:spMkLst>
        </pc:spChg>
        <pc:spChg chg="mod">
          <ac:chgData name="Naitik Mewada" userId="S::naitik.m@ycp.com::e70828b3-c1e7-4a84-88ce-319477296960" providerId="AD" clId="Web-{7105B00C-95F2-AC1E-5FAC-0A66967839A1}" dt="2025-12-09T03:12:22.384" v="3" actId="1076"/>
          <ac:spMkLst>
            <pc:docMk/>
            <pc:sldMk cId="2306007515" sldId="2147480759"/>
            <ac:spMk id="9" creationId="{67F13615-33E4-E22E-6CB4-842096ADF0B1}"/>
          </ac:spMkLst>
        </pc:spChg>
        <pc:spChg chg="del">
          <ac:chgData name="Naitik Mewada" userId="S::naitik.m@ycp.com::e70828b3-c1e7-4a84-88ce-319477296960" providerId="AD" clId="Web-{7105B00C-95F2-AC1E-5FAC-0A66967839A1}" dt="2025-12-09T03:10:18.602" v="0"/>
          <ac:spMkLst>
            <pc:docMk/>
            <pc:sldMk cId="2306007515" sldId="2147480759"/>
            <ac:spMk id="10" creationId="{43533080-4489-52B8-B128-6AD08EF83DAB}"/>
          </ac:spMkLst>
        </pc:spChg>
        <pc:spChg chg="mod">
          <ac:chgData name="Naitik Mewada" userId="S::naitik.m@ycp.com::e70828b3-c1e7-4a84-88ce-319477296960" providerId="AD" clId="Web-{7105B00C-95F2-AC1E-5FAC-0A66967839A1}" dt="2025-12-09T03:10:58.180" v="2" actId="1076"/>
          <ac:spMkLst>
            <pc:docMk/>
            <pc:sldMk cId="2306007515" sldId="2147480759"/>
            <ac:spMk id="11" creationId="{372A5A8B-3B3F-2F92-8938-B42B09D4A1C3}"/>
          </ac:spMkLst>
        </pc:spChg>
        <pc:graphicFrameChg chg="mod modGraphic">
          <ac:chgData name="Naitik Mewada" userId="S::naitik.m@ycp.com::e70828b3-c1e7-4a84-88ce-319477296960" providerId="AD" clId="Web-{7105B00C-95F2-AC1E-5FAC-0A66967839A1}" dt="2025-12-09T03:13:29.446" v="9"/>
          <ac:graphicFrameMkLst>
            <pc:docMk/>
            <pc:sldMk cId="2306007515" sldId="2147480759"/>
            <ac:graphicFrameMk id="8" creationId="{CA207534-8705-3D46-2298-C9C7AED7EFAC}"/>
          </ac:graphicFrameMkLst>
        </pc:graphicFrameChg>
      </pc:sldChg>
    </pc:docChg>
  </pc:docChgLst>
  <pc:docChgLst>
    <pc:chgData name="Gary Murakami" userId="d419d4ba-09b1-43c4-8d75-fbde53fd6fe7" providerId="ADAL" clId="{2D0B6A60-7A31-4372-9C26-E8E25BEFF45F}"/>
    <pc:docChg chg="undo custSel delSld modSld">
      <pc:chgData name="Gary Murakami" userId="d419d4ba-09b1-43c4-8d75-fbde53fd6fe7" providerId="ADAL" clId="{2D0B6A60-7A31-4372-9C26-E8E25BEFF45F}" dt="2025-12-09T16:17:56.858" v="1118" actId="20577"/>
      <pc:docMkLst>
        <pc:docMk/>
      </pc:docMkLst>
      <pc:sldChg chg="addSp modSp mod">
        <pc:chgData name="Gary Murakami" userId="d419d4ba-09b1-43c4-8d75-fbde53fd6fe7" providerId="ADAL" clId="{2D0B6A60-7A31-4372-9C26-E8E25BEFF45F}" dt="2025-12-08T15:52:23.425" v="182" actId="20577"/>
        <pc:sldMkLst>
          <pc:docMk/>
          <pc:sldMk cId="2331318179" sldId="262"/>
        </pc:sldMkLst>
        <pc:spChg chg="add mod">
          <ac:chgData name="Gary Murakami" userId="d419d4ba-09b1-43c4-8d75-fbde53fd6fe7" providerId="ADAL" clId="{2D0B6A60-7A31-4372-9C26-E8E25BEFF45F}" dt="2025-12-08T15:52:23.425" v="182" actId="20577"/>
          <ac:spMkLst>
            <pc:docMk/>
            <pc:sldMk cId="2331318179" sldId="262"/>
            <ac:spMk id="4" creationId="{F196E8BA-2CDF-8F6B-E9A7-B1A75C021513}"/>
          </ac:spMkLst>
        </pc:spChg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1347245927" sldId="2147478425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325392159" sldId="2147478427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322962369" sldId="2147478484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3719593973" sldId="2147478488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3074551141" sldId="2147478491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3809673526" sldId="2147480082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957057442" sldId="2147480091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627089498" sldId="2147480092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618495378" sldId="2147480093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335437581" sldId="2147480099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760538156" sldId="2147480112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3931377721" sldId="2147480272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287938533" sldId="2147480328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1273456377" sldId="2147480329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3569212896" sldId="2147480330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3495313642" sldId="2147480339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3699525443" sldId="2147480373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3710574549" sldId="2147480400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2006958920" sldId="2147480401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3815233910" sldId="2147480402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595092035" sldId="2147480539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2686147003" sldId="2147480549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401382434" sldId="2147480607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740471004" sldId="2147480619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896396486" sldId="2147480654"/>
        </pc:sldMkLst>
      </pc:sldChg>
      <pc:sldChg chg="addSp delSp modSp mod">
        <pc:chgData name="Gary Murakami" userId="d419d4ba-09b1-43c4-8d75-fbde53fd6fe7" providerId="ADAL" clId="{2D0B6A60-7A31-4372-9C26-E8E25BEFF45F}" dt="2025-12-09T16:17:56.858" v="1118" actId="20577"/>
        <pc:sldMkLst>
          <pc:docMk/>
          <pc:sldMk cId="3813424882" sldId="2147480658"/>
        </pc:sldMkLst>
        <pc:spChg chg="add mod">
          <ac:chgData name="Gary Murakami" userId="d419d4ba-09b1-43c4-8d75-fbde53fd6fe7" providerId="ADAL" clId="{2D0B6A60-7A31-4372-9C26-E8E25BEFF45F}" dt="2025-12-08T15:51:50.641" v="82" actId="20577"/>
          <ac:spMkLst>
            <pc:docMk/>
            <pc:sldMk cId="3813424882" sldId="2147480658"/>
            <ac:spMk id="4" creationId="{57DEC1EC-9EFF-FD19-B6B8-724D496EEF80}"/>
          </ac:spMkLst>
        </pc:spChg>
        <pc:spChg chg="add del mod">
          <ac:chgData name="Gary Murakami" userId="d419d4ba-09b1-43c4-8d75-fbde53fd6fe7" providerId="ADAL" clId="{2D0B6A60-7A31-4372-9C26-E8E25BEFF45F}" dt="2025-12-08T15:54:43.725" v="527" actId="21"/>
          <ac:spMkLst>
            <pc:docMk/>
            <pc:sldMk cId="3813424882" sldId="2147480658"/>
            <ac:spMk id="7" creationId="{670EBADB-7B71-B8B7-8324-40FD395DA5A8}"/>
          </ac:spMkLst>
        </pc:spChg>
        <pc:spChg chg="add mod">
          <ac:chgData name="Gary Murakami" userId="d419d4ba-09b1-43c4-8d75-fbde53fd6fe7" providerId="ADAL" clId="{2D0B6A60-7A31-4372-9C26-E8E25BEFF45F}" dt="2025-12-08T15:55:52.744" v="703" actId="14100"/>
          <ac:spMkLst>
            <pc:docMk/>
            <pc:sldMk cId="3813424882" sldId="2147480658"/>
            <ac:spMk id="8" creationId="{875315D5-5A11-0C21-47AC-1351E33EB274}"/>
          </ac:spMkLst>
        </pc:spChg>
        <pc:spChg chg="add mod">
          <ac:chgData name="Gary Murakami" userId="d419d4ba-09b1-43c4-8d75-fbde53fd6fe7" providerId="ADAL" clId="{2D0B6A60-7A31-4372-9C26-E8E25BEFF45F}" dt="2025-12-08T15:56:08.403" v="796" actId="20577"/>
          <ac:spMkLst>
            <pc:docMk/>
            <pc:sldMk cId="3813424882" sldId="2147480658"/>
            <ac:spMk id="9" creationId="{C144386A-789D-1643-BE53-D10E4EB2E262}"/>
          </ac:spMkLst>
        </pc:spChg>
        <pc:graphicFrameChg chg="modGraphic">
          <ac:chgData name="Gary Murakami" userId="d419d4ba-09b1-43c4-8d75-fbde53fd6fe7" providerId="ADAL" clId="{2D0B6A60-7A31-4372-9C26-E8E25BEFF45F}" dt="2025-12-09T16:17:56.858" v="1118" actId="20577"/>
          <ac:graphicFrameMkLst>
            <pc:docMk/>
            <pc:sldMk cId="3813424882" sldId="2147480658"/>
            <ac:graphicFrameMk id="3" creationId="{C8BA962F-AD46-EDE2-04B1-C8C38E6D2CF3}"/>
          </ac:graphicFrameMkLst>
        </pc:graphicFrameChg>
      </pc:sldChg>
      <pc:sldChg chg="addSp modSp">
        <pc:chgData name="Gary Murakami" userId="d419d4ba-09b1-43c4-8d75-fbde53fd6fe7" providerId="ADAL" clId="{2D0B6A60-7A31-4372-9C26-E8E25BEFF45F}" dt="2025-12-08T15:53:39.269" v="455"/>
        <pc:sldMkLst>
          <pc:docMk/>
          <pc:sldMk cId="3359836103" sldId="2147480683"/>
        </pc:sldMkLst>
        <pc:spChg chg="add mod">
          <ac:chgData name="Gary Murakami" userId="d419d4ba-09b1-43c4-8d75-fbde53fd6fe7" providerId="ADAL" clId="{2D0B6A60-7A31-4372-9C26-E8E25BEFF45F}" dt="2025-12-08T15:53:39.269" v="455"/>
          <ac:spMkLst>
            <pc:docMk/>
            <pc:sldMk cId="3359836103" sldId="2147480683"/>
            <ac:spMk id="6" creationId="{C182D471-12BD-0163-36AA-536CEE68C5AC}"/>
          </ac:spMkLst>
        </pc:spChg>
      </pc:sldChg>
      <pc:sldChg chg="addSp delSp modSp mod">
        <pc:chgData name="Gary Murakami" userId="d419d4ba-09b1-43c4-8d75-fbde53fd6fe7" providerId="ADAL" clId="{2D0B6A60-7A31-4372-9C26-E8E25BEFF45F}" dt="2025-12-09T16:17:41.219" v="1117" actId="1035"/>
        <pc:sldMkLst>
          <pc:docMk/>
          <pc:sldMk cId="1526280533" sldId="2147480687"/>
        </pc:sldMkLst>
        <pc:spChg chg="add mod">
          <ac:chgData name="Gary Murakami" userId="d419d4ba-09b1-43c4-8d75-fbde53fd6fe7" providerId="ADAL" clId="{2D0B6A60-7A31-4372-9C26-E8E25BEFF45F}" dt="2025-12-08T15:52:48.031" v="423" actId="1038"/>
          <ac:spMkLst>
            <pc:docMk/>
            <pc:sldMk cId="1526280533" sldId="2147480687"/>
            <ac:spMk id="3" creationId="{53E8BC95-0262-8D72-D84F-11793FF055D6}"/>
          </ac:spMkLst>
        </pc:spChg>
        <pc:spChg chg="mod">
          <ac:chgData name="Gary Murakami" userId="d419d4ba-09b1-43c4-8d75-fbde53fd6fe7" providerId="ADAL" clId="{2D0B6A60-7A31-4372-9C26-E8E25BEFF45F}" dt="2025-12-09T16:17:41.219" v="1117" actId="1035"/>
          <ac:spMkLst>
            <pc:docMk/>
            <pc:sldMk cId="1526280533" sldId="2147480687"/>
            <ac:spMk id="6" creationId="{402226BF-FBD8-CC0B-B306-8C243DB9D4DD}"/>
          </ac:spMkLst>
        </pc:spChg>
        <pc:spChg chg="add del mod">
          <ac:chgData name="Gary Murakami" userId="d419d4ba-09b1-43c4-8d75-fbde53fd6fe7" providerId="ADAL" clId="{2D0B6A60-7A31-4372-9C26-E8E25BEFF45F}" dt="2025-12-08T15:52:55.626" v="454" actId="478"/>
          <ac:spMkLst>
            <pc:docMk/>
            <pc:sldMk cId="1526280533" sldId="2147480687"/>
            <ac:spMk id="7" creationId="{EAB3A62B-0EBF-2277-E5E8-856AEAA41EB5}"/>
          </ac:spMkLst>
        </pc:spChg>
        <pc:spChg chg="add mod">
          <ac:chgData name="Gary Murakami" userId="d419d4ba-09b1-43c4-8d75-fbde53fd6fe7" providerId="ADAL" clId="{2D0B6A60-7A31-4372-9C26-E8E25BEFF45F}" dt="2025-12-08T15:52:52.991" v="453" actId="20577"/>
          <ac:spMkLst>
            <pc:docMk/>
            <pc:sldMk cId="1526280533" sldId="2147480687"/>
            <ac:spMk id="8" creationId="{2DFA111F-B25A-AE5E-1447-86AC6581E43B}"/>
          </ac:spMkLst>
        </pc:spChg>
      </pc:sldChg>
      <pc:sldChg chg="addSp modSp mod">
        <pc:chgData name="Gary Murakami" userId="d419d4ba-09b1-43c4-8d75-fbde53fd6fe7" providerId="ADAL" clId="{2D0B6A60-7A31-4372-9C26-E8E25BEFF45F}" dt="2025-12-08T15:52:41.575" v="292" actId="14100"/>
        <pc:sldMkLst>
          <pc:docMk/>
          <pc:sldMk cId="1125903381" sldId="2147480688"/>
        </pc:sldMkLst>
        <pc:spChg chg="add mod">
          <ac:chgData name="Gary Murakami" userId="d419d4ba-09b1-43c4-8d75-fbde53fd6fe7" providerId="ADAL" clId="{2D0B6A60-7A31-4372-9C26-E8E25BEFF45F}" dt="2025-12-08T15:52:41.575" v="292" actId="14100"/>
          <ac:spMkLst>
            <pc:docMk/>
            <pc:sldMk cId="1125903381" sldId="2147480688"/>
            <ac:spMk id="2" creationId="{FA696CDE-E596-7DEA-0CB3-1DC01FCBBB9C}"/>
          </ac:spMkLst>
        </pc:spChg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778458380" sldId="2147480690"/>
        </pc:sldMkLst>
      </pc:sldChg>
      <pc:sldChg chg="addSp modSp mod">
        <pc:chgData name="Gary Murakami" userId="d419d4ba-09b1-43c4-8d75-fbde53fd6fe7" providerId="ADAL" clId="{2D0B6A60-7A31-4372-9C26-E8E25BEFF45F}" dt="2025-12-08T15:57:17.713" v="1115" actId="20577"/>
        <pc:sldMkLst>
          <pc:docMk/>
          <pc:sldMk cId="2478023928" sldId="2147480693"/>
        </pc:sldMkLst>
        <pc:spChg chg="add mod">
          <ac:chgData name="Gary Murakami" userId="d419d4ba-09b1-43c4-8d75-fbde53fd6fe7" providerId="ADAL" clId="{2D0B6A60-7A31-4372-9C26-E8E25BEFF45F}" dt="2025-12-08T15:57:17.713" v="1115" actId="20577"/>
          <ac:spMkLst>
            <pc:docMk/>
            <pc:sldMk cId="2478023928" sldId="2147480693"/>
            <ac:spMk id="5" creationId="{8969E745-1FD0-B55B-BBA2-878C54F24B3E}"/>
          </ac:spMkLst>
        </pc:spChg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1617501899" sldId="2147480712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541922388" sldId="2147480713"/>
        </pc:sldMkLst>
      </pc:sldChg>
      <pc:sldChg chg="del">
        <pc:chgData name="Gary Murakami" userId="d419d4ba-09b1-43c4-8d75-fbde53fd6fe7" providerId="ADAL" clId="{2D0B6A60-7A31-4372-9C26-E8E25BEFF45F}" dt="2025-12-08T15:50:18.444" v="0" actId="47"/>
        <pc:sldMkLst>
          <pc:docMk/>
          <pc:sldMk cId="832563993" sldId="2147480714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945358078" sldId="2147480715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901116037" sldId="2147480716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3307590" sldId="2147480737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485069566" sldId="2147480738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07458138" sldId="2147480739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4223743129" sldId="2147480740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993492830" sldId="2147480741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3506409438" sldId="2147480744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077444207" sldId="2147480745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2105697268" sldId="2147480746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3028205294" sldId="2147480747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96840380" sldId="2147480749"/>
        </pc:sldMkLst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938463516" sldId="2147480750"/>
        </pc:sldMkLst>
      </pc:sldChg>
      <pc:sldChg chg="addSp delSp modSp mod">
        <pc:chgData name="Gary Murakami" userId="d419d4ba-09b1-43c4-8d75-fbde53fd6fe7" providerId="ADAL" clId="{2D0B6A60-7A31-4372-9C26-E8E25BEFF45F}" dt="2025-12-08T15:54:18.154" v="468" actId="478"/>
        <pc:sldMkLst>
          <pc:docMk/>
          <pc:sldMk cId="533466854" sldId="2147480751"/>
        </pc:sldMkLst>
        <pc:spChg chg="add del mod">
          <ac:chgData name="Gary Murakami" userId="d419d4ba-09b1-43c4-8d75-fbde53fd6fe7" providerId="ADAL" clId="{2D0B6A60-7A31-4372-9C26-E8E25BEFF45F}" dt="2025-12-08T15:54:18.154" v="468" actId="478"/>
          <ac:spMkLst>
            <pc:docMk/>
            <pc:sldMk cId="533466854" sldId="2147480751"/>
            <ac:spMk id="5" creationId="{34E9EA5F-2490-F676-0762-E183931D4D09}"/>
          </ac:spMkLst>
        </pc:spChg>
      </pc:sldChg>
      <pc:sldChg chg="addSp modSp mod">
        <pc:chgData name="Gary Murakami" userId="d419d4ba-09b1-43c4-8d75-fbde53fd6fe7" providerId="ADAL" clId="{2D0B6A60-7A31-4372-9C26-E8E25BEFF45F}" dt="2025-12-08T15:55:01.163" v="580" actId="20577"/>
        <pc:sldMkLst>
          <pc:docMk/>
          <pc:sldMk cId="3497162666" sldId="2147480755"/>
        </pc:sldMkLst>
        <pc:spChg chg="add mod">
          <ac:chgData name="Gary Murakami" userId="d419d4ba-09b1-43c4-8d75-fbde53fd6fe7" providerId="ADAL" clId="{2D0B6A60-7A31-4372-9C26-E8E25BEFF45F}" dt="2025-12-08T15:55:01.163" v="580" actId="20577"/>
          <ac:spMkLst>
            <pc:docMk/>
            <pc:sldMk cId="3497162666" sldId="2147480755"/>
            <ac:spMk id="2" creationId="{670EBADB-7B71-B8B7-8324-40FD395DA5A8}"/>
          </ac:spMkLst>
        </pc:spChg>
      </pc:sldChg>
      <pc:sldChg chg="addSp modSp">
        <pc:chgData name="Gary Murakami" userId="d419d4ba-09b1-43c4-8d75-fbde53fd6fe7" providerId="ADAL" clId="{2D0B6A60-7A31-4372-9C26-E8E25BEFF45F}" dt="2025-12-08T15:55:03.452" v="581"/>
        <pc:sldMkLst>
          <pc:docMk/>
          <pc:sldMk cId="1333604350" sldId="2147480756"/>
        </pc:sldMkLst>
        <pc:spChg chg="add mod">
          <ac:chgData name="Gary Murakami" userId="d419d4ba-09b1-43c4-8d75-fbde53fd6fe7" providerId="ADAL" clId="{2D0B6A60-7A31-4372-9C26-E8E25BEFF45F}" dt="2025-12-08T15:55:03.452" v="581"/>
          <ac:spMkLst>
            <pc:docMk/>
            <pc:sldMk cId="1333604350" sldId="2147480756"/>
            <ac:spMk id="5" creationId="{90DC1CC1-00D6-93E4-5E64-BEF05068BC80}"/>
          </ac:spMkLst>
        </pc:spChg>
      </pc:sldChg>
      <pc:sldChg chg="del">
        <pc:chgData name="Gary Murakami" userId="d419d4ba-09b1-43c4-8d75-fbde53fd6fe7" providerId="ADAL" clId="{2D0B6A60-7A31-4372-9C26-E8E25BEFF45F}" dt="2025-12-08T15:50:21.458" v="1" actId="47"/>
        <pc:sldMkLst>
          <pc:docMk/>
          <pc:sldMk cId="1846255324" sldId="2147480758"/>
        </pc:sldMkLst>
      </pc:sldChg>
      <pc:sldChg chg="addSp modSp mod">
        <pc:chgData name="Gary Murakami" userId="d419d4ba-09b1-43c4-8d75-fbde53fd6fe7" providerId="ADAL" clId="{2D0B6A60-7A31-4372-9C26-E8E25BEFF45F}" dt="2025-12-08T15:57:04.562" v="1066" actId="1036"/>
        <pc:sldMkLst>
          <pc:docMk/>
          <pc:sldMk cId="2306007515" sldId="2147480759"/>
        </pc:sldMkLst>
        <pc:spChg chg="add mod">
          <ac:chgData name="Gary Murakami" userId="d419d4ba-09b1-43c4-8d75-fbde53fd6fe7" providerId="ADAL" clId="{2D0B6A60-7A31-4372-9C26-E8E25BEFF45F}" dt="2025-12-08T15:56:25.888" v="848" actId="20577"/>
          <ac:spMkLst>
            <pc:docMk/>
            <pc:sldMk cId="2306007515" sldId="2147480759"/>
            <ac:spMk id="3" creationId="{A3994261-E65E-A9EA-EF4B-CEDF404BB50D}"/>
          </ac:spMkLst>
        </pc:spChg>
        <pc:spChg chg="add mod">
          <ac:chgData name="Gary Murakami" userId="d419d4ba-09b1-43c4-8d75-fbde53fd6fe7" providerId="ADAL" clId="{2D0B6A60-7A31-4372-9C26-E8E25BEFF45F}" dt="2025-12-08T15:56:35.410" v="908" actId="1035"/>
          <ac:spMkLst>
            <pc:docMk/>
            <pc:sldMk cId="2306007515" sldId="2147480759"/>
            <ac:spMk id="5" creationId="{C0048965-4C08-F46D-EBF0-26CF353E9A75}"/>
          </ac:spMkLst>
        </pc:spChg>
        <pc:spChg chg="add mod">
          <ac:chgData name="Gary Murakami" userId="d419d4ba-09b1-43c4-8d75-fbde53fd6fe7" providerId="ADAL" clId="{2D0B6A60-7A31-4372-9C26-E8E25BEFF45F}" dt="2025-12-08T15:56:37.705" v="916" actId="1036"/>
          <ac:spMkLst>
            <pc:docMk/>
            <pc:sldMk cId="2306007515" sldId="2147480759"/>
            <ac:spMk id="7" creationId="{6503962D-6B27-FBF8-2B98-F4B32A4D2CD0}"/>
          </ac:spMkLst>
        </pc:spChg>
        <pc:spChg chg="add mod">
          <ac:chgData name="Gary Murakami" userId="d419d4ba-09b1-43c4-8d75-fbde53fd6fe7" providerId="ADAL" clId="{2D0B6A60-7A31-4372-9C26-E8E25BEFF45F}" dt="2025-12-08T15:56:40.762" v="934" actId="1035"/>
          <ac:spMkLst>
            <pc:docMk/>
            <pc:sldMk cId="2306007515" sldId="2147480759"/>
            <ac:spMk id="9" creationId="{67F13615-33E4-E22E-6CB4-842096ADF0B1}"/>
          </ac:spMkLst>
        </pc:spChg>
        <pc:spChg chg="add mod">
          <ac:chgData name="Gary Murakami" userId="d419d4ba-09b1-43c4-8d75-fbde53fd6fe7" providerId="ADAL" clId="{2D0B6A60-7A31-4372-9C26-E8E25BEFF45F}" dt="2025-12-08T15:56:54.426" v="1035" actId="14100"/>
          <ac:spMkLst>
            <pc:docMk/>
            <pc:sldMk cId="2306007515" sldId="2147480759"/>
            <ac:spMk id="10" creationId="{43533080-4489-52B8-B128-6AD08EF83DAB}"/>
          </ac:spMkLst>
        </pc:spChg>
        <pc:spChg chg="add mod">
          <ac:chgData name="Gary Murakami" userId="d419d4ba-09b1-43c4-8d75-fbde53fd6fe7" providerId="ADAL" clId="{2D0B6A60-7A31-4372-9C26-E8E25BEFF45F}" dt="2025-12-08T15:57:00.394" v="1051" actId="1036"/>
          <ac:spMkLst>
            <pc:docMk/>
            <pc:sldMk cId="2306007515" sldId="2147480759"/>
            <ac:spMk id="11" creationId="{372A5A8B-3B3F-2F92-8938-B42B09D4A1C3}"/>
          </ac:spMkLst>
        </pc:spChg>
        <pc:spChg chg="add mod">
          <ac:chgData name="Gary Murakami" userId="d419d4ba-09b1-43c4-8d75-fbde53fd6fe7" providerId="ADAL" clId="{2D0B6A60-7A31-4372-9C26-E8E25BEFF45F}" dt="2025-12-08T15:57:04.562" v="1066" actId="1036"/>
          <ac:spMkLst>
            <pc:docMk/>
            <pc:sldMk cId="2306007515" sldId="2147480759"/>
            <ac:spMk id="12" creationId="{3A7FE751-86B5-A006-9153-EE427710B4CA}"/>
          </ac:spMkLst>
        </pc:spChg>
      </pc:sldChg>
      <pc:sldChg chg="del">
        <pc:chgData name="Gary Murakami" userId="d419d4ba-09b1-43c4-8d75-fbde53fd6fe7" providerId="ADAL" clId="{2D0B6A60-7A31-4372-9C26-E8E25BEFF45F}" dt="2025-12-08T15:50:22.245" v="2" actId="47"/>
        <pc:sldMkLst>
          <pc:docMk/>
          <pc:sldMk cId="184939760" sldId="2147480761"/>
        </pc:sldMkLst>
      </pc:sldChg>
    </pc:docChg>
  </pc:docChgLst>
  <pc:docChgLst>
    <pc:chgData name="Bhuvaneswari Natarajan" userId="ae1b9451-3dd4-4d2d-a5f3-ac7ac5e592f1" providerId="ADAL" clId="{E9FE65BC-06F9-4ECE-A39F-F7E250AD25FF}"/>
    <pc:docChg chg="undo custSel addSld delSld modSld sldOrd">
      <pc:chgData name="Bhuvaneswari Natarajan" userId="ae1b9451-3dd4-4d2d-a5f3-ac7ac5e592f1" providerId="ADAL" clId="{E9FE65BC-06F9-4ECE-A39F-F7E250AD25FF}" dt="2025-12-08T09:36:47.326" v="2380"/>
      <pc:docMkLst>
        <pc:docMk/>
      </pc:docMkLst>
      <pc:sldChg chg="addSp delSp modSp add mod modTransition">
        <pc:chgData name="Bhuvaneswari Natarajan" userId="ae1b9451-3dd4-4d2d-a5f3-ac7ac5e592f1" providerId="ADAL" clId="{E9FE65BC-06F9-4ECE-A39F-F7E250AD25FF}" dt="2025-12-08T08:12:24.836" v="1423" actId="14100"/>
        <pc:sldMkLst>
          <pc:docMk/>
          <pc:sldMk cId="4147935150" sldId="2147480547"/>
        </pc:sldMkLst>
        <pc:spChg chg="add del mod">
          <ac:chgData name="Bhuvaneswari Natarajan" userId="ae1b9451-3dd4-4d2d-a5f3-ac7ac5e592f1" providerId="ADAL" clId="{E9FE65BC-06F9-4ECE-A39F-F7E250AD25FF}" dt="2025-12-08T05:11:50.048" v="1392" actId="21"/>
          <ac:spMkLst>
            <pc:docMk/>
            <pc:sldMk cId="4147935150" sldId="2147480547"/>
            <ac:spMk id="2" creationId="{07436A99-95AD-C157-04A3-6C77ED5B67C3}"/>
          </ac:spMkLst>
        </pc:spChg>
        <pc:spChg chg="mod">
          <ac:chgData name="Bhuvaneswari Natarajan" userId="ae1b9451-3dd4-4d2d-a5f3-ac7ac5e592f1" providerId="ADAL" clId="{E9FE65BC-06F9-4ECE-A39F-F7E250AD25FF}" dt="2025-12-08T04:37:36.562" v="1313"/>
          <ac:spMkLst>
            <pc:docMk/>
            <pc:sldMk cId="4147935150" sldId="2147480547"/>
            <ac:spMk id="3" creationId="{0B8B4684-7C2B-EBF5-F6F1-2E9E4B2E8C76}"/>
          </ac:spMkLst>
        </pc:spChg>
        <pc:spChg chg="del">
          <ac:chgData name="Bhuvaneswari Natarajan" userId="ae1b9451-3dd4-4d2d-a5f3-ac7ac5e592f1" providerId="ADAL" clId="{E9FE65BC-06F9-4ECE-A39F-F7E250AD25FF}" dt="2025-12-08T04:37:43.454" v="1314" actId="478"/>
          <ac:spMkLst>
            <pc:docMk/>
            <pc:sldMk cId="4147935150" sldId="2147480547"/>
            <ac:spMk id="4" creationId="{9126523E-6624-9314-45E6-9283F3E5F99D}"/>
          </ac:spMkLst>
        </pc:spChg>
        <pc:spChg chg="del">
          <ac:chgData name="Bhuvaneswari Natarajan" userId="ae1b9451-3dd4-4d2d-a5f3-ac7ac5e592f1" providerId="ADAL" clId="{E9FE65BC-06F9-4ECE-A39F-F7E250AD25FF}" dt="2025-12-08T04:37:46.484" v="1315" actId="478"/>
          <ac:spMkLst>
            <pc:docMk/>
            <pc:sldMk cId="4147935150" sldId="2147480547"/>
            <ac:spMk id="5" creationId="{4328E9CB-409D-D4B4-F865-893A731F519A}"/>
          </ac:spMkLst>
        </pc:spChg>
        <pc:spChg chg="add del mod ord">
          <ac:chgData name="Bhuvaneswari Natarajan" userId="ae1b9451-3dd4-4d2d-a5f3-ac7ac5e592f1" providerId="ADAL" clId="{E9FE65BC-06F9-4ECE-A39F-F7E250AD25FF}" dt="2025-12-08T05:11:50.048" v="1392" actId="21"/>
          <ac:spMkLst>
            <pc:docMk/>
            <pc:sldMk cId="4147935150" sldId="2147480547"/>
            <ac:spMk id="6" creationId="{294B48E8-E168-ED36-1933-877175AD8293}"/>
          </ac:spMkLst>
        </pc:spChg>
        <pc:spChg chg="add mod">
          <ac:chgData name="Bhuvaneswari Natarajan" userId="ae1b9451-3dd4-4d2d-a5f3-ac7ac5e592f1" providerId="ADAL" clId="{E9FE65BC-06F9-4ECE-A39F-F7E250AD25FF}" dt="2025-12-08T05:11:54.015" v="1394" actId="164"/>
          <ac:spMkLst>
            <pc:docMk/>
            <pc:sldMk cId="4147935150" sldId="2147480547"/>
            <ac:spMk id="7" creationId="{294B48E8-E168-ED36-1933-877175AD8293}"/>
          </ac:spMkLst>
        </pc:spChg>
        <pc:spChg chg="add mod">
          <ac:chgData name="Bhuvaneswari Natarajan" userId="ae1b9451-3dd4-4d2d-a5f3-ac7ac5e592f1" providerId="ADAL" clId="{E9FE65BC-06F9-4ECE-A39F-F7E250AD25FF}" dt="2025-12-08T05:50:26.919" v="1421" actId="20577"/>
          <ac:spMkLst>
            <pc:docMk/>
            <pc:sldMk cId="4147935150" sldId="2147480547"/>
            <ac:spMk id="9" creationId="{07436A99-95AD-C157-04A3-6C77ED5B67C3}"/>
          </ac:spMkLst>
        </pc:spChg>
        <pc:spChg chg="mod">
          <ac:chgData name="Bhuvaneswari Natarajan" userId="ae1b9451-3dd4-4d2d-a5f3-ac7ac5e592f1" providerId="ADAL" clId="{E9FE65BC-06F9-4ECE-A39F-F7E250AD25FF}" dt="2025-12-08T05:50:36.211" v="1422" actId="20577"/>
          <ac:spMkLst>
            <pc:docMk/>
            <pc:sldMk cId="4147935150" sldId="2147480547"/>
            <ac:spMk id="17" creationId="{C5E0D1F2-36EF-1C60-FBF1-AB137FEE295C}"/>
          </ac:spMkLst>
        </pc:spChg>
        <pc:grpChg chg="add mod">
          <ac:chgData name="Bhuvaneswari Natarajan" userId="ae1b9451-3dd4-4d2d-a5f3-ac7ac5e592f1" providerId="ADAL" clId="{E9FE65BC-06F9-4ECE-A39F-F7E250AD25FF}" dt="2025-12-08T08:12:24.836" v="1423" actId="14100"/>
          <ac:grpSpMkLst>
            <pc:docMk/>
            <pc:sldMk cId="4147935150" sldId="2147480547"/>
            <ac:grpSpMk id="10" creationId="{8BA2435E-2C75-FB71-3D97-3D8F52067753}"/>
          </ac:grpSpMkLst>
        </pc:grpChg>
        <pc:graphicFrameChg chg="mod">
          <ac:chgData name="Bhuvaneswari Natarajan" userId="ae1b9451-3dd4-4d2d-a5f3-ac7ac5e592f1" providerId="ADAL" clId="{E9FE65BC-06F9-4ECE-A39F-F7E250AD25FF}" dt="2025-12-08T05:12:39.118" v="1399" actId="208"/>
          <ac:graphicFrameMkLst>
            <pc:docMk/>
            <pc:sldMk cId="4147935150" sldId="2147480547"/>
            <ac:graphicFrameMk id="16" creationId="{28B4CD5D-B0D3-0D1A-0FD0-104C3CB4DBDD}"/>
          </ac:graphicFrameMkLst>
        </pc:graphicFrameChg>
      </pc:sldChg>
      <pc:sldChg chg="delSp modSp add mod modTransition">
        <pc:chgData name="Bhuvaneswari Natarajan" userId="ae1b9451-3dd4-4d2d-a5f3-ac7ac5e592f1" providerId="ADAL" clId="{E9FE65BC-06F9-4ECE-A39F-F7E250AD25FF}" dt="2025-12-08T04:37:13.232" v="1311"/>
        <pc:sldMkLst>
          <pc:docMk/>
          <pc:sldMk cId="248541446" sldId="2147480548"/>
        </pc:sldMkLst>
        <pc:spChg chg="del">
          <ac:chgData name="Bhuvaneswari Natarajan" userId="ae1b9451-3dd4-4d2d-a5f3-ac7ac5e592f1" providerId="ADAL" clId="{E9FE65BC-06F9-4ECE-A39F-F7E250AD25FF}" dt="2025-12-08T04:35:45.997" v="1298" actId="478"/>
          <ac:spMkLst>
            <pc:docMk/>
            <pc:sldMk cId="248541446" sldId="2147480548"/>
            <ac:spMk id="2" creationId="{DB994808-005A-C5CA-62EF-48E6C84069A5}"/>
          </ac:spMkLst>
        </pc:spChg>
        <pc:spChg chg="mod">
          <ac:chgData name="Bhuvaneswari Natarajan" userId="ae1b9451-3dd4-4d2d-a5f3-ac7ac5e592f1" providerId="ADAL" clId="{E9FE65BC-06F9-4ECE-A39F-F7E250AD25FF}" dt="2025-12-08T04:37:13.232" v="1311"/>
          <ac:spMkLst>
            <pc:docMk/>
            <pc:sldMk cId="248541446" sldId="2147480548"/>
            <ac:spMk id="3" creationId="{29AEDE43-47E6-85A8-1992-55A0A0E210DD}"/>
          </ac:spMkLst>
        </pc:spChg>
        <pc:graphicFrameChg chg="mod">
          <ac:chgData name="Bhuvaneswari Natarajan" userId="ae1b9451-3dd4-4d2d-a5f3-ac7ac5e592f1" providerId="ADAL" clId="{E9FE65BC-06F9-4ECE-A39F-F7E250AD25FF}" dt="2025-12-08T04:36:35.528" v="1303" actId="14100"/>
          <ac:graphicFrameMkLst>
            <pc:docMk/>
            <pc:sldMk cId="248541446" sldId="2147480548"/>
            <ac:graphicFrameMk id="7" creationId="{3E45F34F-954E-B61B-344E-C3A9291ECA59}"/>
          </ac:graphicFrameMkLst>
        </pc:graphicFrameChg>
      </pc:sldChg>
      <pc:sldChg chg="addSp delSp modSp add mod ord">
        <pc:chgData name="Bhuvaneswari Natarajan" userId="ae1b9451-3dd4-4d2d-a5f3-ac7ac5e592f1" providerId="ADAL" clId="{E9FE65BC-06F9-4ECE-A39F-F7E250AD25FF}" dt="2025-12-08T08:47:39.299" v="1648" actId="20577"/>
        <pc:sldMkLst>
          <pc:docMk/>
          <pc:sldMk cId="533466854" sldId="2147480751"/>
        </pc:sldMkLst>
        <pc:spChg chg="mod">
          <ac:chgData name="Bhuvaneswari Natarajan" userId="ae1b9451-3dd4-4d2d-a5f3-ac7ac5e592f1" providerId="ADAL" clId="{E9FE65BC-06F9-4ECE-A39F-F7E250AD25FF}" dt="2025-12-08T04:37:02.261" v="1310" actId="21"/>
          <ac:spMkLst>
            <pc:docMk/>
            <pc:sldMk cId="533466854" sldId="2147480751"/>
            <ac:spMk id="3" creationId="{12830EA2-D535-A05E-8C3E-C4C1C77D59D8}"/>
          </ac:spMkLst>
        </pc:spChg>
        <pc:spChg chg="mod">
          <ac:chgData name="Bhuvaneswari Natarajan" userId="ae1b9451-3dd4-4d2d-a5f3-ac7ac5e592f1" providerId="ADAL" clId="{E9FE65BC-06F9-4ECE-A39F-F7E250AD25FF}" dt="2025-12-08T02:03:56.234" v="624" actId="20577"/>
          <ac:spMkLst>
            <pc:docMk/>
            <pc:sldMk cId="533466854" sldId="2147480751"/>
            <ac:spMk id="8" creationId="{ECE6A3C8-E51C-2F31-40EF-0865AA77C429}"/>
          </ac:spMkLst>
        </pc:spChg>
        <pc:spChg chg="mod">
          <ac:chgData name="Bhuvaneswari Natarajan" userId="ae1b9451-3dd4-4d2d-a5f3-ac7ac5e592f1" providerId="ADAL" clId="{E9FE65BC-06F9-4ECE-A39F-F7E250AD25FF}" dt="2025-12-08T02:08:56.014" v="645" actId="20577"/>
          <ac:spMkLst>
            <pc:docMk/>
            <pc:sldMk cId="533466854" sldId="2147480751"/>
            <ac:spMk id="10" creationId="{4276ADAA-12C5-299F-5E48-EA01CA122455}"/>
          </ac:spMkLst>
        </pc:spChg>
        <pc:spChg chg="mod">
          <ac:chgData name="Bhuvaneswari Natarajan" userId="ae1b9451-3dd4-4d2d-a5f3-ac7ac5e592f1" providerId="ADAL" clId="{E9FE65BC-06F9-4ECE-A39F-F7E250AD25FF}" dt="2025-12-08T02:20:52.549" v="975"/>
          <ac:spMkLst>
            <pc:docMk/>
            <pc:sldMk cId="533466854" sldId="2147480751"/>
            <ac:spMk id="14" creationId="{21358CD6-08A0-B769-F681-12E997D669A2}"/>
          </ac:spMkLst>
        </pc:spChg>
        <pc:spChg chg="mod">
          <ac:chgData name="Bhuvaneswari Natarajan" userId="ae1b9451-3dd4-4d2d-a5f3-ac7ac5e592f1" providerId="ADAL" clId="{E9FE65BC-06F9-4ECE-A39F-F7E250AD25FF}" dt="2025-12-08T02:22:42.553" v="1004" actId="20577"/>
          <ac:spMkLst>
            <pc:docMk/>
            <pc:sldMk cId="533466854" sldId="2147480751"/>
            <ac:spMk id="19" creationId="{3A436CBF-A958-3247-B0A5-62EDD6C84BE8}"/>
          </ac:spMkLst>
        </pc:spChg>
        <pc:spChg chg="del">
          <ac:chgData name="Bhuvaneswari Natarajan" userId="ae1b9451-3dd4-4d2d-a5f3-ac7ac5e592f1" providerId="ADAL" clId="{E9FE65BC-06F9-4ECE-A39F-F7E250AD25FF}" dt="2025-12-08T01:57:50.149" v="313" actId="478"/>
          <ac:spMkLst>
            <pc:docMk/>
            <pc:sldMk cId="533466854" sldId="2147480751"/>
            <ac:spMk id="26" creationId="{65C06D0F-7ABF-1299-F796-5FEE7C8D7CE4}"/>
          </ac:spMkLst>
        </pc:spChg>
        <pc:spChg chg="del mod">
          <ac:chgData name="Bhuvaneswari Natarajan" userId="ae1b9451-3dd4-4d2d-a5f3-ac7ac5e592f1" providerId="ADAL" clId="{E9FE65BC-06F9-4ECE-A39F-F7E250AD25FF}" dt="2025-12-08T02:03:40.135" v="599" actId="478"/>
          <ac:spMkLst>
            <pc:docMk/>
            <pc:sldMk cId="533466854" sldId="2147480751"/>
            <ac:spMk id="27" creationId="{352E634F-9EA8-CBAC-3E98-7FC34259FD68}"/>
          </ac:spMkLst>
        </pc:spChg>
        <pc:grpChg chg="add del mod">
          <ac:chgData name="Bhuvaneswari Natarajan" userId="ae1b9451-3dd4-4d2d-a5f3-ac7ac5e592f1" providerId="ADAL" clId="{E9FE65BC-06F9-4ECE-A39F-F7E250AD25FF}" dt="2025-12-08T02:21:44.843" v="982" actId="478"/>
          <ac:grpSpMkLst>
            <pc:docMk/>
            <pc:sldMk cId="533466854" sldId="2147480751"/>
            <ac:grpSpMk id="12" creationId="{802338A5-719F-90CE-5881-9DB3081098EE}"/>
          </ac:grpSpMkLst>
        </pc:grpChg>
        <pc:grpChg chg="add mod">
          <ac:chgData name="Bhuvaneswari Natarajan" userId="ae1b9451-3dd4-4d2d-a5f3-ac7ac5e592f1" providerId="ADAL" clId="{E9FE65BC-06F9-4ECE-A39F-F7E250AD25FF}" dt="2025-12-08T02:22:38.413" v="995" actId="1076"/>
          <ac:grpSpMkLst>
            <pc:docMk/>
            <pc:sldMk cId="533466854" sldId="2147480751"/>
            <ac:grpSpMk id="18" creationId="{6920C456-0031-6ED1-6F80-A70B130888BB}"/>
          </ac:grpSpMkLst>
        </pc:grpChg>
        <pc:grpChg chg="del">
          <ac:chgData name="Bhuvaneswari Natarajan" userId="ae1b9451-3dd4-4d2d-a5f3-ac7ac5e592f1" providerId="ADAL" clId="{E9FE65BC-06F9-4ECE-A39F-F7E250AD25FF}" dt="2025-12-08T01:57:50.149" v="313" actId="478"/>
          <ac:grpSpMkLst>
            <pc:docMk/>
            <pc:sldMk cId="533466854" sldId="2147480751"/>
            <ac:grpSpMk id="21" creationId="{6BDD7C16-0CD2-58DA-351F-C4BBCE1ED1E9}"/>
          </ac:grpSpMkLst>
        </pc:grpChg>
        <pc:graphicFrameChg chg="add mod modGraphic">
          <ac:chgData name="Bhuvaneswari Natarajan" userId="ae1b9451-3dd4-4d2d-a5f3-ac7ac5e592f1" providerId="ADAL" clId="{E9FE65BC-06F9-4ECE-A39F-F7E250AD25FF}" dt="2025-12-08T02:20:47.312" v="974" actId="2165"/>
          <ac:graphicFrameMkLst>
            <pc:docMk/>
            <pc:sldMk cId="533466854" sldId="2147480751"/>
            <ac:graphicFrameMk id="5" creationId="{F0AD5E95-F91F-E56A-4FEE-373FF84161BF}"/>
          </ac:graphicFrameMkLst>
        </pc:graphicFrameChg>
        <pc:graphicFrameChg chg="mod modGraphic">
          <ac:chgData name="Bhuvaneswari Natarajan" userId="ae1b9451-3dd4-4d2d-a5f3-ac7ac5e592f1" providerId="ADAL" clId="{E9FE65BC-06F9-4ECE-A39F-F7E250AD25FF}" dt="2025-12-08T08:47:39.299" v="1648" actId="20577"/>
          <ac:graphicFrameMkLst>
            <pc:docMk/>
            <pc:sldMk cId="533466854" sldId="2147480751"/>
            <ac:graphicFrameMk id="23" creationId="{98BA70D1-C8B1-DFA2-8016-AD10F07F4B0E}"/>
          </ac:graphicFrameMkLst>
        </pc:graphicFrameChg>
        <pc:graphicFrameChg chg="del">
          <ac:chgData name="Bhuvaneswari Natarajan" userId="ae1b9451-3dd4-4d2d-a5f3-ac7ac5e592f1" providerId="ADAL" clId="{E9FE65BC-06F9-4ECE-A39F-F7E250AD25FF}" dt="2025-12-08T01:57:46.911" v="312" actId="478"/>
          <ac:graphicFrameMkLst>
            <pc:docMk/>
            <pc:sldMk cId="533466854" sldId="2147480751"/>
            <ac:graphicFrameMk id="25" creationId="{4F6D5580-9A0A-8916-2C2B-7EC7A2C99138}"/>
          </ac:graphicFrameMkLst>
        </pc:graphicFrameChg>
        <pc:graphicFrameChg chg="add mod modGraphic">
          <ac:chgData name="Bhuvaneswari Natarajan" userId="ae1b9451-3dd4-4d2d-a5f3-ac7ac5e592f1" providerId="ADAL" clId="{E9FE65BC-06F9-4ECE-A39F-F7E250AD25FF}" dt="2025-12-08T02:23:13.733" v="1024" actId="20577"/>
          <ac:graphicFrameMkLst>
            <pc:docMk/>
            <pc:sldMk cId="533466854" sldId="2147480751"/>
            <ac:graphicFrameMk id="29" creationId="{EB5AA98C-B314-EB8F-B15F-75C0DBA3A42E}"/>
          </ac:graphicFrameMkLst>
        </pc:graphicFrameChg>
        <pc:picChg chg="del">
          <ac:chgData name="Bhuvaneswari Natarajan" userId="ae1b9451-3dd4-4d2d-a5f3-ac7ac5e592f1" providerId="ADAL" clId="{E9FE65BC-06F9-4ECE-A39F-F7E250AD25FF}" dt="2025-12-08T01:21:31.808" v="3" actId="478"/>
          <ac:picMkLst>
            <pc:docMk/>
            <pc:sldMk cId="533466854" sldId="2147480751"/>
            <ac:picMk id="6" creationId="{67364367-2BC0-953B-FABC-3C85234B3556}"/>
          </ac:picMkLst>
        </pc:picChg>
        <pc:picChg chg="add del mod modCrop">
          <ac:chgData name="Bhuvaneswari Natarajan" userId="ae1b9451-3dd4-4d2d-a5f3-ac7ac5e592f1" providerId="ADAL" clId="{E9FE65BC-06F9-4ECE-A39F-F7E250AD25FF}" dt="2025-12-08T02:22:25.642" v="993" actId="478"/>
          <ac:picMkLst>
            <pc:docMk/>
            <pc:sldMk cId="533466854" sldId="2147480751"/>
            <ac:picMk id="17" creationId="{E723801A-5D68-31B0-A078-757EBE47B8D7}"/>
          </ac:picMkLst>
        </pc:picChg>
        <pc:picChg chg="del">
          <ac:chgData name="Bhuvaneswari Natarajan" userId="ae1b9451-3dd4-4d2d-a5f3-ac7ac5e592f1" providerId="ADAL" clId="{E9FE65BC-06F9-4ECE-A39F-F7E250AD25FF}" dt="2025-12-08T01:22:29.573" v="8" actId="478"/>
          <ac:picMkLst>
            <pc:docMk/>
            <pc:sldMk cId="533466854" sldId="2147480751"/>
            <ac:picMk id="20" creationId="{26BE1D19-6263-54E8-52B8-1ABA55CB4286}"/>
          </ac:picMkLst>
        </pc:picChg>
        <pc:picChg chg="add mod">
          <ac:chgData name="Bhuvaneswari Natarajan" userId="ae1b9451-3dd4-4d2d-a5f3-ac7ac5e592f1" providerId="ADAL" clId="{E9FE65BC-06F9-4ECE-A39F-F7E250AD25FF}" dt="2025-12-08T02:25:15.778" v="1044" actId="1076"/>
          <ac:picMkLst>
            <pc:docMk/>
            <pc:sldMk cId="533466854" sldId="2147480751"/>
            <ac:picMk id="31" creationId="{D5F74CEF-963C-397D-9546-09689F4FC0B7}"/>
          </ac:picMkLst>
        </pc:picChg>
        <pc:picChg chg="add mod">
          <ac:chgData name="Bhuvaneswari Natarajan" userId="ae1b9451-3dd4-4d2d-a5f3-ac7ac5e592f1" providerId="ADAL" clId="{E9FE65BC-06F9-4ECE-A39F-F7E250AD25FF}" dt="2025-12-08T02:25:11.808" v="1043" actId="1038"/>
          <ac:picMkLst>
            <pc:docMk/>
            <pc:sldMk cId="533466854" sldId="2147480751"/>
            <ac:picMk id="33" creationId="{1BDDD8E9-E8F5-9581-66DC-BD4117606635}"/>
          </ac:picMkLst>
        </pc:picChg>
        <pc:cxnChg chg="mod">
          <ac:chgData name="Bhuvaneswari Natarajan" userId="ae1b9451-3dd4-4d2d-a5f3-ac7ac5e592f1" providerId="ADAL" clId="{E9FE65BC-06F9-4ECE-A39F-F7E250AD25FF}" dt="2025-12-08T02:20:52.549" v="975"/>
          <ac:cxnSpMkLst>
            <pc:docMk/>
            <pc:sldMk cId="533466854" sldId="2147480751"/>
            <ac:cxnSpMk id="15" creationId="{9D3D66D6-36A8-1D71-6648-6809D792D87A}"/>
          </ac:cxnSpMkLst>
        </pc:cxnChg>
        <pc:cxnChg chg="mod">
          <ac:chgData name="Bhuvaneswari Natarajan" userId="ae1b9451-3dd4-4d2d-a5f3-ac7ac5e592f1" providerId="ADAL" clId="{E9FE65BC-06F9-4ECE-A39F-F7E250AD25FF}" dt="2025-12-08T02:22:33.353" v="994"/>
          <ac:cxnSpMkLst>
            <pc:docMk/>
            <pc:sldMk cId="533466854" sldId="2147480751"/>
            <ac:cxnSpMk id="28" creationId="{FD7D8EFD-5583-5CFB-D4A1-3D98FC53B946}"/>
          </ac:cxnSpMkLst>
        </pc:cxnChg>
      </pc:sldChg>
      <pc:sldChg chg="new del">
        <pc:chgData name="Bhuvaneswari Natarajan" userId="ae1b9451-3dd4-4d2d-a5f3-ac7ac5e592f1" providerId="ADAL" clId="{E9FE65BC-06F9-4ECE-A39F-F7E250AD25FF}" dt="2025-12-08T01:21:23.002" v="1" actId="47"/>
        <pc:sldMkLst>
          <pc:docMk/>
          <pc:sldMk cId="3725892028" sldId="2147480751"/>
        </pc:sldMkLst>
      </pc:sldChg>
      <pc:sldChg chg="delSp add mod">
        <pc:chgData name="Bhuvaneswari Natarajan" userId="ae1b9451-3dd4-4d2d-a5f3-ac7ac5e592f1" providerId="ADAL" clId="{E9FE65BC-06F9-4ECE-A39F-F7E250AD25FF}" dt="2025-12-08T02:31:09.136" v="1046" actId="478"/>
        <pc:sldMkLst>
          <pc:docMk/>
          <pc:sldMk cId="1776034058" sldId="2147480752"/>
        </pc:sldMkLst>
        <pc:spChg chg="del">
          <ac:chgData name="Bhuvaneswari Natarajan" userId="ae1b9451-3dd4-4d2d-a5f3-ac7ac5e592f1" providerId="ADAL" clId="{E9FE65BC-06F9-4ECE-A39F-F7E250AD25FF}" dt="2025-12-08T02:31:09.136" v="1046" actId="478"/>
          <ac:spMkLst>
            <pc:docMk/>
            <pc:sldMk cId="1776034058" sldId="2147480752"/>
            <ac:spMk id="13" creationId="{4C29E05C-92F5-8B2B-5E73-069E9A179A6F}"/>
          </ac:spMkLst>
        </pc:spChg>
        <pc:grpChg chg="del">
          <ac:chgData name="Bhuvaneswari Natarajan" userId="ae1b9451-3dd4-4d2d-a5f3-ac7ac5e592f1" providerId="ADAL" clId="{E9FE65BC-06F9-4ECE-A39F-F7E250AD25FF}" dt="2025-12-08T02:31:09.136" v="1046" actId="478"/>
          <ac:grpSpMkLst>
            <pc:docMk/>
            <pc:sldMk cId="1776034058" sldId="2147480752"/>
            <ac:grpSpMk id="18" creationId="{472FB3E9-1BCD-B416-F850-F61FAEB4B5B9}"/>
          </ac:grpSpMkLst>
        </pc:grpChg>
        <pc:graphicFrameChg chg="del">
          <ac:chgData name="Bhuvaneswari Natarajan" userId="ae1b9451-3dd4-4d2d-a5f3-ac7ac5e592f1" providerId="ADAL" clId="{E9FE65BC-06F9-4ECE-A39F-F7E250AD25FF}" dt="2025-12-08T02:31:09.136" v="1046" actId="478"/>
          <ac:graphicFrameMkLst>
            <pc:docMk/>
            <pc:sldMk cId="1776034058" sldId="2147480752"/>
            <ac:graphicFrameMk id="5" creationId="{AFB2FD4F-0F95-F1BC-A012-465AF244D91D}"/>
          </ac:graphicFrameMkLst>
        </pc:graphicFrameChg>
        <pc:graphicFrameChg chg="del">
          <ac:chgData name="Bhuvaneswari Natarajan" userId="ae1b9451-3dd4-4d2d-a5f3-ac7ac5e592f1" providerId="ADAL" clId="{E9FE65BC-06F9-4ECE-A39F-F7E250AD25FF}" dt="2025-12-08T02:31:09.136" v="1046" actId="478"/>
          <ac:graphicFrameMkLst>
            <pc:docMk/>
            <pc:sldMk cId="1776034058" sldId="2147480752"/>
            <ac:graphicFrameMk id="23" creationId="{8FD75EEA-463E-11AF-0BDE-88ACD72C8C23}"/>
          </ac:graphicFrameMkLst>
        </pc:graphicFrameChg>
        <pc:graphicFrameChg chg="del">
          <ac:chgData name="Bhuvaneswari Natarajan" userId="ae1b9451-3dd4-4d2d-a5f3-ac7ac5e592f1" providerId="ADAL" clId="{E9FE65BC-06F9-4ECE-A39F-F7E250AD25FF}" dt="2025-12-08T02:31:09.136" v="1046" actId="478"/>
          <ac:graphicFrameMkLst>
            <pc:docMk/>
            <pc:sldMk cId="1776034058" sldId="2147480752"/>
            <ac:graphicFrameMk id="29" creationId="{6FF8CF75-72F5-07E0-83DD-5DD0E5BD999F}"/>
          </ac:graphicFrameMkLst>
        </pc:graphicFrameChg>
      </pc:sldChg>
      <pc:sldChg chg="add del">
        <pc:chgData name="Bhuvaneswari Natarajan" userId="ae1b9451-3dd4-4d2d-a5f3-ac7ac5e592f1" providerId="ADAL" clId="{E9FE65BC-06F9-4ECE-A39F-F7E250AD25FF}" dt="2025-12-08T02:23:43.005" v="1026" actId="47"/>
        <pc:sldMkLst>
          <pc:docMk/>
          <pc:sldMk cId="3242504025" sldId="2147480752"/>
        </pc:sldMkLst>
      </pc:sldChg>
      <pc:sldChg chg="addSp delSp modSp mod">
        <pc:chgData name="Bhuvaneswari Natarajan" userId="ae1b9451-3dd4-4d2d-a5f3-ac7ac5e592f1" providerId="ADAL" clId="{E9FE65BC-06F9-4ECE-A39F-F7E250AD25FF}" dt="2025-12-08T09:36:41.646" v="2378" actId="1076"/>
        <pc:sldMkLst>
          <pc:docMk/>
          <pc:sldMk cId="3497162666" sldId="2147480755"/>
        </pc:sldMkLst>
        <pc:spChg chg="mod">
          <ac:chgData name="Bhuvaneswari Natarajan" userId="ae1b9451-3dd4-4d2d-a5f3-ac7ac5e592f1" providerId="ADAL" clId="{E9FE65BC-06F9-4ECE-A39F-F7E250AD25FF}" dt="2025-12-08T09:36:35.815" v="2377" actId="20577"/>
          <ac:spMkLst>
            <pc:docMk/>
            <pc:sldMk cId="3497162666" sldId="2147480755"/>
            <ac:spMk id="16" creationId="{B5B75696-A297-7B2F-27DD-7EDA81D7A427}"/>
          </ac:spMkLst>
        </pc:spChg>
        <pc:grpChg chg="del">
          <ac:chgData name="Bhuvaneswari Natarajan" userId="ae1b9451-3dd4-4d2d-a5f3-ac7ac5e592f1" providerId="ADAL" clId="{E9FE65BC-06F9-4ECE-A39F-F7E250AD25FF}" dt="2025-12-08T09:35:23.639" v="2342" actId="478"/>
          <ac:grpSpMkLst>
            <pc:docMk/>
            <pc:sldMk cId="3497162666" sldId="2147480755"/>
            <ac:grpSpMk id="2" creationId="{C50E7B2D-1EBD-1036-8D20-26FF8755ECA9}"/>
          </ac:grpSpMkLst>
        </pc:grpChg>
        <pc:grpChg chg="add mod">
          <ac:chgData name="Bhuvaneswari Natarajan" userId="ae1b9451-3dd4-4d2d-a5f3-ac7ac5e592f1" providerId="ADAL" clId="{E9FE65BC-06F9-4ECE-A39F-F7E250AD25FF}" dt="2025-12-08T09:36:41.646" v="2378" actId="1076"/>
          <ac:grpSpMkLst>
            <pc:docMk/>
            <pc:sldMk cId="3497162666" sldId="2147480755"/>
            <ac:grpSpMk id="15" creationId="{FB96AA33-5607-8E44-B035-CBA5FED2FE96}"/>
          </ac:grpSpMkLst>
        </pc:grpChg>
        <pc:grpChg chg="mod">
          <ac:chgData name="Bhuvaneswari Natarajan" userId="ae1b9451-3dd4-4d2d-a5f3-ac7ac5e592f1" providerId="ADAL" clId="{E9FE65BC-06F9-4ECE-A39F-F7E250AD25FF}" dt="2025-12-08T09:35:38.521" v="2347" actId="1076"/>
          <ac:grpSpMkLst>
            <pc:docMk/>
            <pc:sldMk cId="3497162666" sldId="2147480755"/>
            <ac:grpSpMk id="18" creationId="{2BD9C68A-5480-9168-9A96-4473C9EAC817}"/>
          </ac:grpSpMkLst>
        </pc:grpChg>
        <pc:graphicFrameChg chg="del mod modGraphic">
          <ac:chgData name="Bhuvaneswari Natarajan" userId="ae1b9451-3dd4-4d2d-a5f3-ac7ac5e592f1" providerId="ADAL" clId="{E9FE65BC-06F9-4ECE-A39F-F7E250AD25FF}" dt="2025-12-08T09:35:21.936" v="2341" actId="478"/>
          <ac:graphicFrameMkLst>
            <pc:docMk/>
            <pc:sldMk cId="3497162666" sldId="2147480755"/>
            <ac:graphicFrameMk id="5" creationId="{E780C93B-61C4-90D3-49D2-34C268C49EB8}"/>
          </ac:graphicFrameMkLst>
        </pc:graphicFrameChg>
        <pc:graphicFrameChg chg="add mod">
          <ac:chgData name="Bhuvaneswari Natarajan" userId="ae1b9451-3dd4-4d2d-a5f3-ac7ac5e592f1" providerId="ADAL" clId="{E9FE65BC-06F9-4ECE-A39F-F7E250AD25FF}" dt="2025-12-08T09:36:09.034" v="2353" actId="14100"/>
          <ac:graphicFrameMkLst>
            <pc:docMk/>
            <pc:sldMk cId="3497162666" sldId="2147480755"/>
            <ac:graphicFrameMk id="6" creationId="{59480994-BE51-2760-566C-E25EA32EEF39}"/>
          </ac:graphicFrameMkLst>
        </pc:graphicFrameChg>
        <pc:graphicFrameChg chg="mod modGraphic">
          <ac:chgData name="Bhuvaneswari Natarajan" userId="ae1b9451-3dd4-4d2d-a5f3-ac7ac5e592f1" providerId="ADAL" clId="{E9FE65BC-06F9-4ECE-A39F-F7E250AD25FF}" dt="2025-12-08T09:35:20.327" v="2340" actId="14100"/>
          <ac:graphicFrameMkLst>
            <pc:docMk/>
            <pc:sldMk cId="3497162666" sldId="2147480755"/>
            <ac:graphicFrameMk id="23" creationId="{9C2053DE-43FD-3B14-76FE-2C9D87F5B70E}"/>
          </ac:graphicFrameMkLst>
        </pc:graphicFrameChg>
        <pc:graphicFrameChg chg="mod modGraphic">
          <ac:chgData name="Bhuvaneswari Natarajan" userId="ae1b9451-3dd4-4d2d-a5f3-ac7ac5e592f1" providerId="ADAL" clId="{E9FE65BC-06F9-4ECE-A39F-F7E250AD25FF}" dt="2025-12-08T09:36:28.112" v="2355" actId="14100"/>
          <ac:graphicFrameMkLst>
            <pc:docMk/>
            <pc:sldMk cId="3497162666" sldId="2147480755"/>
            <ac:graphicFrameMk id="29" creationId="{C5924438-93C4-90C3-DFFE-3A2DAF4A6E4C}"/>
          </ac:graphicFrameMkLst>
        </pc:graphicFrameChg>
        <pc:cxnChg chg="mod">
          <ac:chgData name="Bhuvaneswari Natarajan" userId="ae1b9451-3dd4-4d2d-a5f3-ac7ac5e592f1" providerId="ADAL" clId="{E9FE65BC-06F9-4ECE-A39F-F7E250AD25FF}" dt="2025-12-08T09:35:46.117" v="2348"/>
          <ac:cxnSpMkLst>
            <pc:docMk/>
            <pc:sldMk cId="3497162666" sldId="2147480755"/>
            <ac:cxnSpMk id="17" creationId="{22A1DF7F-29D9-C78F-8012-F323ABCC18B3}"/>
          </ac:cxnSpMkLst>
        </pc:cxnChg>
      </pc:sldChg>
      <pc:sldChg chg="addSp delSp modSp add mod">
        <pc:chgData name="Bhuvaneswari Natarajan" userId="ae1b9451-3dd4-4d2d-a5f3-ac7ac5e592f1" providerId="ADAL" clId="{E9FE65BC-06F9-4ECE-A39F-F7E250AD25FF}" dt="2025-12-08T09:32:05.067" v="2318" actId="27918"/>
        <pc:sldMkLst>
          <pc:docMk/>
          <pc:sldMk cId="1333604350" sldId="2147480756"/>
        </pc:sldMkLst>
        <pc:spChg chg="mod">
          <ac:chgData name="Bhuvaneswari Natarajan" userId="ae1b9451-3dd4-4d2d-a5f3-ac7ac5e592f1" providerId="ADAL" clId="{E9FE65BC-06F9-4ECE-A39F-F7E250AD25FF}" dt="2025-12-08T08:41:03.076" v="1447" actId="20577"/>
          <ac:spMkLst>
            <pc:docMk/>
            <pc:sldMk cId="1333604350" sldId="2147480756"/>
            <ac:spMk id="3" creationId="{8A75643D-5C78-1A8F-8F4A-646B28D92AAC}"/>
          </ac:spMkLst>
        </pc:spChg>
        <pc:spChg chg="mod">
          <ac:chgData name="Bhuvaneswari Natarajan" userId="ae1b9451-3dd4-4d2d-a5f3-ac7ac5e592f1" providerId="ADAL" clId="{E9FE65BC-06F9-4ECE-A39F-F7E250AD25FF}" dt="2025-12-08T09:30:44.254" v="2305" actId="20577"/>
          <ac:spMkLst>
            <pc:docMk/>
            <pc:sldMk cId="1333604350" sldId="2147480756"/>
            <ac:spMk id="19" creationId="{6A7132E7-F354-DDB1-6702-2790CDDB2A40}"/>
          </ac:spMkLst>
        </pc:spChg>
        <pc:grpChg chg="add del mod">
          <ac:chgData name="Bhuvaneswari Natarajan" userId="ae1b9451-3dd4-4d2d-a5f3-ac7ac5e592f1" providerId="ADAL" clId="{E9FE65BC-06F9-4ECE-A39F-F7E250AD25FF}" dt="2025-12-08T09:31:05.718" v="2315" actId="1036"/>
          <ac:grpSpMkLst>
            <pc:docMk/>
            <pc:sldMk cId="1333604350" sldId="2147480756"/>
            <ac:grpSpMk id="18" creationId="{81BEDAE7-4424-EA54-7B66-292E4A18058B}"/>
          </ac:grpSpMkLst>
        </pc:grpChg>
        <pc:graphicFrameChg chg="mod modGraphic">
          <ac:chgData name="Bhuvaneswari Natarajan" userId="ae1b9451-3dd4-4d2d-a5f3-ac7ac5e592f1" providerId="ADAL" clId="{E9FE65BC-06F9-4ECE-A39F-F7E250AD25FF}" dt="2025-12-08T09:31:00.645" v="2313" actId="14100"/>
          <ac:graphicFrameMkLst>
            <pc:docMk/>
            <pc:sldMk cId="1333604350" sldId="2147480756"/>
            <ac:graphicFrameMk id="5" creationId="{9BB1DDE1-D92D-3827-3FCA-357B3D2AC4FD}"/>
          </ac:graphicFrameMkLst>
        </pc:graphicFrameChg>
        <pc:graphicFrameChg chg="add mod">
          <ac:chgData name="Bhuvaneswari Natarajan" userId="ae1b9451-3dd4-4d2d-a5f3-ac7ac5e592f1" providerId="ADAL" clId="{E9FE65BC-06F9-4ECE-A39F-F7E250AD25FF}" dt="2025-12-08T09:31:40.056" v="2317"/>
          <ac:graphicFrameMkLst>
            <pc:docMk/>
            <pc:sldMk cId="1333604350" sldId="2147480756"/>
            <ac:graphicFrameMk id="14" creationId="{DBDFF9EF-F34B-196C-452F-D729312D5903}"/>
          </ac:graphicFrameMkLst>
        </pc:graphicFrameChg>
        <pc:graphicFrameChg chg="mod modGraphic">
          <ac:chgData name="Bhuvaneswari Natarajan" userId="ae1b9451-3dd4-4d2d-a5f3-ac7ac5e592f1" providerId="ADAL" clId="{E9FE65BC-06F9-4ECE-A39F-F7E250AD25FF}" dt="2025-12-08T08:54:33.177" v="1855" actId="14100"/>
          <ac:graphicFrameMkLst>
            <pc:docMk/>
            <pc:sldMk cId="1333604350" sldId="2147480756"/>
            <ac:graphicFrameMk id="23" creationId="{0FEFCA0B-4C8E-2E57-95FF-914926304690}"/>
          </ac:graphicFrameMkLst>
        </pc:graphicFrameChg>
        <pc:graphicFrameChg chg="add del">
          <ac:chgData name="Bhuvaneswari Natarajan" userId="ae1b9451-3dd4-4d2d-a5f3-ac7ac5e592f1" providerId="ADAL" clId="{E9FE65BC-06F9-4ECE-A39F-F7E250AD25FF}" dt="2025-12-08T09:30:09.777" v="2280" actId="478"/>
          <ac:graphicFrameMkLst>
            <pc:docMk/>
            <pc:sldMk cId="1333604350" sldId="2147480756"/>
            <ac:graphicFrameMk id="29" creationId="{9FB2F994-DC37-5AEC-F6DD-E358D2AE5741}"/>
          </ac:graphicFrameMkLst>
        </pc:graphicFrameChg>
        <pc:picChg chg="add mod">
          <ac:chgData name="Bhuvaneswari Natarajan" userId="ae1b9451-3dd4-4d2d-a5f3-ac7ac5e592f1" providerId="ADAL" clId="{E9FE65BC-06F9-4ECE-A39F-F7E250AD25FF}" dt="2025-12-08T08:41:34.980" v="1450" actId="1076"/>
          <ac:picMkLst>
            <pc:docMk/>
            <pc:sldMk cId="1333604350" sldId="2147480756"/>
            <ac:picMk id="13" creationId="{6F2FF5FE-EEE7-5236-FB93-6A72D2271444}"/>
          </ac:picMkLst>
        </pc:picChg>
        <pc:picChg chg="del">
          <ac:chgData name="Bhuvaneswari Natarajan" userId="ae1b9451-3dd4-4d2d-a5f3-ac7ac5e592f1" providerId="ADAL" clId="{E9FE65BC-06F9-4ECE-A39F-F7E250AD25FF}" dt="2025-12-08T08:41:05.830" v="1448" actId="478"/>
          <ac:picMkLst>
            <pc:docMk/>
            <pc:sldMk cId="1333604350" sldId="2147480756"/>
            <ac:picMk id="31" creationId="{1C7C0F73-5F86-3C9F-AD21-029FEFB333A7}"/>
          </ac:picMkLst>
        </pc:picChg>
        <pc:picChg chg="mod">
          <ac:chgData name="Bhuvaneswari Natarajan" userId="ae1b9451-3dd4-4d2d-a5f3-ac7ac5e592f1" providerId="ADAL" clId="{E9FE65BC-06F9-4ECE-A39F-F7E250AD25FF}" dt="2025-12-08T08:41:49.566" v="1501" actId="1038"/>
          <ac:picMkLst>
            <pc:docMk/>
            <pc:sldMk cId="1333604350" sldId="2147480756"/>
            <ac:picMk id="33" creationId="{DC4E1541-1B92-22BD-1136-4EF6B9E78BBA}"/>
          </ac:picMkLst>
        </pc:picChg>
      </pc:sldChg>
      <pc:sldChg chg="addSp delSp modSp add mod">
        <pc:chgData name="Bhuvaneswari Natarajan" userId="ae1b9451-3dd4-4d2d-a5f3-ac7ac5e592f1" providerId="ADAL" clId="{E9FE65BC-06F9-4ECE-A39F-F7E250AD25FF}" dt="2025-12-08T09:16:03.785" v="2198" actId="20577"/>
        <pc:sldMkLst>
          <pc:docMk/>
          <pc:sldMk cId="1040353950" sldId="2147480757"/>
        </pc:sldMkLst>
        <pc:spChg chg="mod">
          <ac:chgData name="Bhuvaneswari Natarajan" userId="ae1b9451-3dd4-4d2d-a5f3-ac7ac5e592f1" providerId="ADAL" clId="{E9FE65BC-06F9-4ECE-A39F-F7E250AD25FF}" dt="2025-12-08T09:16:03.785" v="2198" actId="20577"/>
          <ac:spMkLst>
            <pc:docMk/>
            <pc:sldMk cId="1040353950" sldId="2147480757"/>
            <ac:spMk id="3" creationId="{F9FAFF15-D162-AA5E-6BA3-35860863C70B}"/>
          </ac:spMkLst>
        </pc:spChg>
        <pc:spChg chg="mod">
          <ac:chgData name="Bhuvaneswari Natarajan" userId="ae1b9451-3dd4-4d2d-a5f3-ac7ac5e592f1" providerId="ADAL" clId="{E9FE65BC-06F9-4ECE-A39F-F7E250AD25FF}" dt="2025-12-08T09:10:57.234" v="2072" actId="20577"/>
          <ac:spMkLst>
            <pc:docMk/>
            <pc:sldMk cId="1040353950" sldId="2147480757"/>
            <ac:spMk id="6" creationId="{9C23AC7F-8FC1-6057-4186-411C00CCEB32}"/>
          </ac:spMkLst>
        </pc:spChg>
        <pc:spChg chg="mod">
          <ac:chgData name="Bhuvaneswari Natarajan" userId="ae1b9451-3dd4-4d2d-a5f3-ac7ac5e592f1" providerId="ADAL" clId="{E9FE65BC-06F9-4ECE-A39F-F7E250AD25FF}" dt="2025-12-08T09:14:12.568" v="2105" actId="20577"/>
          <ac:spMkLst>
            <pc:docMk/>
            <pc:sldMk cId="1040353950" sldId="2147480757"/>
            <ac:spMk id="8" creationId="{B30D7AF1-8649-4DAD-3F5C-1A77EDE75F17}"/>
          </ac:spMkLst>
        </pc:spChg>
        <pc:spChg chg="mod">
          <ac:chgData name="Bhuvaneswari Natarajan" userId="ae1b9451-3dd4-4d2d-a5f3-ac7ac5e592f1" providerId="ADAL" clId="{E9FE65BC-06F9-4ECE-A39F-F7E250AD25FF}" dt="2025-12-08T09:15:00.348" v="2189" actId="20577"/>
          <ac:spMkLst>
            <pc:docMk/>
            <pc:sldMk cId="1040353950" sldId="2147480757"/>
            <ac:spMk id="10" creationId="{C00895D2-957F-3EC3-55ED-D8523DD87A69}"/>
          </ac:spMkLst>
        </pc:spChg>
        <pc:spChg chg="add mod">
          <ac:chgData name="Bhuvaneswari Natarajan" userId="ae1b9451-3dd4-4d2d-a5f3-ac7ac5e592f1" providerId="ADAL" clId="{E9FE65BC-06F9-4ECE-A39F-F7E250AD25FF}" dt="2025-12-08T09:14:48.803" v="2177" actId="14100"/>
          <ac:spMkLst>
            <pc:docMk/>
            <pc:sldMk cId="1040353950" sldId="2147480757"/>
            <ac:spMk id="25" creationId="{195CF25A-D381-81FD-DCBF-16493845455D}"/>
          </ac:spMkLst>
        </pc:spChg>
        <pc:grpChg chg="del">
          <ac:chgData name="Bhuvaneswari Natarajan" userId="ae1b9451-3dd4-4d2d-a5f3-ac7ac5e592f1" providerId="ADAL" clId="{E9FE65BC-06F9-4ECE-A39F-F7E250AD25FF}" dt="2025-12-08T09:10:41.723" v="2068" actId="478"/>
          <ac:grpSpMkLst>
            <pc:docMk/>
            <pc:sldMk cId="1040353950" sldId="2147480757"/>
            <ac:grpSpMk id="18" creationId="{27667A7B-5EF1-FF0F-13C6-2EFC0D810EBD}"/>
          </ac:grpSpMkLst>
        </pc:grpChg>
        <pc:graphicFrameChg chg="del">
          <ac:chgData name="Bhuvaneswari Natarajan" userId="ae1b9451-3dd4-4d2d-a5f3-ac7ac5e592f1" providerId="ADAL" clId="{E9FE65BC-06F9-4ECE-A39F-F7E250AD25FF}" dt="2025-12-08T09:10:41.723" v="2068" actId="478"/>
          <ac:graphicFrameMkLst>
            <pc:docMk/>
            <pc:sldMk cId="1040353950" sldId="2147480757"/>
            <ac:graphicFrameMk id="5" creationId="{8354DEEF-769B-725F-4D98-D83F981ADF5B}"/>
          </ac:graphicFrameMkLst>
        </pc:graphicFrameChg>
        <pc:graphicFrameChg chg="del">
          <ac:chgData name="Bhuvaneswari Natarajan" userId="ae1b9451-3dd4-4d2d-a5f3-ac7ac5e592f1" providerId="ADAL" clId="{E9FE65BC-06F9-4ECE-A39F-F7E250AD25FF}" dt="2025-12-08T08:47:01.861" v="1637" actId="478"/>
          <ac:graphicFrameMkLst>
            <pc:docMk/>
            <pc:sldMk cId="1040353950" sldId="2147480757"/>
            <ac:graphicFrameMk id="23" creationId="{9CD20F66-48E4-0567-2C18-B1D15FC839CE}"/>
          </ac:graphicFrameMkLst>
        </pc:graphicFrameChg>
        <pc:graphicFrameChg chg="del">
          <ac:chgData name="Bhuvaneswari Natarajan" userId="ae1b9451-3dd4-4d2d-a5f3-ac7ac5e592f1" providerId="ADAL" clId="{E9FE65BC-06F9-4ECE-A39F-F7E250AD25FF}" dt="2025-12-08T09:10:48.650" v="2069" actId="478"/>
          <ac:graphicFrameMkLst>
            <pc:docMk/>
            <pc:sldMk cId="1040353950" sldId="2147480757"/>
            <ac:graphicFrameMk id="29" creationId="{84CE019F-F152-CF4E-F2B7-76C31060301E}"/>
          </ac:graphicFrameMkLst>
        </pc:graphicFrameChg>
        <pc:picChg chg="del">
          <ac:chgData name="Bhuvaneswari Natarajan" userId="ae1b9451-3dd4-4d2d-a5f3-ac7ac5e592f1" providerId="ADAL" clId="{E9FE65BC-06F9-4ECE-A39F-F7E250AD25FF}" dt="2025-12-08T08:46:57.436" v="1636" actId="478"/>
          <ac:picMkLst>
            <pc:docMk/>
            <pc:sldMk cId="1040353950" sldId="2147480757"/>
            <ac:picMk id="13" creationId="{D82879FB-BE7F-BFCA-2898-95E39F913FFE}"/>
          </ac:picMkLst>
        </pc:picChg>
        <pc:picChg chg="add mod">
          <ac:chgData name="Bhuvaneswari Natarajan" userId="ae1b9451-3dd4-4d2d-a5f3-ac7ac5e592f1" providerId="ADAL" clId="{E9FE65BC-06F9-4ECE-A39F-F7E250AD25FF}" dt="2025-12-08T09:13:41.594" v="2080" actId="1076"/>
          <ac:picMkLst>
            <pc:docMk/>
            <pc:sldMk cId="1040353950" sldId="2147480757"/>
            <ac:picMk id="14" creationId="{A07447A1-BEC4-FD46-3B83-19D6020C363A}"/>
          </ac:picMkLst>
        </pc:picChg>
        <pc:picChg chg="add mod">
          <ac:chgData name="Bhuvaneswari Natarajan" userId="ae1b9451-3dd4-4d2d-a5f3-ac7ac5e592f1" providerId="ADAL" clId="{E9FE65BC-06F9-4ECE-A39F-F7E250AD25FF}" dt="2025-12-08T09:15:12.811" v="2192" actId="1076"/>
          <ac:picMkLst>
            <pc:docMk/>
            <pc:sldMk cId="1040353950" sldId="2147480757"/>
            <ac:picMk id="16" creationId="{2D51235D-E9CA-14CB-96DC-033E0ECB6783}"/>
          </ac:picMkLst>
        </pc:picChg>
        <pc:picChg chg="add mod">
          <ac:chgData name="Bhuvaneswari Natarajan" userId="ae1b9451-3dd4-4d2d-a5f3-ac7ac5e592f1" providerId="ADAL" clId="{E9FE65BC-06F9-4ECE-A39F-F7E250AD25FF}" dt="2025-12-08T09:13:03.585" v="2077" actId="1076"/>
          <ac:picMkLst>
            <pc:docMk/>
            <pc:sldMk cId="1040353950" sldId="2147480757"/>
            <ac:picMk id="20" creationId="{6A74324A-FD58-AF8F-7DB5-58078CAF76A0}"/>
          </ac:picMkLst>
        </pc:picChg>
        <pc:picChg chg="add mod">
          <ac:chgData name="Bhuvaneswari Natarajan" userId="ae1b9451-3dd4-4d2d-a5f3-ac7ac5e592f1" providerId="ADAL" clId="{E9FE65BC-06F9-4ECE-A39F-F7E250AD25FF}" dt="2025-12-08T09:15:08.772" v="2191" actId="1076"/>
          <ac:picMkLst>
            <pc:docMk/>
            <pc:sldMk cId="1040353950" sldId="2147480757"/>
            <ac:picMk id="22" creationId="{CEAA828A-2AA6-2A92-EB9E-2D4377C69643}"/>
          </ac:picMkLst>
        </pc:picChg>
        <pc:picChg chg="del">
          <ac:chgData name="Bhuvaneswari Natarajan" userId="ae1b9451-3dd4-4d2d-a5f3-ac7ac5e592f1" providerId="ADAL" clId="{E9FE65BC-06F9-4ECE-A39F-F7E250AD25FF}" dt="2025-12-08T08:46:57.436" v="1636" actId="478"/>
          <ac:picMkLst>
            <pc:docMk/>
            <pc:sldMk cId="1040353950" sldId="2147480757"/>
            <ac:picMk id="33" creationId="{892D27F8-1068-B8E9-0CC4-5752328C78BE}"/>
          </ac:picMkLst>
        </pc:picChg>
      </pc:sldChg>
      <pc:sldChg chg="add">
        <pc:chgData name="Bhuvaneswari Natarajan" userId="ae1b9451-3dd4-4d2d-a5f3-ac7ac5e592f1" providerId="ADAL" clId="{E9FE65BC-06F9-4ECE-A39F-F7E250AD25FF}" dt="2025-12-08T09:36:47.326" v="2380"/>
        <pc:sldMkLst>
          <pc:docMk/>
          <pc:sldMk cId="1846255324" sldId="2147480758"/>
        </pc:sldMkLst>
      </pc:sldChg>
      <pc:sldChg chg="del mod modShow">
        <pc:chgData name="Bhuvaneswari Natarajan" userId="ae1b9451-3dd4-4d2d-a5f3-ac7ac5e592f1" providerId="ADAL" clId="{E9FE65BC-06F9-4ECE-A39F-F7E250AD25FF}" dt="2025-12-08T09:36:44.656" v="2379" actId="2696"/>
        <pc:sldMkLst>
          <pc:docMk/>
          <pc:sldMk cId="3975713939" sldId="2147480758"/>
        </pc:sldMkLst>
      </pc:sldChg>
      <pc:sldChg chg="delSp modSp add del mod">
        <pc:chgData name="Bhuvaneswari Natarajan" userId="ae1b9451-3dd4-4d2d-a5f3-ac7ac5e592f1" providerId="ADAL" clId="{E9FE65BC-06F9-4ECE-A39F-F7E250AD25FF}" dt="2025-12-08T09:30:30.747" v="2284" actId="47"/>
        <pc:sldMkLst>
          <pc:docMk/>
          <pc:sldMk cId="4284132930" sldId="2147480760"/>
        </pc:sldMkLst>
        <pc:spChg chg="mod">
          <ac:chgData name="Bhuvaneswari Natarajan" userId="ae1b9451-3dd4-4d2d-a5f3-ac7ac5e592f1" providerId="ADAL" clId="{E9FE65BC-06F9-4ECE-A39F-F7E250AD25FF}" dt="2025-12-08T09:16:12.515" v="2212" actId="20577"/>
          <ac:spMkLst>
            <pc:docMk/>
            <pc:sldMk cId="4284132930" sldId="2147480760"/>
            <ac:spMk id="3" creationId="{546BEE00-D725-A896-01ED-FD49ACADE191}"/>
          </ac:spMkLst>
        </pc:spChg>
        <pc:grpChg chg="del">
          <ac:chgData name="Bhuvaneswari Natarajan" userId="ae1b9451-3dd4-4d2d-a5f3-ac7ac5e592f1" providerId="ADAL" clId="{E9FE65BC-06F9-4ECE-A39F-F7E250AD25FF}" dt="2025-12-08T09:26:06.243" v="2240" actId="478"/>
          <ac:grpSpMkLst>
            <pc:docMk/>
            <pc:sldMk cId="4284132930" sldId="2147480760"/>
            <ac:grpSpMk id="10" creationId="{6B34CE9F-F3C5-8F03-B916-D7D761C01C48}"/>
          </ac:grpSpMkLst>
        </pc:grpChg>
      </pc:sldChg>
      <pc:sldChg chg="add del">
        <pc:chgData name="Bhuvaneswari Natarajan" userId="ae1b9451-3dd4-4d2d-a5f3-ac7ac5e592f1" providerId="ADAL" clId="{E9FE65BC-06F9-4ECE-A39F-F7E250AD25FF}" dt="2025-12-08T09:30:33.289" v="2285" actId="47"/>
        <pc:sldMkLst>
          <pc:docMk/>
          <pc:sldMk cId="3882879150" sldId="2147480761"/>
        </pc:sldMkLst>
      </pc:sldChg>
    </pc:docChg>
  </pc:docChgLst>
  <pc:docChgLst>
    <pc:chgData name="Si Jing Goh" userId="fe228f63-d733-4912-9848-3eb5c05e5c90" providerId="ADAL" clId="{D3CB8232-7DC5-4573-8DB2-EB195F94AE5A}"/>
    <pc:docChg chg="undo redo custSel addSld delSld modSld sldOrd">
      <pc:chgData name="Si Jing Goh" userId="fe228f63-d733-4912-9848-3eb5c05e5c90" providerId="ADAL" clId="{D3CB8232-7DC5-4573-8DB2-EB195F94AE5A}" dt="2025-12-09T14:33:55.672" v="6560" actId="478"/>
      <pc:docMkLst>
        <pc:docMk/>
      </pc:docMkLst>
      <pc:sldChg chg="delSp modSp mod">
        <pc:chgData name="Si Jing Goh" userId="fe228f63-d733-4912-9848-3eb5c05e5c90" providerId="ADAL" clId="{D3CB8232-7DC5-4573-8DB2-EB195F94AE5A}" dt="2025-12-09T14:33:55.672" v="6560" actId="478"/>
        <pc:sldMkLst>
          <pc:docMk/>
          <pc:sldMk cId="2331318179" sldId="262"/>
        </pc:sldMkLst>
        <pc:spChg chg="mod">
          <ac:chgData name="Si Jing Goh" userId="fe228f63-d733-4912-9848-3eb5c05e5c90" providerId="ADAL" clId="{D3CB8232-7DC5-4573-8DB2-EB195F94AE5A}" dt="2025-12-08T13:20:47.737" v="795"/>
          <ac:spMkLst>
            <pc:docMk/>
            <pc:sldMk cId="2331318179" sldId="262"/>
            <ac:spMk id="2" creationId="{107A3768-D323-C3EC-4A32-DF05EBC9EA2D}"/>
          </ac:spMkLst>
        </pc:spChg>
        <pc:spChg chg="mod">
          <ac:chgData name="Si Jing Goh" userId="fe228f63-d733-4912-9848-3eb5c05e5c90" providerId="ADAL" clId="{D3CB8232-7DC5-4573-8DB2-EB195F94AE5A}" dt="2025-12-09T14:33:53.030" v="6559" actId="20577"/>
          <ac:spMkLst>
            <pc:docMk/>
            <pc:sldMk cId="2331318179" sldId="262"/>
            <ac:spMk id="3" creationId="{B12DD020-A423-6551-5A07-2A475D5CD2D6}"/>
          </ac:spMkLst>
        </pc:spChg>
        <pc:spChg chg="del">
          <ac:chgData name="Si Jing Goh" userId="fe228f63-d733-4912-9848-3eb5c05e5c90" providerId="ADAL" clId="{D3CB8232-7DC5-4573-8DB2-EB195F94AE5A}" dt="2025-12-09T14:33:55.672" v="6560" actId="478"/>
          <ac:spMkLst>
            <pc:docMk/>
            <pc:sldMk cId="2331318179" sldId="262"/>
            <ac:spMk id="4" creationId="{F196E8BA-2CDF-8F6B-E9A7-B1A75C021513}"/>
          </ac:spMkLst>
        </pc:spChg>
      </pc:sldChg>
      <pc:sldChg chg="modSp mod ord">
        <pc:chgData name="Si Jing Goh" userId="fe228f63-d733-4912-9848-3eb5c05e5c90" providerId="ADAL" clId="{D3CB8232-7DC5-4573-8DB2-EB195F94AE5A}" dt="2025-12-09T14:03:06.558" v="6186" actId="20577"/>
        <pc:sldMkLst>
          <pc:docMk/>
          <pc:sldMk cId="4147935150" sldId="2147480547"/>
        </pc:sldMkLst>
        <pc:spChg chg="mod">
          <ac:chgData name="Si Jing Goh" userId="fe228f63-d733-4912-9848-3eb5c05e5c90" providerId="ADAL" clId="{D3CB8232-7DC5-4573-8DB2-EB195F94AE5A}" dt="2025-12-09T14:03:06.558" v="6186" actId="20577"/>
          <ac:spMkLst>
            <pc:docMk/>
            <pc:sldMk cId="4147935150" sldId="2147480547"/>
            <ac:spMk id="3" creationId="{0B8B4684-7C2B-EBF5-F6F1-2E9E4B2E8C76}"/>
          </ac:spMkLst>
        </pc:spChg>
        <pc:spChg chg="mod">
          <ac:chgData name="Si Jing Goh" userId="fe228f63-d733-4912-9848-3eb5c05e5c90" providerId="ADAL" clId="{D3CB8232-7DC5-4573-8DB2-EB195F94AE5A}" dt="2025-12-08T14:09:50.453" v="1520" actId="1036"/>
          <ac:spMkLst>
            <pc:docMk/>
            <pc:sldMk cId="4147935150" sldId="2147480547"/>
            <ac:spMk id="8" creationId="{6A0BBBAC-7B19-C7E8-48B2-3112AB631EAB}"/>
          </ac:spMkLst>
        </pc:spChg>
        <pc:spChg chg="mod">
          <ac:chgData name="Si Jing Goh" userId="fe228f63-d733-4912-9848-3eb5c05e5c90" providerId="ADAL" clId="{D3CB8232-7DC5-4573-8DB2-EB195F94AE5A}" dt="2025-12-08T14:07:39.001" v="1500" actId="20577"/>
          <ac:spMkLst>
            <pc:docMk/>
            <pc:sldMk cId="4147935150" sldId="2147480547"/>
            <ac:spMk id="9" creationId="{07436A99-95AD-C157-04A3-6C77ED5B67C3}"/>
          </ac:spMkLst>
        </pc:spChg>
      </pc:sldChg>
      <pc:sldChg chg="modSp mod ord">
        <pc:chgData name="Si Jing Goh" userId="fe228f63-d733-4912-9848-3eb5c05e5c90" providerId="ADAL" clId="{D3CB8232-7DC5-4573-8DB2-EB195F94AE5A}" dt="2025-12-09T14:03:09.007" v="6188" actId="20577"/>
        <pc:sldMkLst>
          <pc:docMk/>
          <pc:sldMk cId="248541446" sldId="2147480548"/>
        </pc:sldMkLst>
        <pc:spChg chg="mod">
          <ac:chgData name="Si Jing Goh" userId="fe228f63-d733-4912-9848-3eb5c05e5c90" providerId="ADAL" clId="{D3CB8232-7DC5-4573-8DB2-EB195F94AE5A}" dt="2025-12-09T14:03:09.007" v="6188" actId="20577"/>
          <ac:spMkLst>
            <pc:docMk/>
            <pc:sldMk cId="248541446" sldId="2147480548"/>
            <ac:spMk id="3" creationId="{29AEDE43-47E6-85A8-1992-55A0A0E210DD}"/>
          </ac:spMkLst>
        </pc:spChg>
        <pc:spChg chg="mod">
          <ac:chgData name="Si Jing Goh" userId="fe228f63-d733-4912-9848-3eb5c05e5c90" providerId="ADAL" clId="{D3CB8232-7DC5-4573-8DB2-EB195F94AE5A}" dt="2025-12-08T14:44:26.830" v="2527" actId="20577"/>
          <ac:spMkLst>
            <pc:docMk/>
            <pc:sldMk cId="248541446" sldId="2147480548"/>
            <ac:spMk id="17" creationId="{89FFDF74-3F86-E37C-9221-A39084206FAF}"/>
          </ac:spMkLst>
        </pc:spChg>
        <pc:graphicFrameChg chg="mod">
          <ac:chgData name="Si Jing Goh" userId="fe228f63-d733-4912-9848-3eb5c05e5c90" providerId="ADAL" clId="{D3CB8232-7DC5-4573-8DB2-EB195F94AE5A}" dt="2025-12-08T14:58:25.249" v="2552" actId="207"/>
          <ac:graphicFrameMkLst>
            <pc:docMk/>
            <pc:sldMk cId="248541446" sldId="2147480548"/>
            <ac:graphicFrameMk id="7" creationId="{3E45F34F-954E-B61B-344E-C3A9291ECA59}"/>
          </ac:graphicFrameMkLst>
        </pc:graphicFrameChg>
      </pc:sldChg>
      <pc:sldChg chg="addSp delSp modSp mod">
        <pc:chgData name="Si Jing Goh" userId="fe228f63-d733-4912-9848-3eb5c05e5c90" providerId="ADAL" clId="{D3CB8232-7DC5-4573-8DB2-EB195F94AE5A}" dt="2025-12-09T14:31:36.088" v="6530" actId="21"/>
        <pc:sldMkLst>
          <pc:docMk/>
          <pc:sldMk cId="4122459573" sldId="2147480643"/>
        </pc:sldMkLst>
        <pc:spChg chg="mod">
          <ac:chgData name="Si Jing Goh" userId="fe228f63-d733-4912-9848-3eb5c05e5c90" providerId="ADAL" clId="{D3CB8232-7DC5-4573-8DB2-EB195F94AE5A}" dt="2025-12-09T14:03:18.937" v="6192" actId="20577"/>
          <ac:spMkLst>
            <pc:docMk/>
            <pc:sldMk cId="4122459573" sldId="2147480643"/>
            <ac:spMk id="3" creationId="{51A46C21-DB19-B41C-384E-C4F05E7B5EA4}"/>
          </ac:spMkLst>
        </pc:spChg>
        <pc:picChg chg="add del mod">
          <ac:chgData name="Si Jing Goh" userId="fe228f63-d733-4912-9848-3eb5c05e5c90" providerId="ADAL" clId="{D3CB8232-7DC5-4573-8DB2-EB195F94AE5A}" dt="2025-12-09T14:28:50.663" v="6514" actId="21"/>
          <ac:picMkLst>
            <pc:docMk/>
            <pc:sldMk cId="4122459573" sldId="2147480643"/>
            <ac:picMk id="6" creationId="{996F440A-7B0B-59C6-9220-8C7D0FC7A834}"/>
          </ac:picMkLst>
        </pc:picChg>
        <pc:picChg chg="add del mod">
          <ac:chgData name="Si Jing Goh" userId="fe228f63-d733-4912-9848-3eb5c05e5c90" providerId="ADAL" clId="{D3CB8232-7DC5-4573-8DB2-EB195F94AE5A}" dt="2025-12-09T14:31:36.088" v="6530" actId="21"/>
          <ac:picMkLst>
            <pc:docMk/>
            <pc:sldMk cId="4122459573" sldId="2147480643"/>
            <ac:picMk id="12" creationId="{996F440A-7B0B-59C6-9220-8C7D0FC7A834}"/>
          </ac:picMkLst>
        </pc:picChg>
      </pc:sldChg>
      <pc:sldChg chg="addSp delSp modSp mod">
        <pc:chgData name="Si Jing Goh" userId="fe228f63-d733-4912-9848-3eb5c05e5c90" providerId="ADAL" clId="{D3CB8232-7DC5-4573-8DB2-EB195F94AE5A}" dt="2025-12-09T14:32:57.703" v="6556" actId="478"/>
        <pc:sldMkLst>
          <pc:docMk/>
          <pc:sldMk cId="3813424882" sldId="2147480658"/>
        </pc:sldMkLst>
        <pc:spChg chg="mod">
          <ac:chgData name="Si Jing Goh" userId="fe228f63-d733-4912-9848-3eb5c05e5c90" providerId="ADAL" clId="{D3CB8232-7DC5-4573-8DB2-EB195F94AE5A}" dt="2025-12-08T10:06:10.006" v="441" actId="20577"/>
          <ac:spMkLst>
            <pc:docMk/>
            <pc:sldMk cId="3813424882" sldId="2147480658"/>
            <ac:spMk id="2" creationId="{4B482954-17FA-4882-C4BB-637E27549FF4}"/>
          </ac:spMkLst>
        </pc:spChg>
        <pc:spChg chg="del">
          <ac:chgData name="Si Jing Goh" userId="fe228f63-d733-4912-9848-3eb5c05e5c90" providerId="ADAL" clId="{D3CB8232-7DC5-4573-8DB2-EB195F94AE5A}" dt="2025-12-08T16:37:10.034" v="2558" actId="478"/>
          <ac:spMkLst>
            <pc:docMk/>
            <pc:sldMk cId="3813424882" sldId="2147480658"/>
            <ac:spMk id="4" creationId="{57DEC1EC-9EFF-FD19-B6B8-724D496EEF80}"/>
          </ac:spMkLst>
        </pc:spChg>
        <pc:spChg chg="add del mod">
          <ac:chgData name="Si Jing Goh" userId="fe228f63-d733-4912-9848-3eb5c05e5c90" providerId="ADAL" clId="{D3CB8232-7DC5-4573-8DB2-EB195F94AE5A}" dt="2025-12-09T14:32:57.703" v="6556" actId="478"/>
          <ac:spMkLst>
            <pc:docMk/>
            <pc:sldMk cId="3813424882" sldId="2147480658"/>
            <ac:spMk id="4" creationId="{98AF2A51-CFE9-0393-293A-C665ECC83843}"/>
          </ac:spMkLst>
        </pc:spChg>
        <pc:spChg chg="add del mod">
          <ac:chgData name="Si Jing Goh" userId="fe228f63-d733-4912-9848-3eb5c05e5c90" providerId="ADAL" clId="{D3CB8232-7DC5-4573-8DB2-EB195F94AE5A}" dt="2025-12-08T10:50:45.177" v="791" actId="478"/>
          <ac:spMkLst>
            <pc:docMk/>
            <pc:sldMk cId="3813424882" sldId="2147480658"/>
            <ac:spMk id="4" creationId="{D26A8252-B85A-7809-D2D1-DEB802810FD7}"/>
          </ac:spMkLst>
        </pc:spChg>
        <pc:spChg chg="mod">
          <ac:chgData name="Si Jing Goh" userId="fe228f63-d733-4912-9848-3eb5c05e5c90" providerId="ADAL" clId="{D3CB8232-7DC5-4573-8DB2-EB195F94AE5A}" dt="2025-12-08T10:08:30.643" v="504" actId="20577"/>
          <ac:spMkLst>
            <pc:docMk/>
            <pc:sldMk cId="3813424882" sldId="2147480658"/>
            <ac:spMk id="5" creationId="{4C40EE82-9C1D-943D-3F74-117E84097E67}"/>
          </ac:spMkLst>
        </pc:spChg>
        <pc:spChg chg="del">
          <ac:chgData name="Si Jing Goh" userId="fe228f63-d733-4912-9848-3eb5c05e5c90" providerId="ADAL" clId="{D3CB8232-7DC5-4573-8DB2-EB195F94AE5A}" dt="2025-12-09T01:54:49.829" v="2590" actId="478"/>
          <ac:spMkLst>
            <pc:docMk/>
            <pc:sldMk cId="3813424882" sldId="2147480658"/>
            <ac:spMk id="8" creationId="{875315D5-5A11-0C21-47AC-1351E33EB274}"/>
          </ac:spMkLst>
        </pc:spChg>
        <pc:spChg chg="del mod">
          <ac:chgData name="Si Jing Goh" userId="fe228f63-d733-4912-9848-3eb5c05e5c90" providerId="ADAL" clId="{D3CB8232-7DC5-4573-8DB2-EB195F94AE5A}" dt="2025-12-09T13:47:45.030" v="5897" actId="478"/>
          <ac:spMkLst>
            <pc:docMk/>
            <pc:sldMk cId="3813424882" sldId="2147480658"/>
            <ac:spMk id="9" creationId="{C144386A-789D-1643-BE53-D10E4EB2E262}"/>
          </ac:spMkLst>
        </pc:spChg>
        <pc:graphicFrameChg chg="mod modGraphic">
          <ac:chgData name="Si Jing Goh" userId="fe228f63-d733-4912-9848-3eb5c05e5c90" providerId="ADAL" clId="{D3CB8232-7DC5-4573-8DB2-EB195F94AE5A}" dt="2025-12-09T14:32:56.302" v="6555" actId="13926"/>
          <ac:graphicFrameMkLst>
            <pc:docMk/>
            <pc:sldMk cId="3813424882" sldId="2147480658"/>
            <ac:graphicFrameMk id="3" creationId="{C8BA962F-AD46-EDE2-04B1-C8C38E6D2CF3}"/>
          </ac:graphicFrameMkLst>
        </pc:graphicFrameChg>
        <pc:graphicFrameChg chg="add del mod">
          <ac:chgData name="Si Jing Goh" userId="fe228f63-d733-4912-9848-3eb5c05e5c90" providerId="ADAL" clId="{D3CB8232-7DC5-4573-8DB2-EB195F94AE5A}" dt="2025-12-09T01:54:47.915" v="2589" actId="478"/>
          <ac:graphicFrameMkLst>
            <pc:docMk/>
            <pc:sldMk cId="3813424882" sldId="2147480658"/>
            <ac:graphicFrameMk id="4" creationId="{D44639B8-0705-B324-D723-6198C0FF4349}"/>
          </ac:graphicFrameMkLst>
        </pc:graphicFrameChg>
      </pc:sldChg>
      <pc:sldChg chg="modSp del mod">
        <pc:chgData name="Si Jing Goh" userId="fe228f63-d733-4912-9848-3eb5c05e5c90" providerId="ADAL" clId="{D3CB8232-7DC5-4573-8DB2-EB195F94AE5A}" dt="2025-12-08T16:37:00.864" v="2554" actId="47"/>
        <pc:sldMkLst>
          <pc:docMk/>
          <pc:sldMk cId="3359836103" sldId="2147480683"/>
        </pc:sldMkLst>
        <pc:spChg chg="mod">
          <ac:chgData name="Si Jing Goh" userId="fe228f63-d733-4912-9848-3eb5c05e5c90" providerId="ADAL" clId="{D3CB8232-7DC5-4573-8DB2-EB195F94AE5A}" dt="2025-12-08T13:27:03.723" v="920" actId="20577"/>
          <ac:spMkLst>
            <pc:docMk/>
            <pc:sldMk cId="3359836103" sldId="2147480683"/>
            <ac:spMk id="3" creationId="{3B4AA37F-6B3F-4258-4A5E-4ADAA12E6643}"/>
          </ac:spMkLst>
        </pc:spChg>
      </pc:sldChg>
      <pc:sldChg chg="delSp modSp mod">
        <pc:chgData name="Si Jing Goh" userId="fe228f63-d733-4912-9848-3eb5c05e5c90" providerId="ADAL" clId="{D3CB8232-7DC5-4573-8DB2-EB195F94AE5A}" dt="2025-12-08T16:37:35.659" v="2575" actId="478"/>
        <pc:sldMkLst>
          <pc:docMk/>
          <pc:sldMk cId="1526280533" sldId="2147480687"/>
        </pc:sldMkLst>
        <pc:spChg chg="del mod">
          <ac:chgData name="Si Jing Goh" userId="fe228f63-d733-4912-9848-3eb5c05e5c90" providerId="ADAL" clId="{D3CB8232-7DC5-4573-8DB2-EB195F94AE5A}" dt="2025-12-08T16:37:35.659" v="2575" actId="478"/>
          <ac:spMkLst>
            <pc:docMk/>
            <pc:sldMk cId="1526280533" sldId="2147480687"/>
            <ac:spMk id="3" creationId="{53E8BC95-0262-8D72-D84F-11793FF055D6}"/>
          </ac:spMkLst>
        </pc:spChg>
        <pc:spChg chg="del mod">
          <ac:chgData name="Si Jing Goh" userId="fe228f63-d733-4912-9848-3eb5c05e5c90" providerId="ADAL" clId="{D3CB8232-7DC5-4573-8DB2-EB195F94AE5A}" dt="2025-12-08T16:37:35.659" v="2575" actId="478"/>
          <ac:spMkLst>
            <pc:docMk/>
            <pc:sldMk cId="1526280533" sldId="2147480687"/>
            <ac:spMk id="8" creationId="{2DFA111F-B25A-AE5E-1447-86AC6581E43B}"/>
          </ac:spMkLst>
        </pc:spChg>
        <pc:graphicFrameChg chg="modGraphic">
          <ac:chgData name="Si Jing Goh" userId="fe228f63-d733-4912-9848-3eb5c05e5c90" providerId="ADAL" clId="{D3CB8232-7DC5-4573-8DB2-EB195F94AE5A}" dt="2025-12-08T16:37:33.761" v="2574" actId="20577"/>
          <ac:graphicFrameMkLst>
            <pc:docMk/>
            <pc:sldMk cId="1526280533" sldId="2147480687"/>
            <ac:graphicFrameMk id="2" creationId="{D1096E7D-B13B-A427-5EEE-CD11EF2C3A2F}"/>
          </ac:graphicFrameMkLst>
        </pc:graphicFrameChg>
      </pc:sldChg>
      <pc:sldChg chg="delSp modSp mod">
        <pc:chgData name="Si Jing Goh" userId="fe228f63-d733-4912-9848-3eb5c05e5c90" providerId="ADAL" clId="{D3CB8232-7DC5-4573-8DB2-EB195F94AE5A}" dt="2025-12-08T16:37:38.249" v="2576" actId="478"/>
        <pc:sldMkLst>
          <pc:docMk/>
          <pc:sldMk cId="1125903381" sldId="2147480688"/>
        </pc:sldMkLst>
        <pc:spChg chg="del mod">
          <ac:chgData name="Si Jing Goh" userId="fe228f63-d733-4912-9848-3eb5c05e5c90" providerId="ADAL" clId="{D3CB8232-7DC5-4573-8DB2-EB195F94AE5A}" dt="2025-12-08T16:37:38.249" v="2576" actId="478"/>
          <ac:spMkLst>
            <pc:docMk/>
            <pc:sldMk cId="1125903381" sldId="2147480688"/>
            <ac:spMk id="2" creationId="{FA696CDE-E596-7DEA-0CB3-1DC01FCBBB9C}"/>
          </ac:spMkLst>
        </pc:spChg>
        <pc:spChg chg="mod">
          <ac:chgData name="Si Jing Goh" userId="fe228f63-d733-4912-9848-3eb5c05e5c90" providerId="ADAL" clId="{D3CB8232-7DC5-4573-8DB2-EB195F94AE5A}" dt="2025-12-08T16:37:25.608" v="2564" actId="20577"/>
          <ac:spMkLst>
            <pc:docMk/>
            <pc:sldMk cId="1125903381" sldId="2147480688"/>
            <ac:spMk id="11" creationId="{881F7857-714B-AD90-CC68-EFB223A0FFC3}"/>
          </ac:spMkLst>
        </pc:spChg>
      </pc:sldChg>
      <pc:sldChg chg="modSp mod ord modShow">
        <pc:chgData name="Si Jing Goh" userId="fe228f63-d733-4912-9848-3eb5c05e5c90" providerId="ADAL" clId="{D3CB8232-7DC5-4573-8DB2-EB195F94AE5A}" dt="2025-12-08T10:03:56.443" v="365"/>
        <pc:sldMkLst>
          <pc:docMk/>
          <pc:sldMk cId="2778458380" sldId="2147480690"/>
        </pc:sldMkLst>
        <pc:spChg chg="mod">
          <ac:chgData name="Si Jing Goh" userId="fe228f63-d733-4912-9848-3eb5c05e5c90" providerId="ADAL" clId="{D3CB8232-7DC5-4573-8DB2-EB195F94AE5A}" dt="2025-12-08T09:11:24.802" v="7" actId="13926"/>
          <ac:spMkLst>
            <pc:docMk/>
            <pc:sldMk cId="2778458380" sldId="2147480690"/>
            <ac:spMk id="2" creationId="{3B6D4749-F159-793B-44E7-DA2C17EA3B9B}"/>
          </ac:spMkLst>
        </pc:spChg>
        <pc:graphicFrameChg chg="mod modGraphic">
          <ac:chgData name="Si Jing Goh" userId="fe228f63-d733-4912-9848-3eb5c05e5c90" providerId="ADAL" clId="{D3CB8232-7DC5-4573-8DB2-EB195F94AE5A}" dt="2025-12-08T09:22:51.912" v="29"/>
          <ac:graphicFrameMkLst>
            <pc:docMk/>
            <pc:sldMk cId="2778458380" sldId="2147480690"/>
            <ac:graphicFrameMk id="3" creationId="{6B926177-E845-E009-F45B-3E1BAB459C62}"/>
          </ac:graphicFrameMkLst>
        </pc:graphicFrameChg>
      </pc:sldChg>
      <pc:sldChg chg="del">
        <pc:chgData name="Si Jing Goh" userId="fe228f63-d733-4912-9848-3eb5c05e5c90" providerId="ADAL" clId="{D3CB8232-7DC5-4573-8DB2-EB195F94AE5A}" dt="2025-12-08T09:13:43.466" v="15" actId="47"/>
        <pc:sldMkLst>
          <pc:docMk/>
          <pc:sldMk cId="2481328468" sldId="2147480692"/>
        </pc:sldMkLst>
      </pc:sldChg>
      <pc:sldChg chg="modSp del mod">
        <pc:chgData name="Si Jing Goh" userId="fe228f63-d733-4912-9848-3eb5c05e5c90" providerId="ADAL" clId="{D3CB8232-7DC5-4573-8DB2-EB195F94AE5A}" dt="2025-12-09T10:28:31.650" v="3489" actId="47"/>
        <pc:sldMkLst>
          <pc:docMk/>
          <pc:sldMk cId="2478023928" sldId="2147480693"/>
        </pc:sldMkLst>
        <pc:spChg chg="mod">
          <ac:chgData name="Si Jing Goh" userId="fe228f63-d733-4912-9848-3eb5c05e5c90" providerId="ADAL" clId="{D3CB8232-7DC5-4573-8DB2-EB195F94AE5A}" dt="2025-12-08T13:27:19.054" v="928" actId="20577"/>
          <ac:spMkLst>
            <pc:docMk/>
            <pc:sldMk cId="2478023928" sldId="2147480693"/>
            <ac:spMk id="3" creationId="{12410DFC-1E0B-AAF0-5008-C201A289916D}"/>
          </ac:spMkLst>
        </pc:spChg>
      </pc:sldChg>
      <pc:sldChg chg="addSp delSp modSp mod ord">
        <pc:chgData name="Si Jing Goh" userId="fe228f63-d733-4912-9848-3eb5c05e5c90" providerId="ADAL" clId="{D3CB8232-7DC5-4573-8DB2-EB195F94AE5A}" dt="2025-12-09T14:03:04.385" v="6184" actId="20577"/>
        <pc:sldMkLst>
          <pc:docMk/>
          <pc:sldMk cId="533466854" sldId="2147480751"/>
        </pc:sldMkLst>
        <pc:spChg chg="mod">
          <ac:chgData name="Si Jing Goh" userId="fe228f63-d733-4912-9848-3eb5c05e5c90" providerId="ADAL" clId="{D3CB8232-7DC5-4573-8DB2-EB195F94AE5A}" dt="2025-12-09T14:03:04.385" v="6184" actId="20577"/>
          <ac:spMkLst>
            <pc:docMk/>
            <pc:sldMk cId="533466854" sldId="2147480751"/>
            <ac:spMk id="3" creationId="{12830EA2-D535-A05E-8C3E-C4C1C77D59D8}"/>
          </ac:spMkLst>
        </pc:spChg>
        <pc:spChg chg="mod">
          <ac:chgData name="Si Jing Goh" userId="fe228f63-d733-4912-9848-3eb5c05e5c90" providerId="ADAL" clId="{D3CB8232-7DC5-4573-8DB2-EB195F94AE5A}" dt="2025-12-08T14:38:27.349" v="2431" actId="20577"/>
          <ac:spMkLst>
            <pc:docMk/>
            <pc:sldMk cId="533466854" sldId="2147480751"/>
            <ac:spMk id="6" creationId="{B18188D3-40AA-5049-C61C-5BC4F15676CD}"/>
          </ac:spMkLst>
        </pc:spChg>
        <pc:spChg chg="mod">
          <ac:chgData name="Si Jing Goh" userId="fe228f63-d733-4912-9848-3eb5c05e5c90" providerId="ADAL" clId="{D3CB8232-7DC5-4573-8DB2-EB195F94AE5A}" dt="2025-12-08T14:38:06.828" v="2319" actId="20577"/>
          <ac:spMkLst>
            <pc:docMk/>
            <pc:sldMk cId="533466854" sldId="2147480751"/>
            <ac:spMk id="10" creationId="{4276ADAA-12C5-299F-5E48-EA01CA122455}"/>
          </ac:spMkLst>
        </pc:spChg>
        <pc:spChg chg="add del mod">
          <ac:chgData name="Si Jing Goh" userId="fe228f63-d733-4912-9848-3eb5c05e5c90" providerId="ADAL" clId="{D3CB8232-7DC5-4573-8DB2-EB195F94AE5A}" dt="2025-12-08T14:00:09.590" v="1283" actId="478"/>
          <ac:spMkLst>
            <pc:docMk/>
            <pc:sldMk cId="533466854" sldId="2147480751"/>
            <ac:spMk id="13" creationId="{12DA6740-0D14-1172-974B-05888BC9BA9E}"/>
          </ac:spMkLst>
        </pc:spChg>
        <pc:spChg chg="mod">
          <ac:chgData name="Si Jing Goh" userId="fe228f63-d733-4912-9848-3eb5c05e5c90" providerId="ADAL" clId="{D3CB8232-7DC5-4573-8DB2-EB195F94AE5A}" dt="2025-12-08T14:02:05.899" v="1406" actId="20577"/>
          <ac:spMkLst>
            <pc:docMk/>
            <pc:sldMk cId="533466854" sldId="2147480751"/>
            <ac:spMk id="14" creationId="{42115197-7D5A-5B74-D338-F8ABB2B85A47}"/>
          </ac:spMkLst>
        </pc:spChg>
        <pc:spChg chg="add mod">
          <ac:chgData name="Si Jing Goh" userId="fe228f63-d733-4912-9848-3eb5c05e5c90" providerId="ADAL" clId="{D3CB8232-7DC5-4573-8DB2-EB195F94AE5A}" dt="2025-12-08T14:37:50.101" v="2289" actId="20577"/>
          <ac:spMkLst>
            <pc:docMk/>
            <pc:sldMk cId="533466854" sldId="2147480751"/>
            <ac:spMk id="17" creationId="{595A8B84-51F4-6F27-2E0F-3495CA5B897A}"/>
          </ac:spMkLst>
        </pc:spChg>
        <pc:spChg chg="add mod">
          <ac:chgData name="Si Jing Goh" userId="fe228f63-d733-4912-9848-3eb5c05e5c90" providerId="ADAL" clId="{D3CB8232-7DC5-4573-8DB2-EB195F94AE5A}" dt="2025-12-08T14:02:21.068" v="1412" actId="1076"/>
          <ac:spMkLst>
            <pc:docMk/>
            <pc:sldMk cId="533466854" sldId="2147480751"/>
            <ac:spMk id="21" creationId="{7EE6B7CC-50D3-1CFB-6AF4-F66837AA5564}"/>
          </ac:spMkLst>
        </pc:spChg>
        <pc:grpChg chg="add mod">
          <ac:chgData name="Si Jing Goh" userId="fe228f63-d733-4912-9848-3eb5c05e5c90" providerId="ADAL" clId="{D3CB8232-7DC5-4573-8DB2-EB195F94AE5A}" dt="2025-12-08T14:01:59.441" v="1393" actId="1076"/>
          <ac:grpSpMkLst>
            <pc:docMk/>
            <pc:sldMk cId="533466854" sldId="2147480751"/>
            <ac:grpSpMk id="12" creationId="{5DC7E189-D0F3-F713-3838-6406E107F723}"/>
          </ac:grpSpMkLst>
        </pc:grpChg>
        <pc:grpChg chg="del">
          <ac:chgData name="Si Jing Goh" userId="fe228f63-d733-4912-9848-3eb5c05e5c90" providerId="ADAL" clId="{D3CB8232-7DC5-4573-8DB2-EB195F94AE5A}" dt="2025-12-08T14:00:09.590" v="1283" actId="478"/>
          <ac:grpSpMkLst>
            <pc:docMk/>
            <pc:sldMk cId="533466854" sldId="2147480751"/>
            <ac:grpSpMk id="18" creationId="{6920C456-0031-6ED1-6F80-A70B130888BB}"/>
          </ac:grpSpMkLst>
        </pc:grpChg>
        <pc:graphicFrameChg chg="del mod modGraphic">
          <ac:chgData name="Si Jing Goh" userId="fe228f63-d733-4912-9848-3eb5c05e5c90" providerId="ADAL" clId="{D3CB8232-7DC5-4573-8DB2-EB195F94AE5A}" dt="2025-12-08T14:01:54.274" v="1391" actId="478"/>
          <ac:graphicFrameMkLst>
            <pc:docMk/>
            <pc:sldMk cId="533466854" sldId="2147480751"/>
            <ac:graphicFrameMk id="5" creationId="{F0AD5E95-F91F-E56A-4FEE-373FF84161BF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8T14:31:06.745" v="2074" actId="20577"/>
          <ac:graphicFrameMkLst>
            <pc:docMk/>
            <pc:sldMk cId="533466854" sldId="2147480751"/>
            <ac:graphicFrameMk id="23" creationId="{98BA70D1-C8B1-DFA2-8016-AD10F07F4B0E}"/>
          </ac:graphicFrameMkLst>
        </pc:graphicFrameChg>
        <pc:graphicFrameChg chg="del">
          <ac:chgData name="Si Jing Goh" userId="fe228f63-d733-4912-9848-3eb5c05e5c90" providerId="ADAL" clId="{D3CB8232-7DC5-4573-8DB2-EB195F94AE5A}" dt="2025-12-08T10:46:40.755" v="704" actId="478"/>
          <ac:graphicFrameMkLst>
            <pc:docMk/>
            <pc:sldMk cId="533466854" sldId="2147480751"/>
            <ac:graphicFrameMk id="29" creationId="{EB5AA98C-B314-EB8F-B15F-75C0DBA3A42E}"/>
          </ac:graphicFrameMkLst>
        </pc:graphicFrameChg>
        <pc:cxnChg chg="mod">
          <ac:chgData name="Si Jing Goh" userId="fe228f63-d733-4912-9848-3eb5c05e5c90" providerId="ADAL" clId="{D3CB8232-7DC5-4573-8DB2-EB195F94AE5A}" dt="2025-12-08T14:01:39.547" v="1380" actId="571"/>
          <ac:cxnSpMkLst>
            <pc:docMk/>
            <pc:sldMk cId="533466854" sldId="2147480751"/>
            <ac:cxnSpMk id="15" creationId="{049CB9A0-425C-AFDC-2EA2-64BCAFEFBF6E}"/>
          </ac:cxnSpMkLst>
        </pc:cxnChg>
      </pc:sldChg>
      <pc:sldChg chg="del">
        <pc:chgData name="Si Jing Goh" userId="fe228f63-d733-4912-9848-3eb5c05e5c90" providerId="ADAL" clId="{D3CB8232-7DC5-4573-8DB2-EB195F94AE5A}" dt="2025-12-08T10:47:25.695" v="730" actId="47"/>
        <pc:sldMkLst>
          <pc:docMk/>
          <pc:sldMk cId="1776034058" sldId="2147480752"/>
        </pc:sldMkLst>
      </pc:sldChg>
      <pc:sldChg chg="addSp delSp modSp mod ord">
        <pc:chgData name="Si Jing Goh" userId="fe228f63-d733-4912-9848-3eb5c05e5c90" providerId="ADAL" clId="{D3CB8232-7DC5-4573-8DB2-EB195F94AE5A}" dt="2025-12-09T14:13:55.426" v="6372" actId="2711"/>
        <pc:sldMkLst>
          <pc:docMk/>
          <pc:sldMk cId="487723673" sldId="2147480753"/>
        </pc:sldMkLst>
        <pc:spChg chg="del">
          <ac:chgData name="Si Jing Goh" userId="fe228f63-d733-4912-9848-3eb5c05e5c90" providerId="ADAL" clId="{D3CB8232-7DC5-4573-8DB2-EB195F94AE5A}" dt="2025-12-08T10:48:13.808" v="763" actId="478"/>
          <ac:spMkLst>
            <pc:docMk/>
            <pc:sldMk cId="487723673" sldId="2147480753"/>
            <ac:spMk id="3" creationId="{09CED88C-5BA6-71C0-BD1F-5944578FC88C}"/>
          </ac:spMkLst>
        </pc:spChg>
        <pc:spChg chg="mod">
          <ac:chgData name="Si Jing Goh" userId="fe228f63-d733-4912-9848-3eb5c05e5c90" providerId="ADAL" clId="{D3CB8232-7DC5-4573-8DB2-EB195F94AE5A}" dt="2025-12-09T14:13:55.426" v="6372" actId="2711"/>
          <ac:spMkLst>
            <pc:docMk/>
            <pc:sldMk cId="487723673" sldId="2147480753"/>
            <ac:spMk id="8" creationId="{5F456F59-E49B-A3E1-CF32-F12BACDBFCC3}"/>
          </ac:spMkLst>
        </pc:spChg>
        <pc:spChg chg="mod">
          <ac:chgData name="Si Jing Goh" userId="fe228f63-d733-4912-9848-3eb5c05e5c90" providerId="ADAL" clId="{D3CB8232-7DC5-4573-8DB2-EB195F94AE5A}" dt="2025-12-09T14:13:55.426" v="6372" actId="2711"/>
          <ac:spMkLst>
            <pc:docMk/>
            <pc:sldMk cId="487723673" sldId="2147480753"/>
            <ac:spMk id="10" creationId="{A58E1D7D-E9D9-80E5-DB79-E5A45105B62B}"/>
          </ac:spMkLst>
        </pc:spChg>
        <pc:spChg chg="mod">
          <ac:chgData name="Si Jing Goh" userId="fe228f63-d733-4912-9848-3eb5c05e5c90" providerId="ADAL" clId="{D3CB8232-7DC5-4573-8DB2-EB195F94AE5A}" dt="2025-12-09T14:13:55.426" v="6372" actId="2711"/>
          <ac:spMkLst>
            <pc:docMk/>
            <pc:sldMk cId="487723673" sldId="2147480753"/>
            <ac:spMk id="13" creationId="{E07B2CA6-430C-27BD-27AE-2B37E3280691}"/>
          </ac:spMkLst>
        </pc:spChg>
        <pc:spChg chg="add del mod">
          <ac:chgData name="Si Jing Goh" userId="fe228f63-d733-4912-9848-3eb5c05e5c90" providerId="ADAL" clId="{D3CB8232-7DC5-4573-8DB2-EB195F94AE5A}" dt="2025-12-08T13:55:30.800" v="1125" actId="478"/>
          <ac:spMkLst>
            <pc:docMk/>
            <pc:sldMk cId="487723673" sldId="2147480753"/>
            <ac:spMk id="14" creationId="{B8CDA39B-23AA-E05C-4C7D-C3EB225784D6}"/>
          </ac:spMkLst>
        </pc:spChg>
        <pc:spChg chg="add mod">
          <ac:chgData name="Si Jing Goh" userId="fe228f63-d733-4912-9848-3eb5c05e5c90" providerId="ADAL" clId="{D3CB8232-7DC5-4573-8DB2-EB195F94AE5A}" dt="2025-12-09T14:13:55.426" v="6372" actId="2711"/>
          <ac:spMkLst>
            <pc:docMk/>
            <pc:sldMk cId="487723673" sldId="2147480753"/>
            <ac:spMk id="16" creationId="{1A782857-E7F5-8154-58F4-E7EA80C3EDA7}"/>
          </ac:spMkLst>
        </pc:spChg>
        <pc:grpChg chg="del">
          <ac:chgData name="Si Jing Goh" userId="fe228f63-d733-4912-9848-3eb5c05e5c90" providerId="ADAL" clId="{D3CB8232-7DC5-4573-8DB2-EB195F94AE5A}" dt="2025-12-08T13:55:30.800" v="1125" actId="478"/>
          <ac:grpSpMkLst>
            <pc:docMk/>
            <pc:sldMk cId="487723673" sldId="2147480753"/>
            <ac:grpSpMk id="18" creationId="{96CEE445-E36B-38CC-8445-84F2D4E3B6A1}"/>
          </ac:grpSpMkLst>
        </pc:grpChg>
        <pc:graphicFrameChg chg="mod modGraphic">
          <ac:chgData name="Si Jing Goh" userId="fe228f63-d733-4912-9848-3eb5c05e5c90" providerId="ADAL" clId="{D3CB8232-7DC5-4573-8DB2-EB195F94AE5A}" dt="2025-12-08T14:05:48.163" v="1461" actId="14100"/>
          <ac:graphicFrameMkLst>
            <pc:docMk/>
            <pc:sldMk cId="487723673" sldId="2147480753"/>
            <ac:graphicFrameMk id="5" creationId="{958F18BC-DA22-345D-86D9-6848D2D011CD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8T14:04:05.405" v="1442"/>
          <ac:graphicFrameMkLst>
            <pc:docMk/>
            <pc:sldMk cId="487723673" sldId="2147480753"/>
            <ac:graphicFrameMk id="23" creationId="{FAAC5BB5-613E-344B-B5A6-C80B65034E22}"/>
          </ac:graphicFrameMkLst>
        </pc:graphicFrameChg>
        <pc:graphicFrameChg chg="del">
          <ac:chgData name="Si Jing Goh" userId="fe228f63-d733-4912-9848-3eb5c05e5c90" providerId="ADAL" clId="{D3CB8232-7DC5-4573-8DB2-EB195F94AE5A}" dt="2025-12-08T10:45:27.258" v="690" actId="478"/>
          <ac:graphicFrameMkLst>
            <pc:docMk/>
            <pc:sldMk cId="487723673" sldId="2147480753"/>
            <ac:graphicFrameMk id="29" creationId="{800231BC-1095-6FBD-61E1-759D83574E7B}"/>
          </ac:graphicFrameMkLst>
        </pc:graphicFrameChg>
      </pc:sldChg>
      <pc:sldChg chg="del ord">
        <pc:chgData name="Si Jing Goh" userId="fe228f63-d733-4912-9848-3eb5c05e5c90" providerId="ADAL" clId="{D3CB8232-7DC5-4573-8DB2-EB195F94AE5A}" dt="2025-12-08T10:45:57.216" v="697" actId="47"/>
        <pc:sldMkLst>
          <pc:docMk/>
          <pc:sldMk cId="3579087741" sldId="2147480754"/>
        </pc:sldMkLst>
      </pc:sldChg>
      <pc:sldChg chg="addSp delSp modSp del mod ord">
        <pc:chgData name="Si Jing Goh" userId="fe228f63-d733-4912-9848-3eb5c05e5c90" providerId="ADAL" clId="{D3CB8232-7DC5-4573-8DB2-EB195F94AE5A}" dt="2025-12-08T16:38:02.938" v="2577" actId="47"/>
        <pc:sldMkLst>
          <pc:docMk/>
          <pc:sldMk cId="3497162666" sldId="2147480755"/>
        </pc:sldMkLst>
        <pc:spChg chg="add mod">
          <ac:chgData name="Si Jing Goh" userId="fe228f63-d733-4912-9848-3eb5c05e5c90" providerId="ADAL" clId="{D3CB8232-7DC5-4573-8DB2-EB195F94AE5A}" dt="2025-12-08T14:39:28.474" v="2435" actId="20577"/>
          <ac:spMkLst>
            <pc:docMk/>
            <pc:sldMk cId="3497162666" sldId="2147480755"/>
            <ac:spMk id="3" creationId="{07B6129C-BC9E-71E4-77AD-2190159FBDAC}"/>
          </ac:spMkLst>
        </pc:spChg>
        <pc:spChg chg="del">
          <ac:chgData name="Si Jing Goh" userId="fe228f63-d733-4912-9848-3eb5c05e5c90" providerId="ADAL" clId="{D3CB8232-7DC5-4573-8DB2-EB195F94AE5A}" dt="2025-12-08T10:48:04.653" v="744" actId="478"/>
          <ac:spMkLst>
            <pc:docMk/>
            <pc:sldMk cId="3497162666" sldId="2147480755"/>
            <ac:spMk id="3" creationId="{19F8BD5F-B973-0E58-7333-D6AF28B5E399}"/>
          </ac:spMkLst>
        </pc:spChg>
        <pc:spChg chg="mod">
          <ac:chgData name="Si Jing Goh" userId="fe228f63-d733-4912-9848-3eb5c05e5c90" providerId="ADAL" clId="{D3CB8232-7DC5-4573-8DB2-EB195F94AE5A}" dt="2025-12-08T14:24:30.649" v="1824" actId="20577"/>
          <ac:spMkLst>
            <pc:docMk/>
            <pc:sldMk cId="3497162666" sldId="2147480755"/>
            <ac:spMk id="13" creationId="{E4794E64-D44E-C8A3-6FA3-A7E2C7A947FD}"/>
          </ac:spMkLst>
        </pc:spChg>
        <pc:spChg chg="add del mod">
          <ac:chgData name="Si Jing Goh" userId="fe228f63-d733-4912-9848-3eb5c05e5c90" providerId="ADAL" clId="{D3CB8232-7DC5-4573-8DB2-EB195F94AE5A}" dt="2025-12-08T10:48:05.560" v="745" actId="478"/>
          <ac:spMkLst>
            <pc:docMk/>
            <pc:sldMk cId="3497162666" sldId="2147480755"/>
            <ac:spMk id="21" creationId="{815D6E36-C0FC-55B3-D339-A056CA1D1693}"/>
          </ac:spMkLst>
        </pc:spChg>
        <pc:spChg chg="add mod">
          <ac:chgData name="Si Jing Goh" userId="fe228f63-d733-4912-9848-3eb5c05e5c90" providerId="ADAL" clId="{D3CB8232-7DC5-4573-8DB2-EB195F94AE5A}" dt="2025-12-08T13:28:21.795" v="959" actId="20577"/>
          <ac:spMkLst>
            <pc:docMk/>
            <pc:sldMk cId="3497162666" sldId="2147480755"/>
            <ac:spMk id="22" creationId="{6A85E708-D822-2A11-EAE8-3E238654ABE0}"/>
          </ac:spMkLst>
        </pc:spChg>
        <pc:grpChg chg="mod">
          <ac:chgData name="Si Jing Goh" userId="fe228f63-d733-4912-9848-3eb5c05e5c90" providerId="ADAL" clId="{D3CB8232-7DC5-4573-8DB2-EB195F94AE5A}" dt="2025-12-08T14:22:24.836" v="1650" actId="14100"/>
          <ac:grpSpMkLst>
            <pc:docMk/>
            <pc:sldMk cId="3497162666" sldId="2147480755"/>
            <ac:grpSpMk id="15" creationId="{FB96AA33-5607-8E44-B035-CBA5FED2FE96}"/>
          </ac:grpSpMkLst>
        </pc:grpChg>
        <pc:graphicFrameChg chg="mod">
          <ac:chgData name="Si Jing Goh" userId="fe228f63-d733-4912-9848-3eb5c05e5c90" providerId="ADAL" clId="{D3CB8232-7DC5-4573-8DB2-EB195F94AE5A}" dt="2025-12-08T14:22:17.417" v="1648"/>
          <ac:graphicFrameMkLst>
            <pc:docMk/>
            <pc:sldMk cId="3497162666" sldId="2147480755"/>
            <ac:graphicFrameMk id="6" creationId="{59480994-BE51-2760-566C-E25EA32EEF39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8T14:35:33.889" v="2183" actId="14100"/>
          <ac:graphicFrameMkLst>
            <pc:docMk/>
            <pc:sldMk cId="3497162666" sldId="2147480755"/>
            <ac:graphicFrameMk id="23" creationId="{9C2053DE-43FD-3B14-76FE-2C9D87F5B70E}"/>
          </ac:graphicFrameMkLst>
        </pc:graphicFrameChg>
        <pc:graphicFrameChg chg="del">
          <ac:chgData name="Si Jing Goh" userId="fe228f63-d733-4912-9848-3eb5c05e5c90" providerId="ADAL" clId="{D3CB8232-7DC5-4573-8DB2-EB195F94AE5A}" dt="2025-12-08T14:22:29.286" v="1652" actId="478"/>
          <ac:graphicFrameMkLst>
            <pc:docMk/>
            <pc:sldMk cId="3497162666" sldId="2147480755"/>
            <ac:graphicFrameMk id="29" creationId="{C5924438-93C4-90C3-DFFE-3A2DAF4A6E4C}"/>
          </ac:graphicFrameMkLst>
        </pc:graphicFrameChg>
      </pc:sldChg>
      <pc:sldChg chg="addSp delSp modSp del mod ord">
        <pc:chgData name="Si Jing Goh" userId="fe228f63-d733-4912-9848-3eb5c05e5c90" providerId="ADAL" clId="{D3CB8232-7DC5-4573-8DB2-EB195F94AE5A}" dt="2025-12-08T16:38:02.938" v="2577" actId="47"/>
        <pc:sldMkLst>
          <pc:docMk/>
          <pc:sldMk cId="1333604350" sldId="2147480756"/>
        </pc:sldMkLst>
        <pc:spChg chg="mod">
          <ac:chgData name="Si Jing Goh" userId="fe228f63-d733-4912-9848-3eb5c05e5c90" providerId="ADAL" clId="{D3CB8232-7DC5-4573-8DB2-EB195F94AE5A}" dt="2025-12-08T13:28:24.140" v="963" actId="20577"/>
          <ac:spMkLst>
            <pc:docMk/>
            <pc:sldMk cId="1333604350" sldId="2147480756"/>
            <ac:spMk id="3" creationId="{8A75643D-5C78-1A8F-8F4A-646B28D92AAC}"/>
          </ac:spMkLst>
        </pc:spChg>
        <pc:spChg chg="mod">
          <ac:chgData name="Si Jing Goh" userId="fe228f63-d733-4912-9848-3eb5c05e5c90" providerId="ADAL" clId="{D3CB8232-7DC5-4573-8DB2-EB195F94AE5A}" dt="2025-12-08T14:30:03.995" v="2027" actId="20577"/>
          <ac:spMkLst>
            <pc:docMk/>
            <pc:sldMk cId="1333604350" sldId="2147480756"/>
            <ac:spMk id="10" creationId="{B55302C7-2A42-7F97-CD09-71A7B7FF8649}"/>
          </ac:spMkLst>
        </pc:spChg>
        <pc:spChg chg="add mod">
          <ac:chgData name="Si Jing Goh" userId="fe228f63-d733-4912-9848-3eb5c05e5c90" providerId="ADAL" clId="{D3CB8232-7DC5-4573-8DB2-EB195F94AE5A}" dt="2025-12-08T14:35:58.401" v="2237" actId="20577"/>
          <ac:spMkLst>
            <pc:docMk/>
            <pc:sldMk cId="1333604350" sldId="2147480756"/>
            <ac:spMk id="15" creationId="{5DD74D1E-D549-18A9-FADF-6AB6155F8425}"/>
          </ac:spMkLst>
        </pc:spChg>
        <pc:graphicFrameChg chg="del">
          <ac:chgData name="Si Jing Goh" userId="fe228f63-d733-4912-9848-3eb5c05e5c90" providerId="ADAL" clId="{D3CB8232-7DC5-4573-8DB2-EB195F94AE5A}" dt="2025-12-08T14:25:17.359" v="1835" actId="478"/>
          <ac:graphicFrameMkLst>
            <pc:docMk/>
            <pc:sldMk cId="1333604350" sldId="2147480756"/>
            <ac:graphicFrameMk id="5" creationId="{9BB1DDE1-D92D-3827-3FCA-357B3D2AC4FD}"/>
          </ac:graphicFrameMkLst>
        </pc:graphicFrameChg>
        <pc:graphicFrameChg chg="mod">
          <ac:chgData name="Si Jing Goh" userId="fe228f63-d733-4912-9848-3eb5c05e5c90" providerId="ADAL" clId="{D3CB8232-7DC5-4573-8DB2-EB195F94AE5A}" dt="2025-12-08T14:29:40.272" v="1994"/>
          <ac:graphicFrameMkLst>
            <pc:docMk/>
            <pc:sldMk cId="1333604350" sldId="2147480756"/>
            <ac:graphicFrameMk id="14" creationId="{DBDFF9EF-F34B-196C-452F-D729312D5903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8T14:30:26.100" v="2064" actId="14100"/>
          <ac:graphicFrameMkLst>
            <pc:docMk/>
            <pc:sldMk cId="1333604350" sldId="2147480756"/>
            <ac:graphicFrameMk id="23" creationId="{0FEFCA0B-4C8E-2E57-95FF-914926304690}"/>
          </ac:graphicFrameMkLst>
        </pc:graphicFrameChg>
      </pc:sldChg>
      <pc:sldChg chg="delSp modSp del mod ord">
        <pc:chgData name="Si Jing Goh" userId="fe228f63-d733-4912-9848-3eb5c05e5c90" providerId="ADAL" clId="{D3CB8232-7DC5-4573-8DB2-EB195F94AE5A}" dt="2025-12-08T14:33:12.736" v="2104" actId="47"/>
        <pc:sldMkLst>
          <pc:docMk/>
          <pc:sldMk cId="1040353950" sldId="2147480757"/>
        </pc:sldMkLst>
        <pc:spChg chg="mod">
          <ac:chgData name="Si Jing Goh" userId="fe228f63-d733-4912-9848-3eb5c05e5c90" providerId="ADAL" clId="{D3CB8232-7DC5-4573-8DB2-EB195F94AE5A}" dt="2025-12-08T13:28:27.952" v="967" actId="20577"/>
          <ac:spMkLst>
            <pc:docMk/>
            <pc:sldMk cId="1040353950" sldId="2147480757"/>
            <ac:spMk id="3" creationId="{F9FAFF15-D162-AA5E-6BA3-35860863C70B}"/>
          </ac:spMkLst>
        </pc:spChg>
        <pc:spChg chg="mod">
          <ac:chgData name="Si Jing Goh" userId="fe228f63-d733-4912-9848-3eb5c05e5c90" providerId="ADAL" clId="{D3CB8232-7DC5-4573-8DB2-EB195F94AE5A}" dt="2025-12-08T14:32:33.153" v="2095" actId="20577"/>
          <ac:spMkLst>
            <pc:docMk/>
            <pc:sldMk cId="1040353950" sldId="2147480757"/>
            <ac:spMk id="8" creationId="{B30D7AF1-8649-4DAD-3F5C-1A77EDE75F17}"/>
          </ac:spMkLst>
        </pc:spChg>
        <pc:spChg chg="del mod">
          <ac:chgData name="Si Jing Goh" userId="fe228f63-d733-4912-9848-3eb5c05e5c90" providerId="ADAL" clId="{D3CB8232-7DC5-4573-8DB2-EB195F94AE5A}" dt="2025-12-08T14:32:35.412" v="2096" actId="478"/>
          <ac:spMkLst>
            <pc:docMk/>
            <pc:sldMk cId="1040353950" sldId="2147480757"/>
            <ac:spMk id="25" creationId="{195CF25A-D381-81FD-DCBF-16493845455D}"/>
          </ac:spMkLst>
        </pc:spChg>
        <pc:picChg chg="mod">
          <ac:chgData name="Si Jing Goh" userId="fe228f63-d733-4912-9848-3eb5c05e5c90" providerId="ADAL" clId="{D3CB8232-7DC5-4573-8DB2-EB195F94AE5A}" dt="2025-12-08T14:32:39.874" v="2099" actId="1076"/>
          <ac:picMkLst>
            <pc:docMk/>
            <pc:sldMk cId="1040353950" sldId="2147480757"/>
            <ac:picMk id="14" creationId="{A07447A1-BEC4-FD46-3B83-19D6020C363A}"/>
          </ac:picMkLst>
        </pc:picChg>
        <pc:picChg chg="mod">
          <ac:chgData name="Si Jing Goh" userId="fe228f63-d733-4912-9848-3eb5c05e5c90" providerId="ADAL" clId="{D3CB8232-7DC5-4573-8DB2-EB195F94AE5A}" dt="2025-12-08T14:32:44.551" v="2103" actId="1076"/>
          <ac:picMkLst>
            <pc:docMk/>
            <pc:sldMk cId="1040353950" sldId="2147480757"/>
            <ac:picMk id="16" creationId="{2D51235D-E9CA-14CB-96DC-033E0ECB6783}"/>
          </ac:picMkLst>
        </pc:picChg>
        <pc:picChg chg="del">
          <ac:chgData name="Si Jing Goh" userId="fe228f63-d733-4912-9848-3eb5c05e5c90" providerId="ADAL" clId="{D3CB8232-7DC5-4573-8DB2-EB195F94AE5A}" dt="2025-12-08T14:32:35.412" v="2096" actId="478"/>
          <ac:picMkLst>
            <pc:docMk/>
            <pc:sldMk cId="1040353950" sldId="2147480757"/>
            <ac:picMk id="20" creationId="{6A74324A-FD58-AF8F-7DB5-58078CAF76A0}"/>
          </ac:picMkLst>
        </pc:picChg>
      </pc:sldChg>
      <pc:sldChg chg="addSp delSp modSp del mod ord modShow">
        <pc:chgData name="Si Jing Goh" userId="fe228f63-d733-4912-9848-3eb5c05e5c90" providerId="ADAL" clId="{D3CB8232-7DC5-4573-8DB2-EB195F94AE5A}" dt="2025-12-09T14:27:14.586" v="6480" actId="47"/>
        <pc:sldMkLst>
          <pc:docMk/>
          <pc:sldMk cId="2306007515" sldId="2147480759"/>
        </pc:sldMkLst>
        <pc:spChg chg="mod">
          <ac:chgData name="Si Jing Goh" userId="fe228f63-d733-4912-9848-3eb5c05e5c90" providerId="ADAL" clId="{D3CB8232-7DC5-4573-8DB2-EB195F94AE5A}" dt="2025-12-08T10:06:14.333" v="444" actId="20577"/>
          <ac:spMkLst>
            <pc:docMk/>
            <pc:sldMk cId="2306007515" sldId="2147480759"/>
            <ac:spMk id="2" creationId="{266FEFD7-F7DD-40AD-54A1-559A3A9F33FC}"/>
          </ac:spMkLst>
        </pc:spChg>
        <pc:spChg chg="mod">
          <ac:chgData name="Si Jing Goh" userId="fe228f63-d733-4912-9848-3eb5c05e5c90" providerId="ADAL" clId="{D3CB8232-7DC5-4573-8DB2-EB195F94AE5A}" dt="2025-12-08T10:08:33.624" v="505"/>
          <ac:spMkLst>
            <pc:docMk/>
            <pc:sldMk cId="2306007515" sldId="2147480759"/>
            <ac:spMk id="4" creationId="{02CB5322-DC89-6535-BA7E-A12D797147CA}"/>
          </ac:spMkLst>
        </pc:spChg>
        <pc:spChg chg="del">
          <ac:chgData name="Si Jing Goh" userId="fe228f63-d733-4912-9848-3eb5c05e5c90" providerId="ADAL" clId="{D3CB8232-7DC5-4573-8DB2-EB195F94AE5A}" dt="2025-12-08T10:08:09.636" v="486" actId="478"/>
          <ac:spMkLst>
            <pc:docMk/>
            <pc:sldMk cId="2306007515" sldId="2147480759"/>
            <ac:spMk id="5" creationId="{B3CB0B4A-D9BB-4A80-4A90-129206C05CD4}"/>
          </ac:spMkLst>
        </pc:spChg>
        <pc:spChg chg="add del mod">
          <ac:chgData name="Si Jing Goh" userId="fe228f63-d733-4912-9848-3eb5c05e5c90" providerId="ADAL" clId="{D3CB8232-7DC5-4573-8DB2-EB195F94AE5A}" dt="2025-12-08T10:06:39.945" v="450" actId="478"/>
          <ac:spMkLst>
            <pc:docMk/>
            <pc:sldMk cId="2306007515" sldId="2147480759"/>
            <ac:spMk id="7" creationId="{2BC356C6-527D-960A-5070-2DCA7C8E41CE}"/>
          </ac:spMkLst>
        </pc:spChg>
        <pc:spChg chg="mod">
          <ac:chgData name="Si Jing Goh" userId="fe228f63-d733-4912-9848-3eb5c05e5c90" providerId="ADAL" clId="{D3CB8232-7DC5-4573-8DB2-EB195F94AE5A}" dt="2025-12-09T10:28:42.815" v="3491" actId="1076"/>
          <ac:spMkLst>
            <pc:docMk/>
            <pc:sldMk cId="2306007515" sldId="2147480759"/>
            <ac:spMk id="12" creationId="{3A7FE751-86B5-A006-9153-EE427710B4CA}"/>
          </ac:spMkLst>
        </pc:spChg>
        <pc:graphicFrameChg chg="del mod modGraphic">
          <ac:chgData name="Si Jing Goh" userId="fe228f63-d733-4912-9848-3eb5c05e5c90" providerId="ADAL" clId="{D3CB8232-7DC5-4573-8DB2-EB195F94AE5A}" dt="2025-12-08T10:07:11.096" v="471" actId="478"/>
          <ac:graphicFrameMkLst>
            <pc:docMk/>
            <pc:sldMk cId="2306007515" sldId="2147480759"/>
            <ac:graphicFrameMk id="3" creationId="{F83925EC-ED99-97F8-936B-56D651DB0814}"/>
          </ac:graphicFrameMkLst>
        </pc:graphicFrameChg>
        <pc:graphicFrameChg chg="add mod modGraphic">
          <ac:chgData name="Si Jing Goh" userId="fe228f63-d733-4912-9848-3eb5c05e5c90" providerId="ADAL" clId="{D3CB8232-7DC5-4573-8DB2-EB195F94AE5A}" dt="2025-12-09T14:01:11.966" v="6150" actId="20577"/>
          <ac:graphicFrameMkLst>
            <pc:docMk/>
            <pc:sldMk cId="2306007515" sldId="2147480759"/>
            <ac:graphicFrameMk id="8" creationId="{CA207534-8705-3D46-2298-C9C7AED7EFAC}"/>
          </ac:graphicFrameMkLst>
        </pc:graphicFrameChg>
      </pc:sldChg>
      <pc:sldChg chg="addSp delSp modSp mod ord">
        <pc:chgData name="Si Jing Goh" userId="fe228f63-d733-4912-9848-3eb5c05e5c90" providerId="ADAL" clId="{D3CB8232-7DC5-4573-8DB2-EB195F94AE5A}" dt="2025-12-09T14:33:03.057" v="6557" actId="478"/>
        <pc:sldMkLst>
          <pc:docMk/>
          <pc:sldMk cId="1403112984" sldId="2147480760"/>
        </pc:sldMkLst>
        <pc:spChg chg="mod">
          <ac:chgData name="Si Jing Goh" userId="fe228f63-d733-4912-9848-3eb5c05e5c90" providerId="ADAL" clId="{D3CB8232-7DC5-4573-8DB2-EB195F94AE5A}" dt="2025-12-09T14:03:33.260" v="6194" actId="20577"/>
          <ac:spMkLst>
            <pc:docMk/>
            <pc:sldMk cId="1403112984" sldId="2147480760"/>
            <ac:spMk id="3" creationId="{852E3F5B-9E4D-51F8-F096-E0B4C8F1D434}"/>
          </ac:spMkLst>
        </pc:spChg>
        <pc:spChg chg="add del mod">
          <ac:chgData name="Si Jing Goh" userId="fe228f63-d733-4912-9848-3eb5c05e5c90" providerId="ADAL" clId="{D3CB8232-7DC5-4573-8DB2-EB195F94AE5A}" dt="2025-12-08T10:46:10.913" v="698" actId="478"/>
          <ac:spMkLst>
            <pc:docMk/>
            <pc:sldMk cId="1403112984" sldId="2147480760"/>
            <ac:spMk id="5" creationId="{DB412B39-2925-9DA1-2B04-AF04DA27C2AD}"/>
          </ac:spMkLst>
        </pc:spChg>
        <pc:spChg chg="mod">
          <ac:chgData name="Si Jing Goh" userId="fe228f63-d733-4912-9848-3eb5c05e5c90" providerId="ADAL" clId="{D3CB8232-7DC5-4573-8DB2-EB195F94AE5A}" dt="2025-12-08T14:41:59.805" v="2517" actId="20577"/>
          <ac:spMkLst>
            <pc:docMk/>
            <pc:sldMk cId="1403112984" sldId="2147480760"/>
            <ac:spMk id="10" creationId="{3031FF26-E98A-A742-6E08-A01787999A17}"/>
          </ac:spMkLst>
        </pc:spChg>
        <pc:spChg chg="mod">
          <ac:chgData name="Si Jing Goh" userId="fe228f63-d733-4912-9848-3eb5c05e5c90" providerId="ADAL" clId="{D3CB8232-7DC5-4573-8DB2-EB195F94AE5A}" dt="2025-12-08T14:33:53.295" v="2167" actId="2711"/>
          <ac:spMkLst>
            <pc:docMk/>
            <pc:sldMk cId="1403112984" sldId="2147480760"/>
            <ac:spMk id="13" creationId="{D532AA68-D9BD-7627-3FCD-7427F949B4D2}"/>
          </ac:spMkLst>
        </pc:spChg>
        <pc:spChg chg="del mod">
          <ac:chgData name="Si Jing Goh" userId="fe228f63-d733-4912-9848-3eb5c05e5c90" providerId="ADAL" clId="{D3CB8232-7DC5-4573-8DB2-EB195F94AE5A}" dt="2025-12-08T14:41:53.390" v="2490" actId="478"/>
          <ac:spMkLst>
            <pc:docMk/>
            <pc:sldMk cId="1403112984" sldId="2147480760"/>
            <ac:spMk id="18" creationId="{585435E1-B6F4-8556-77B7-28325E79F12F}"/>
          </ac:spMkLst>
        </pc:spChg>
        <pc:spChg chg="del mod">
          <ac:chgData name="Si Jing Goh" userId="fe228f63-d733-4912-9848-3eb5c05e5c90" providerId="ADAL" clId="{D3CB8232-7DC5-4573-8DB2-EB195F94AE5A}" dt="2025-12-08T14:42:01.265" v="2518" actId="478"/>
          <ac:spMkLst>
            <pc:docMk/>
            <pc:sldMk cId="1403112984" sldId="2147480760"/>
            <ac:spMk id="27" creationId="{4D1D4E79-7F99-FB80-256F-484F12C4E217}"/>
          </ac:spMkLst>
        </pc:spChg>
        <pc:grpChg chg="mod">
          <ac:chgData name="Si Jing Goh" userId="fe228f63-d733-4912-9848-3eb5c05e5c90" providerId="ADAL" clId="{D3CB8232-7DC5-4573-8DB2-EB195F94AE5A}" dt="2025-12-08T14:33:53.295" v="2167" actId="2711"/>
          <ac:grpSpMkLst>
            <pc:docMk/>
            <pc:sldMk cId="1403112984" sldId="2147480760"/>
            <ac:grpSpMk id="7" creationId="{BA838224-24B8-7236-5820-DD9342BD5B97}"/>
          </ac:grpSpMkLst>
        </pc:grpChg>
        <pc:grpChg chg="del mod">
          <ac:chgData name="Si Jing Goh" userId="fe228f63-d733-4912-9848-3eb5c05e5c90" providerId="ADAL" clId="{D3CB8232-7DC5-4573-8DB2-EB195F94AE5A}" dt="2025-12-08T14:41:53.390" v="2490" actId="478"/>
          <ac:grpSpMkLst>
            <pc:docMk/>
            <pc:sldMk cId="1403112984" sldId="2147480760"/>
            <ac:grpSpMk id="14" creationId="{4C842EFA-3A98-18C0-0DB6-A0D16F4B1B14}"/>
          </ac:grpSpMkLst>
        </pc:grpChg>
        <pc:graphicFrameChg chg="add mod">
          <ac:chgData name="Si Jing Goh" userId="fe228f63-d733-4912-9848-3eb5c05e5c90" providerId="ADAL" clId="{D3CB8232-7DC5-4573-8DB2-EB195F94AE5A}" dt="2025-12-08T14:41:47.592" v="2489"/>
          <ac:graphicFrameMkLst>
            <pc:docMk/>
            <pc:sldMk cId="1403112984" sldId="2147480760"/>
            <ac:graphicFrameMk id="5" creationId="{698DCAAD-023E-6922-2964-6FF3965C60E3}"/>
          </ac:graphicFrameMkLst>
        </pc:graphicFrameChg>
        <pc:graphicFrameChg chg="del mod">
          <ac:chgData name="Si Jing Goh" userId="fe228f63-d733-4912-9848-3eb5c05e5c90" providerId="ADAL" clId="{D3CB8232-7DC5-4573-8DB2-EB195F94AE5A}" dt="2025-12-08T14:41:53.390" v="2490" actId="478"/>
          <ac:graphicFrameMkLst>
            <pc:docMk/>
            <pc:sldMk cId="1403112984" sldId="2147480760"/>
            <ac:graphicFrameMk id="17" creationId="{16E70B49-7D12-986E-EDAB-9FB6613A20EB}"/>
          </ac:graphicFrameMkLst>
        </pc:graphicFrameChg>
        <pc:graphicFrameChg chg="add mod modGraphic">
          <ac:chgData name="Si Jing Goh" userId="fe228f63-d733-4912-9848-3eb5c05e5c90" providerId="ADAL" clId="{D3CB8232-7DC5-4573-8DB2-EB195F94AE5A}" dt="2025-12-08T14:55:05.064" v="2551" actId="14100"/>
          <ac:graphicFrameMkLst>
            <pc:docMk/>
            <pc:sldMk cId="1403112984" sldId="2147480760"/>
            <ac:graphicFrameMk id="19" creationId="{4F6098B1-9327-C254-D4F8-21116547F86E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8T14:40:53.368" v="2478" actId="20577"/>
          <ac:graphicFrameMkLst>
            <pc:docMk/>
            <pc:sldMk cId="1403112984" sldId="2147480760"/>
            <ac:graphicFrameMk id="23" creationId="{BC5E4490-4E1B-3652-D9BD-7582430F619E}"/>
          </ac:graphicFrameMkLst>
        </pc:graphicFrameChg>
        <pc:picChg chg="mod">
          <ac:chgData name="Si Jing Goh" userId="fe228f63-d733-4912-9848-3eb5c05e5c90" providerId="ADAL" clId="{D3CB8232-7DC5-4573-8DB2-EB195F94AE5A}" dt="2025-12-08T14:33:53.295" v="2167" actId="2711"/>
          <ac:picMkLst>
            <pc:docMk/>
            <pc:sldMk cId="1403112984" sldId="2147480760"/>
            <ac:picMk id="6" creationId="{5B51DEB3-AFF5-43AA-DF70-DC6850A23B92}"/>
          </ac:picMkLst>
        </pc:picChg>
        <pc:picChg chg="mod">
          <ac:chgData name="Si Jing Goh" userId="fe228f63-d733-4912-9848-3eb5c05e5c90" providerId="ADAL" clId="{D3CB8232-7DC5-4573-8DB2-EB195F94AE5A}" dt="2025-12-08T14:33:53.295" v="2167" actId="2711"/>
          <ac:picMkLst>
            <pc:docMk/>
            <pc:sldMk cId="1403112984" sldId="2147480760"/>
            <ac:picMk id="12" creationId="{3D6F123D-FEB6-FE17-81C0-145A75ACDC4B}"/>
          </ac:picMkLst>
        </pc:picChg>
        <pc:picChg chg="add del mod">
          <ac:chgData name="Si Jing Goh" userId="fe228f63-d733-4912-9848-3eb5c05e5c90" providerId="ADAL" clId="{D3CB8232-7DC5-4573-8DB2-EB195F94AE5A}" dt="2025-12-08T09:59:20.587" v="295" actId="478"/>
          <ac:picMkLst>
            <pc:docMk/>
            <pc:sldMk cId="1403112984" sldId="2147480760"/>
            <ac:picMk id="20" creationId="{46D273D8-7519-D4F4-4BA7-EB0440354BEA}"/>
          </ac:picMkLst>
        </pc:picChg>
        <pc:picChg chg="add del mod">
          <ac:chgData name="Si Jing Goh" userId="fe228f63-d733-4912-9848-3eb5c05e5c90" providerId="ADAL" clId="{D3CB8232-7DC5-4573-8DB2-EB195F94AE5A}" dt="2025-12-09T14:33:03.057" v="6557" actId="478"/>
          <ac:picMkLst>
            <pc:docMk/>
            <pc:sldMk cId="1403112984" sldId="2147480760"/>
            <ac:picMk id="25" creationId="{996F440A-7B0B-59C6-9220-8C7D0FC7A834}"/>
          </ac:picMkLst>
        </pc:picChg>
      </pc:sldChg>
      <pc:sldChg chg="modSp add mod ord modShow">
        <pc:chgData name="Si Jing Goh" userId="fe228f63-d733-4912-9848-3eb5c05e5c90" providerId="ADAL" clId="{D3CB8232-7DC5-4573-8DB2-EB195F94AE5A}" dt="2025-12-08T10:04:03.541" v="366"/>
        <pc:sldMkLst>
          <pc:docMk/>
          <pc:sldMk cId="184939760" sldId="2147480761"/>
        </pc:sldMkLst>
        <pc:spChg chg="mod">
          <ac:chgData name="Si Jing Goh" userId="fe228f63-d733-4912-9848-3eb5c05e5c90" providerId="ADAL" clId="{D3CB8232-7DC5-4573-8DB2-EB195F94AE5A}" dt="2025-12-08T09:42:09.626" v="130" actId="207"/>
          <ac:spMkLst>
            <pc:docMk/>
            <pc:sldMk cId="184939760" sldId="2147480761"/>
            <ac:spMk id="3" creationId="{93F5B7C9-C50B-A79F-E379-2FD89EBD0315}"/>
          </ac:spMkLst>
        </pc:spChg>
        <pc:spChg chg="mod">
          <ac:chgData name="Si Jing Goh" userId="fe228f63-d733-4912-9848-3eb5c05e5c90" providerId="ADAL" clId="{D3CB8232-7DC5-4573-8DB2-EB195F94AE5A}" dt="2025-12-08T09:42:16.796" v="133" actId="13926"/>
          <ac:spMkLst>
            <pc:docMk/>
            <pc:sldMk cId="184939760" sldId="2147480761"/>
            <ac:spMk id="27" creationId="{3DC459FB-5980-80E8-3B7F-EBC0E949B8CB}"/>
          </ac:spMkLst>
        </pc:spChg>
        <pc:graphicFrameChg chg="mod modGraphic">
          <ac:chgData name="Si Jing Goh" userId="fe228f63-d733-4912-9848-3eb5c05e5c90" providerId="ADAL" clId="{D3CB8232-7DC5-4573-8DB2-EB195F94AE5A}" dt="2025-12-08T09:44:01.791" v="144" actId="13926"/>
          <ac:graphicFrameMkLst>
            <pc:docMk/>
            <pc:sldMk cId="184939760" sldId="2147480761"/>
            <ac:graphicFrameMk id="23" creationId="{3683AC94-9040-6302-C538-000072B75AC7}"/>
          </ac:graphicFrameMkLst>
        </pc:graphicFrameChg>
      </pc:sldChg>
      <pc:sldChg chg="modSp add del mod">
        <pc:chgData name="Si Jing Goh" userId="fe228f63-d733-4912-9848-3eb5c05e5c90" providerId="ADAL" clId="{D3CB8232-7DC5-4573-8DB2-EB195F94AE5A}" dt="2025-12-09T02:08:18.770" v="2621" actId="47"/>
        <pc:sldMkLst>
          <pc:docMk/>
          <pc:sldMk cId="3857168428" sldId="2147480761"/>
        </pc:sldMkLst>
        <pc:spChg chg="mod">
          <ac:chgData name="Si Jing Goh" userId="fe228f63-d733-4912-9848-3eb5c05e5c90" providerId="ADAL" clId="{D3CB8232-7DC5-4573-8DB2-EB195F94AE5A}" dt="2025-12-09T01:56:44.638" v="2618" actId="13926"/>
          <ac:spMkLst>
            <pc:docMk/>
            <pc:sldMk cId="3857168428" sldId="2147480761"/>
            <ac:spMk id="3" creationId="{381BFC7C-D989-33A1-9C9F-31F0C3A4ACD4}"/>
          </ac:spMkLst>
        </pc:spChg>
      </pc:sldChg>
      <pc:sldChg chg="del">
        <pc:chgData name="Si Jing Goh" userId="fe228f63-d733-4912-9848-3eb5c05e5c90" providerId="ADAL" clId="{D3CB8232-7DC5-4573-8DB2-EB195F94AE5A}" dt="2025-12-08T13:29:04.992" v="981" actId="47"/>
        <pc:sldMkLst>
          <pc:docMk/>
          <pc:sldMk cId="1118303057" sldId="2147480762"/>
        </pc:sldMkLst>
      </pc:sldChg>
      <pc:sldChg chg="addSp delSp modSp add del mod">
        <pc:chgData name="Si Jing Goh" userId="fe228f63-d733-4912-9848-3eb5c05e5c90" providerId="ADAL" clId="{D3CB8232-7DC5-4573-8DB2-EB195F94AE5A}" dt="2025-12-08T14:54:12.271" v="2541" actId="47"/>
        <pc:sldMkLst>
          <pc:docMk/>
          <pc:sldMk cId="4286791014" sldId="2147480762"/>
        </pc:sldMkLst>
        <pc:spChg chg="del">
          <ac:chgData name="Si Jing Goh" userId="fe228f63-d733-4912-9848-3eb5c05e5c90" providerId="ADAL" clId="{D3CB8232-7DC5-4573-8DB2-EB195F94AE5A}" dt="2025-12-08T14:53:08.403" v="2531" actId="478"/>
          <ac:spMkLst>
            <pc:docMk/>
            <pc:sldMk cId="4286791014" sldId="2147480762"/>
            <ac:spMk id="3" creationId="{51114D11-146F-6251-739E-03BC8DB9B56B}"/>
          </ac:spMkLst>
        </pc:spChg>
        <pc:spChg chg="del">
          <ac:chgData name="Si Jing Goh" userId="fe228f63-d733-4912-9848-3eb5c05e5c90" providerId="ADAL" clId="{D3CB8232-7DC5-4573-8DB2-EB195F94AE5A}" dt="2025-12-08T14:53:08.403" v="2531" actId="478"/>
          <ac:spMkLst>
            <pc:docMk/>
            <pc:sldMk cId="4286791014" sldId="2147480762"/>
            <ac:spMk id="6" creationId="{97337E79-F97D-45BC-09EC-9B5642339FD7}"/>
          </ac:spMkLst>
        </pc:spChg>
        <pc:spChg chg="del">
          <ac:chgData name="Si Jing Goh" userId="fe228f63-d733-4912-9848-3eb5c05e5c90" providerId="ADAL" clId="{D3CB8232-7DC5-4573-8DB2-EB195F94AE5A}" dt="2025-12-08T14:53:08.403" v="2531" actId="478"/>
          <ac:spMkLst>
            <pc:docMk/>
            <pc:sldMk cId="4286791014" sldId="2147480762"/>
            <ac:spMk id="17" creationId="{6986E2EF-0565-F9AC-A532-CC2A9E64F60A}"/>
          </ac:spMkLst>
        </pc:spChg>
        <pc:grpChg chg="del">
          <ac:chgData name="Si Jing Goh" userId="fe228f63-d733-4912-9848-3eb5c05e5c90" providerId="ADAL" clId="{D3CB8232-7DC5-4573-8DB2-EB195F94AE5A}" dt="2025-12-08T14:53:08.403" v="2531" actId="478"/>
          <ac:grpSpMkLst>
            <pc:docMk/>
            <pc:sldMk cId="4286791014" sldId="2147480762"/>
            <ac:grpSpMk id="8" creationId="{E2FE9834-9A4A-E6B4-EEC2-4ECC543CF20E}"/>
          </ac:grpSpMkLst>
        </pc:grpChg>
        <pc:graphicFrameChg chg="add mod">
          <ac:chgData name="Si Jing Goh" userId="fe228f63-d733-4912-9848-3eb5c05e5c90" providerId="ADAL" clId="{D3CB8232-7DC5-4573-8DB2-EB195F94AE5A}" dt="2025-12-08T14:53:09.155" v="2532"/>
          <ac:graphicFrameMkLst>
            <pc:docMk/>
            <pc:sldMk cId="4286791014" sldId="2147480762"/>
            <ac:graphicFrameMk id="2" creationId="{07D80341-2BC4-FE92-18D1-C955CFB4337A}"/>
          </ac:graphicFrameMkLst>
        </pc:graphicFrameChg>
        <pc:graphicFrameChg chg="del">
          <ac:chgData name="Si Jing Goh" userId="fe228f63-d733-4912-9848-3eb5c05e5c90" providerId="ADAL" clId="{D3CB8232-7DC5-4573-8DB2-EB195F94AE5A}" dt="2025-12-08T14:53:08.403" v="2531" actId="478"/>
          <ac:graphicFrameMkLst>
            <pc:docMk/>
            <pc:sldMk cId="4286791014" sldId="2147480762"/>
            <ac:graphicFrameMk id="7" creationId="{22CE1C3A-8D5D-0A6D-A545-BCA9432C5FC9}"/>
          </ac:graphicFrameMkLst>
        </pc:graphicFrameChg>
      </pc:sldChg>
      <pc:sldChg chg="addSp delSp modSp add mod ord">
        <pc:chgData name="Si Jing Goh" userId="fe228f63-d733-4912-9848-3eb5c05e5c90" providerId="ADAL" clId="{D3CB8232-7DC5-4573-8DB2-EB195F94AE5A}" dt="2025-12-09T14:27:21.826" v="6483" actId="478"/>
        <pc:sldMkLst>
          <pc:docMk/>
          <pc:sldMk cId="2804689967" sldId="2147480824"/>
        </pc:sldMkLst>
        <pc:spChg chg="add del mod">
          <ac:chgData name="Si Jing Goh" userId="fe228f63-d733-4912-9848-3eb5c05e5c90" providerId="ADAL" clId="{D3CB8232-7DC5-4573-8DB2-EB195F94AE5A}" dt="2025-12-09T13:47:08.961" v="5892" actId="478"/>
          <ac:spMkLst>
            <pc:docMk/>
            <pc:sldMk cId="2804689967" sldId="2147480824"/>
            <ac:spMk id="2" creationId="{2D89F096-0DDC-AD7A-FA9B-D3809A7281EC}"/>
          </ac:spMkLst>
        </pc:spChg>
        <pc:spChg chg="del mod">
          <ac:chgData name="Si Jing Goh" userId="fe228f63-d733-4912-9848-3eb5c05e5c90" providerId="ADAL" clId="{D3CB8232-7DC5-4573-8DB2-EB195F94AE5A}" dt="2025-12-09T13:53:02.311" v="5969" actId="478"/>
          <ac:spMkLst>
            <pc:docMk/>
            <pc:sldMk cId="2804689967" sldId="2147480824"/>
            <ac:spMk id="4" creationId="{86191476-DCF6-2AFE-05ED-B839EF1FC1DF}"/>
          </ac:spMkLst>
        </pc:spChg>
        <pc:spChg chg="mod">
          <ac:chgData name="Si Jing Goh" userId="fe228f63-d733-4912-9848-3eb5c05e5c90" providerId="ADAL" clId="{D3CB8232-7DC5-4573-8DB2-EB195F94AE5A}" dt="2025-12-09T14:00:22.077" v="6097"/>
          <ac:spMkLst>
            <pc:docMk/>
            <pc:sldMk cId="2804689967" sldId="2147480824"/>
            <ac:spMk id="15" creationId="{29D62A61-C448-4443-7F2C-A19D8050FB5A}"/>
          </ac:spMkLst>
        </pc:spChg>
        <pc:spChg chg="mod">
          <ac:chgData name="Si Jing Goh" userId="fe228f63-d733-4912-9848-3eb5c05e5c90" providerId="ADAL" clId="{D3CB8232-7DC5-4573-8DB2-EB195F94AE5A}" dt="2025-12-09T14:02:28.802" v="6178" actId="20577"/>
          <ac:spMkLst>
            <pc:docMk/>
            <pc:sldMk cId="2804689967" sldId="2147480824"/>
            <ac:spMk id="16" creationId="{23982C3B-D2BE-7635-3897-83745EC04F9E}"/>
          </ac:spMkLst>
        </pc:spChg>
        <pc:spChg chg="add del mod">
          <ac:chgData name="Si Jing Goh" userId="fe228f63-d733-4912-9848-3eb5c05e5c90" providerId="ADAL" clId="{D3CB8232-7DC5-4573-8DB2-EB195F94AE5A}" dt="2025-12-09T13:53:49.811" v="5990" actId="478"/>
          <ac:spMkLst>
            <pc:docMk/>
            <pc:sldMk cId="2804689967" sldId="2147480824"/>
            <ac:spMk id="18" creationId="{FF468F34-0DCA-C78E-3171-F9C59EFB7ABF}"/>
          </ac:spMkLst>
        </pc:spChg>
        <pc:spChg chg="add del mod">
          <ac:chgData name="Si Jing Goh" userId="fe228f63-d733-4912-9848-3eb5c05e5c90" providerId="ADAL" clId="{D3CB8232-7DC5-4573-8DB2-EB195F94AE5A}" dt="2025-12-09T14:27:21.826" v="6483" actId="478"/>
          <ac:spMkLst>
            <pc:docMk/>
            <pc:sldMk cId="2804689967" sldId="2147480824"/>
            <ac:spMk id="20" creationId="{258128E0-6531-89BB-B0ED-F1C458E1048E}"/>
          </ac:spMkLst>
        </pc:spChg>
        <pc:spChg chg="mod">
          <ac:chgData name="Si Jing Goh" userId="fe228f63-d733-4912-9848-3eb5c05e5c90" providerId="ADAL" clId="{D3CB8232-7DC5-4573-8DB2-EB195F94AE5A}" dt="2025-12-09T13:58:50.822" v="6070" actId="1035"/>
          <ac:spMkLst>
            <pc:docMk/>
            <pc:sldMk cId="2804689967" sldId="2147480824"/>
            <ac:spMk id="24" creationId="{9394F413-3CAC-FACC-FD1E-BE84690CDA22}"/>
          </ac:spMkLst>
        </pc:spChg>
        <pc:graphicFrameChg chg="mod modGraphic">
          <ac:chgData name="Si Jing Goh" userId="fe228f63-d733-4912-9848-3eb5c05e5c90" providerId="ADAL" clId="{D3CB8232-7DC5-4573-8DB2-EB195F94AE5A}" dt="2025-12-09T13:52:47.695" v="5967" actId="20577"/>
          <ac:graphicFrameMkLst>
            <pc:docMk/>
            <pc:sldMk cId="2804689967" sldId="2147480824"/>
            <ac:graphicFrameMk id="3" creationId="{B6197510-ABF3-1B36-01A7-63120629BA63}"/>
          </ac:graphicFrameMkLst>
        </pc:graphicFrameChg>
        <pc:graphicFrameChg chg="add mod modGraphic">
          <ac:chgData name="Si Jing Goh" userId="fe228f63-d733-4912-9848-3eb5c05e5c90" providerId="ADAL" clId="{D3CB8232-7DC5-4573-8DB2-EB195F94AE5A}" dt="2025-12-09T13:51:24.547" v="5908"/>
          <ac:graphicFrameMkLst>
            <pc:docMk/>
            <pc:sldMk cId="2804689967" sldId="2147480824"/>
            <ac:graphicFrameMk id="7" creationId="{4B041F08-BF83-6B38-17F3-167848426932}"/>
          </ac:graphicFrameMkLst>
        </pc:graphicFrameChg>
        <pc:picChg chg="add mod">
          <ac:chgData name="Si Jing Goh" userId="fe228f63-d733-4912-9848-3eb5c05e5c90" providerId="ADAL" clId="{D3CB8232-7DC5-4573-8DB2-EB195F94AE5A}" dt="2025-12-09T13:53:19.623" v="5977" actId="1076"/>
          <ac:picMkLst>
            <pc:docMk/>
            <pc:sldMk cId="2804689967" sldId="2147480824"/>
            <ac:picMk id="5" creationId="{1A4BBBD9-A8A7-2F2B-4D84-CB489902CFEF}"/>
          </ac:picMkLst>
        </pc:picChg>
        <pc:picChg chg="add del mod">
          <ac:chgData name="Si Jing Goh" userId="fe228f63-d733-4912-9848-3eb5c05e5c90" providerId="ADAL" clId="{D3CB8232-7DC5-4573-8DB2-EB195F94AE5A}" dt="2025-12-09T13:52:19.487" v="5958" actId="22"/>
          <ac:picMkLst>
            <pc:docMk/>
            <pc:sldMk cId="2804689967" sldId="2147480824"/>
            <ac:picMk id="10" creationId="{5B12451F-8EB9-3FA1-15BA-114A02A164B2}"/>
          </ac:picMkLst>
        </pc:picChg>
        <pc:picChg chg="add mod">
          <ac:chgData name="Si Jing Goh" userId="fe228f63-d733-4912-9848-3eb5c05e5c90" providerId="ADAL" clId="{D3CB8232-7DC5-4573-8DB2-EB195F94AE5A}" dt="2025-12-09T13:52:39.575" v="5964" actId="1076"/>
          <ac:picMkLst>
            <pc:docMk/>
            <pc:sldMk cId="2804689967" sldId="2147480824"/>
            <ac:picMk id="17" creationId="{080CED46-A35A-71E2-6AF4-6EAE590D9052}"/>
          </ac:picMkLst>
        </pc:picChg>
        <pc:picChg chg="add mod">
          <ac:chgData name="Si Jing Goh" userId="fe228f63-d733-4912-9848-3eb5c05e5c90" providerId="ADAL" clId="{D3CB8232-7DC5-4573-8DB2-EB195F94AE5A}" dt="2025-12-09T13:53:23.540" v="5988" actId="1036"/>
          <ac:picMkLst>
            <pc:docMk/>
            <pc:sldMk cId="2804689967" sldId="2147480824"/>
            <ac:picMk id="19" creationId="{D4005C4E-B460-D907-B23B-F727539DF54C}"/>
          </ac:picMkLst>
        </pc:picChg>
      </pc:sldChg>
      <pc:sldChg chg="addSp modSp add del mod">
        <pc:chgData name="Si Jing Goh" userId="fe228f63-d733-4912-9848-3eb5c05e5c90" providerId="ADAL" clId="{D3CB8232-7DC5-4573-8DB2-EB195F94AE5A}" dt="2025-12-09T13:47:36.460" v="5895" actId="47"/>
        <pc:sldMkLst>
          <pc:docMk/>
          <pc:sldMk cId="3692704598" sldId="2147480825"/>
        </pc:sldMkLst>
        <pc:spChg chg="add mod">
          <ac:chgData name="Si Jing Goh" userId="fe228f63-d733-4912-9848-3eb5c05e5c90" providerId="ADAL" clId="{D3CB8232-7DC5-4573-8DB2-EB195F94AE5A}" dt="2025-12-09T13:47:25.019" v="5894" actId="20577"/>
          <ac:spMkLst>
            <pc:docMk/>
            <pc:sldMk cId="3692704598" sldId="2147480825"/>
            <ac:spMk id="2" creationId="{5D7BDB28-2339-45F2-B442-973D3038B557}"/>
          </ac:spMkLst>
        </pc:spChg>
        <pc:spChg chg="mod">
          <ac:chgData name="Si Jing Goh" userId="fe228f63-d733-4912-9848-3eb5c05e5c90" providerId="ADAL" clId="{D3CB8232-7DC5-4573-8DB2-EB195F94AE5A}" dt="2025-12-09T13:44:24.236" v="5748" actId="20577"/>
          <ac:spMkLst>
            <pc:docMk/>
            <pc:sldMk cId="3692704598" sldId="2147480825"/>
            <ac:spMk id="16" creationId="{1CB48C63-EA1F-0786-D092-93E428FB74F3}"/>
          </ac:spMkLst>
        </pc:spChg>
      </pc:sldChg>
      <pc:sldChg chg="addSp delSp modSp add mod ord">
        <pc:chgData name="Si Jing Goh" userId="fe228f63-d733-4912-9848-3eb5c05e5c90" providerId="ADAL" clId="{D3CB8232-7DC5-4573-8DB2-EB195F94AE5A}" dt="2025-12-09T14:27:59.484" v="6496"/>
        <pc:sldMkLst>
          <pc:docMk/>
          <pc:sldMk cId="3413316928" sldId="2147480826"/>
        </pc:sldMkLst>
        <pc:spChg chg="add del mod">
          <ac:chgData name="Si Jing Goh" userId="fe228f63-d733-4912-9848-3eb5c05e5c90" providerId="ADAL" clId="{D3CB8232-7DC5-4573-8DB2-EB195F94AE5A}" dt="2025-12-09T13:59:06.813" v="6074" actId="478"/>
          <ac:spMkLst>
            <pc:docMk/>
            <pc:sldMk cId="3413316928" sldId="2147480826"/>
            <ac:spMk id="2" creationId="{18D4E6A1-6D31-6806-3AD2-F8F3DC11F0B8}"/>
          </ac:spMkLst>
        </pc:spChg>
        <pc:spChg chg="del">
          <ac:chgData name="Si Jing Goh" userId="fe228f63-d733-4912-9848-3eb5c05e5c90" providerId="ADAL" clId="{D3CB8232-7DC5-4573-8DB2-EB195F94AE5A}" dt="2025-12-09T13:59:01.023" v="6071" actId="478"/>
          <ac:spMkLst>
            <pc:docMk/>
            <pc:sldMk cId="3413316928" sldId="2147480826"/>
            <ac:spMk id="4" creationId="{583A4ECA-7D51-1F78-C60A-1778CEC2A06D}"/>
          </ac:spMkLst>
        </pc:spChg>
        <pc:spChg chg="mod">
          <ac:chgData name="Si Jing Goh" userId="fe228f63-d733-4912-9848-3eb5c05e5c90" providerId="ADAL" clId="{D3CB8232-7DC5-4573-8DB2-EB195F94AE5A}" dt="2025-12-09T14:00:20.309" v="6096"/>
          <ac:spMkLst>
            <pc:docMk/>
            <pc:sldMk cId="3413316928" sldId="2147480826"/>
            <ac:spMk id="15" creationId="{B72B0E44-FEC2-BC33-DDE6-48DF009DC481}"/>
          </ac:spMkLst>
        </pc:spChg>
        <pc:spChg chg="mod">
          <ac:chgData name="Si Jing Goh" userId="fe228f63-d733-4912-9848-3eb5c05e5c90" providerId="ADAL" clId="{D3CB8232-7DC5-4573-8DB2-EB195F94AE5A}" dt="2025-12-09T14:03:35.830" v="6198" actId="20577"/>
          <ac:spMkLst>
            <pc:docMk/>
            <pc:sldMk cId="3413316928" sldId="2147480826"/>
            <ac:spMk id="16" creationId="{7B17B57E-84EA-65BC-7D48-60A13AAE723B}"/>
          </ac:spMkLst>
        </pc:spChg>
        <pc:spChg chg="add del mod">
          <ac:chgData name="Si Jing Goh" userId="fe228f63-d733-4912-9848-3eb5c05e5c90" providerId="ADAL" clId="{D3CB8232-7DC5-4573-8DB2-EB195F94AE5A}" dt="2025-12-09T14:27:27.284" v="6484" actId="478"/>
          <ac:spMkLst>
            <pc:docMk/>
            <pc:sldMk cId="3413316928" sldId="2147480826"/>
            <ac:spMk id="18" creationId="{7571633F-D67E-997C-D168-F17E7690F87C}"/>
          </ac:spMkLst>
        </pc:spChg>
        <pc:spChg chg="mod">
          <ac:chgData name="Si Jing Goh" userId="fe228f63-d733-4912-9848-3eb5c05e5c90" providerId="ADAL" clId="{D3CB8232-7DC5-4573-8DB2-EB195F94AE5A}" dt="2025-12-09T14:19:55.281" v="6442" actId="1036"/>
          <ac:spMkLst>
            <pc:docMk/>
            <pc:sldMk cId="3413316928" sldId="2147480826"/>
            <ac:spMk id="24" creationId="{FAA9E85A-6637-703A-A346-5A5592EC3974}"/>
          </ac:spMkLst>
        </pc:spChg>
        <pc:graphicFrameChg chg="mod modGraphic">
          <ac:chgData name="Si Jing Goh" userId="fe228f63-d733-4912-9848-3eb5c05e5c90" providerId="ADAL" clId="{D3CB8232-7DC5-4573-8DB2-EB195F94AE5A}" dt="2025-12-09T14:13:09.066" v="6349" actId="14100"/>
          <ac:graphicFrameMkLst>
            <pc:docMk/>
            <pc:sldMk cId="3413316928" sldId="2147480826"/>
            <ac:graphicFrameMk id="3" creationId="{8F06FA50-939D-3CB2-7C0C-B631208D444C}"/>
          </ac:graphicFrameMkLst>
        </pc:graphicFrameChg>
        <pc:graphicFrameChg chg="add mod">
          <ac:chgData name="Si Jing Goh" userId="fe228f63-d733-4912-9848-3eb5c05e5c90" providerId="ADAL" clId="{D3CB8232-7DC5-4573-8DB2-EB195F94AE5A}" dt="2025-12-09T13:51:03.679" v="5898"/>
          <ac:graphicFrameMkLst>
            <pc:docMk/>
            <pc:sldMk cId="3413316928" sldId="2147480826"/>
            <ac:graphicFrameMk id="5" creationId="{CEE9451A-574C-5DFE-DFF7-AC5826433500}"/>
          </ac:graphicFrameMkLst>
        </pc:graphicFrameChg>
        <pc:graphicFrameChg chg="add mod modGraphic">
          <ac:chgData name="Si Jing Goh" userId="fe228f63-d733-4912-9848-3eb5c05e5c90" providerId="ADAL" clId="{D3CB8232-7DC5-4573-8DB2-EB195F94AE5A}" dt="2025-12-09T14:12:16.967" v="6307" actId="14100"/>
          <ac:graphicFrameMkLst>
            <pc:docMk/>
            <pc:sldMk cId="3413316928" sldId="2147480826"/>
            <ac:graphicFrameMk id="17" creationId="{BA059DA9-1DF5-42FE-CEDF-B7B4FC010363}"/>
          </ac:graphicFrameMkLst>
        </pc:graphicFrameChg>
        <pc:picChg chg="add del mod">
          <ac:chgData name="Si Jing Goh" userId="fe228f63-d733-4912-9848-3eb5c05e5c90" providerId="ADAL" clId="{D3CB8232-7DC5-4573-8DB2-EB195F94AE5A}" dt="2025-12-09T13:59:12.579" v="6076" actId="478"/>
          <ac:picMkLst>
            <pc:docMk/>
            <pc:sldMk cId="3413316928" sldId="2147480826"/>
            <ac:picMk id="7" creationId="{4EEBD02A-D6D1-524A-C0A3-ABCBF9132D69}"/>
          </ac:picMkLst>
        </pc:picChg>
        <pc:picChg chg="add del mod">
          <ac:chgData name="Si Jing Goh" userId="fe228f63-d733-4912-9848-3eb5c05e5c90" providerId="ADAL" clId="{D3CB8232-7DC5-4573-8DB2-EB195F94AE5A}" dt="2025-12-09T13:59:08.188" v="6075" actId="478"/>
          <ac:picMkLst>
            <pc:docMk/>
            <pc:sldMk cId="3413316928" sldId="2147480826"/>
            <ac:picMk id="9" creationId="{6EE29CF1-31A5-D267-509B-DBA3437067D1}"/>
          </ac:picMkLst>
        </pc:picChg>
        <pc:picChg chg="add mod">
          <ac:chgData name="Si Jing Goh" userId="fe228f63-d733-4912-9848-3eb5c05e5c90" providerId="ADAL" clId="{D3CB8232-7DC5-4573-8DB2-EB195F94AE5A}" dt="2025-12-09T13:59:16.027" v="6077"/>
          <ac:picMkLst>
            <pc:docMk/>
            <pc:sldMk cId="3413316928" sldId="2147480826"/>
            <ac:picMk id="10" creationId="{E03E2DC8-CAB2-AAE9-6A4F-D05FAA682D35}"/>
          </ac:picMkLst>
        </pc:picChg>
        <pc:picChg chg="add mod">
          <ac:chgData name="Si Jing Goh" userId="fe228f63-d733-4912-9848-3eb5c05e5c90" providerId="ADAL" clId="{D3CB8232-7DC5-4573-8DB2-EB195F94AE5A}" dt="2025-12-09T13:59:34.889" v="6085" actId="1036"/>
          <ac:picMkLst>
            <pc:docMk/>
            <pc:sldMk cId="3413316928" sldId="2147480826"/>
            <ac:picMk id="14" creationId="{BCC58995-2F00-97E8-CA7E-A991EB7A4FAB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2-09T14:28:02.767" v="6498"/>
        <pc:sldMkLst>
          <pc:docMk/>
          <pc:sldMk cId="3480515118" sldId="2147480827"/>
        </pc:sldMkLst>
        <pc:spChg chg="add del mod">
          <ac:chgData name="Si Jing Goh" userId="fe228f63-d733-4912-9848-3eb5c05e5c90" providerId="ADAL" clId="{D3CB8232-7DC5-4573-8DB2-EB195F94AE5A}" dt="2025-12-09T12:15:38.393" v="3529" actId="478"/>
          <ac:spMkLst>
            <pc:docMk/>
            <pc:sldMk cId="3480515118" sldId="2147480827"/>
            <ac:spMk id="2" creationId="{23ADE012-7DEC-AA40-FA00-1AE36E01BB11}"/>
          </ac:spMkLst>
        </pc:spChg>
        <pc:spChg chg="add del mod">
          <ac:chgData name="Si Jing Goh" userId="fe228f63-d733-4912-9848-3eb5c05e5c90" providerId="ADAL" clId="{D3CB8232-7DC5-4573-8DB2-EB195F94AE5A}" dt="2025-12-09T09:15:37.780" v="2940" actId="14100"/>
          <ac:spMkLst>
            <pc:docMk/>
            <pc:sldMk cId="3480515118" sldId="2147480827"/>
            <ac:spMk id="5" creationId="{D7092E02-CE3B-B187-56A1-9D1C929C7CD4}"/>
          </ac:spMkLst>
        </pc:spChg>
        <pc:spChg chg="add mod">
          <ac:chgData name="Si Jing Goh" userId="fe228f63-d733-4912-9848-3eb5c05e5c90" providerId="ADAL" clId="{D3CB8232-7DC5-4573-8DB2-EB195F94AE5A}" dt="2025-12-09T09:16:12.530" v="3117" actId="14100"/>
          <ac:spMkLst>
            <pc:docMk/>
            <pc:sldMk cId="3480515118" sldId="2147480827"/>
            <ac:spMk id="7" creationId="{1DE2113C-0105-3662-95E3-2398F20F660D}"/>
          </ac:spMkLst>
        </pc:spChg>
        <pc:spChg chg="add mod">
          <ac:chgData name="Si Jing Goh" userId="fe228f63-d733-4912-9848-3eb5c05e5c90" providerId="ADAL" clId="{D3CB8232-7DC5-4573-8DB2-EB195F94AE5A}" dt="2025-12-09T09:16:34.489" v="3143" actId="14100"/>
          <ac:spMkLst>
            <pc:docMk/>
            <pc:sldMk cId="3480515118" sldId="2147480827"/>
            <ac:spMk id="9" creationId="{3F73F056-CB11-A295-3285-FB7FC979DC80}"/>
          </ac:spMkLst>
        </pc:spChg>
        <pc:spChg chg="add mod">
          <ac:chgData name="Si Jing Goh" userId="fe228f63-d733-4912-9848-3eb5c05e5c90" providerId="ADAL" clId="{D3CB8232-7DC5-4573-8DB2-EB195F94AE5A}" dt="2025-12-09T09:16:55.410" v="3168" actId="20577"/>
          <ac:spMkLst>
            <pc:docMk/>
            <pc:sldMk cId="3480515118" sldId="2147480827"/>
            <ac:spMk id="10" creationId="{9245A8DB-E202-611E-B1D0-98E520B445DF}"/>
          </ac:spMkLst>
        </pc:spChg>
        <pc:spChg chg="add del mod">
          <ac:chgData name="Si Jing Goh" userId="fe228f63-d733-4912-9848-3eb5c05e5c90" providerId="ADAL" clId="{D3CB8232-7DC5-4573-8DB2-EB195F94AE5A}" dt="2025-12-09T12:15:36.871" v="3528" actId="478"/>
          <ac:spMkLst>
            <pc:docMk/>
            <pc:sldMk cId="3480515118" sldId="2147480827"/>
            <ac:spMk id="14" creationId="{52BBCCB0-30E6-072D-7740-4EC96EC9A4E7}"/>
          </ac:spMkLst>
        </pc:spChg>
        <pc:spChg chg="mod">
          <ac:chgData name="Si Jing Goh" userId="fe228f63-d733-4912-9848-3eb5c05e5c90" providerId="ADAL" clId="{D3CB8232-7DC5-4573-8DB2-EB195F94AE5A}" dt="2025-12-09T14:00:16.575" v="6095"/>
          <ac:spMkLst>
            <pc:docMk/>
            <pc:sldMk cId="3480515118" sldId="2147480827"/>
            <ac:spMk id="15" creationId="{83D38F5E-F5DE-5F79-B282-9152A25B5E78}"/>
          </ac:spMkLst>
        </pc:spChg>
        <pc:spChg chg="mod">
          <ac:chgData name="Si Jing Goh" userId="fe228f63-d733-4912-9848-3eb5c05e5c90" providerId="ADAL" clId="{D3CB8232-7DC5-4573-8DB2-EB195F94AE5A}" dt="2025-12-09T14:03:38.234" v="6202" actId="20577"/>
          <ac:spMkLst>
            <pc:docMk/>
            <pc:sldMk cId="3480515118" sldId="2147480827"/>
            <ac:spMk id="16" creationId="{A6838AEF-1D1E-E4BD-720E-69915ACD1DEF}"/>
          </ac:spMkLst>
        </pc:spChg>
        <pc:spChg chg="add mod">
          <ac:chgData name="Si Jing Goh" userId="fe228f63-d733-4912-9848-3eb5c05e5c90" providerId="ADAL" clId="{D3CB8232-7DC5-4573-8DB2-EB195F94AE5A}" dt="2025-12-09T09:17:40.982" v="3316" actId="14100"/>
          <ac:spMkLst>
            <pc:docMk/>
            <pc:sldMk cId="3480515118" sldId="2147480827"/>
            <ac:spMk id="17" creationId="{324F60E9-EF4D-4398-C9C2-7AD427826137}"/>
          </ac:spMkLst>
        </pc:spChg>
        <pc:spChg chg="add mod">
          <ac:chgData name="Si Jing Goh" userId="fe228f63-d733-4912-9848-3eb5c05e5c90" providerId="ADAL" clId="{D3CB8232-7DC5-4573-8DB2-EB195F94AE5A}" dt="2025-12-09T09:17:41.826" v="3317" actId="571"/>
          <ac:spMkLst>
            <pc:docMk/>
            <pc:sldMk cId="3480515118" sldId="2147480827"/>
            <ac:spMk id="18" creationId="{ABCBE4F2-A2D4-4D4F-AEA2-7C3EBD8DB0FD}"/>
          </ac:spMkLst>
        </pc:spChg>
        <pc:spChg chg="add del mod">
          <ac:chgData name="Si Jing Goh" userId="fe228f63-d733-4912-9848-3eb5c05e5c90" providerId="ADAL" clId="{D3CB8232-7DC5-4573-8DB2-EB195F94AE5A}" dt="2025-12-09T14:27:29.105" v="6485" actId="478"/>
          <ac:spMkLst>
            <pc:docMk/>
            <pc:sldMk cId="3480515118" sldId="2147480827"/>
            <ac:spMk id="26" creationId="{32DD9493-3A43-F3BE-BBC1-3A05AB12D2C8}"/>
          </ac:spMkLst>
        </pc:spChg>
        <pc:graphicFrameChg chg="mod modGraphic">
          <ac:chgData name="Si Jing Goh" userId="fe228f63-d733-4912-9848-3eb5c05e5c90" providerId="ADAL" clId="{D3CB8232-7DC5-4573-8DB2-EB195F94AE5A}" dt="2025-12-09T12:20:58.302" v="3658"/>
          <ac:graphicFrameMkLst>
            <pc:docMk/>
            <pc:sldMk cId="3480515118" sldId="2147480827"/>
            <ac:graphicFrameMk id="3" creationId="{A785F0EB-93CB-D401-501F-4D1213D4E570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9T12:18:01.448" v="3590"/>
          <ac:graphicFrameMkLst>
            <pc:docMk/>
            <pc:sldMk cId="3480515118" sldId="2147480827"/>
            <ac:graphicFrameMk id="4" creationId="{E6E8D78A-84C2-89F9-4CDE-62B4AA4F4505}"/>
          </ac:graphicFrameMkLst>
        </pc:graphicFrameChg>
        <pc:picChg chg="mod">
          <ac:chgData name="Si Jing Goh" userId="fe228f63-d733-4912-9848-3eb5c05e5c90" providerId="ADAL" clId="{D3CB8232-7DC5-4573-8DB2-EB195F94AE5A}" dt="2025-12-09T12:15:40.822" v="3530" actId="208"/>
          <ac:picMkLst>
            <pc:docMk/>
            <pc:sldMk cId="3480515118" sldId="2147480827"/>
            <ac:picMk id="19" creationId="{BE79A9D2-97FD-C81F-7946-C57ECA5F52F6}"/>
          </ac:picMkLst>
        </pc:picChg>
        <pc:picChg chg="mod">
          <ac:chgData name="Si Jing Goh" userId="fe228f63-d733-4912-9848-3eb5c05e5c90" providerId="ADAL" clId="{D3CB8232-7DC5-4573-8DB2-EB195F94AE5A}" dt="2025-12-09T12:15:57.280" v="3542" actId="1036"/>
          <ac:picMkLst>
            <pc:docMk/>
            <pc:sldMk cId="3480515118" sldId="2147480827"/>
            <ac:picMk id="20" creationId="{FDC34F5C-6E83-8949-6CF3-1246FF36C1FD}"/>
          </ac:picMkLst>
        </pc:picChg>
        <pc:picChg chg="add mod modCrop">
          <ac:chgData name="Si Jing Goh" userId="fe228f63-d733-4912-9848-3eb5c05e5c90" providerId="ADAL" clId="{D3CB8232-7DC5-4573-8DB2-EB195F94AE5A}" dt="2025-12-09T12:21:07.844" v="3678" actId="1037"/>
          <ac:picMkLst>
            <pc:docMk/>
            <pc:sldMk cId="3480515118" sldId="2147480827"/>
            <ac:picMk id="25" creationId="{EFE19C37-185D-7F3A-D629-241EBED8C6D0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2-09T14:27:57.288" v="6494"/>
        <pc:sldMkLst>
          <pc:docMk/>
          <pc:sldMk cId="2379204720" sldId="2147480828"/>
        </pc:sldMkLst>
        <pc:spChg chg="add mod">
          <ac:chgData name="Si Jing Goh" userId="fe228f63-d733-4912-9848-3eb5c05e5c90" providerId="ADAL" clId="{D3CB8232-7DC5-4573-8DB2-EB195F94AE5A}" dt="2025-12-09T02:08:47.837" v="2707"/>
          <ac:spMkLst>
            <pc:docMk/>
            <pc:sldMk cId="2379204720" sldId="2147480828"/>
            <ac:spMk id="2" creationId="{72875877-DC6E-B98E-294C-2B1B56EAF7F3}"/>
          </ac:spMkLst>
        </pc:spChg>
        <pc:spChg chg="del">
          <ac:chgData name="Si Jing Goh" userId="fe228f63-d733-4912-9848-3eb5c05e5c90" providerId="ADAL" clId="{D3CB8232-7DC5-4573-8DB2-EB195F94AE5A}" dt="2025-12-09T12:24:52.395" v="3838" actId="478"/>
          <ac:spMkLst>
            <pc:docMk/>
            <pc:sldMk cId="2379204720" sldId="2147480828"/>
            <ac:spMk id="5" creationId="{814C3210-81D6-D6EC-83A6-38C8ECF54E42}"/>
          </ac:spMkLst>
        </pc:spChg>
        <pc:spChg chg="add mod">
          <ac:chgData name="Si Jing Goh" userId="fe228f63-d733-4912-9848-3eb5c05e5c90" providerId="ADAL" clId="{D3CB8232-7DC5-4573-8DB2-EB195F94AE5A}" dt="2025-12-09T09:17:32.231" v="3303"/>
          <ac:spMkLst>
            <pc:docMk/>
            <pc:sldMk cId="2379204720" sldId="2147480828"/>
            <ac:spMk id="7" creationId="{D23A8436-EAF4-FE84-DC81-C9CAF193130E}"/>
          </ac:spMkLst>
        </pc:spChg>
        <pc:spChg chg="add mod">
          <ac:chgData name="Si Jing Goh" userId="fe228f63-d733-4912-9848-3eb5c05e5c90" providerId="ADAL" clId="{D3CB8232-7DC5-4573-8DB2-EB195F94AE5A}" dt="2025-12-09T09:18:22.657" v="3328" actId="20577"/>
          <ac:spMkLst>
            <pc:docMk/>
            <pc:sldMk cId="2379204720" sldId="2147480828"/>
            <ac:spMk id="9" creationId="{9562C6A7-0B38-B0A9-B1F6-353D3D69AFDF}"/>
          </ac:spMkLst>
        </pc:spChg>
        <pc:spChg chg="add mod">
          <ac:chgData name="Si Jing Goh" userId="fe228f63-d733-4912-9848-3eb5c05e5c90" providerId="ADAL" clId="{D3CB8232-7DC5-4573-8DB2-EB195F94AE5A}" dt="2025-12-09T09:18:38.478" v="3399" actId="1076"/>
          <ac:spMkLst>
            <pc:docMk/>
            <pc:sldMk cId="2379204720" sldId="2147480828"/>
            <ac:spMk id="10" creationId="{D81E1919-3002-B13A-933A-EAC819908B82}"/>
          </ac:spMkLst>
        </pc:spChg>
        <pc:spChg chg="add mod">
          <ac:chgData name="Si Jing Goh" userId="fe228f63-d733-4912-9848-3eb5c05e5c90" providerId="ADAL" clId="{D3CB8232-7DC5-4573-8DB2-EB195F94AE5A}" dt="2025-12-09T09:19:21.707" v="3488" actId="20577"/>
          <ac:spMkLst>
            <pc:docMk/>
            <pc:sldMk cId="2379204720" sldId="2147480828"/>
            <ac:spMk id="14" creationId="{8A8DF807-6AB6-90B2-7CE4-3B64D123D876}"/>
          </ac:spMkLst>
        </pc:spChg>
        <pc:spChg chg="mod">
          <ac:chgData name="Si Jing Goh" userId="fe228f63-d733-4912-9848-3eb5c05e5c90" providerId="ADAL" clId="{D3CB8232-7DC5-4573-8DB2-EB195F94AE5A}" dt="2025-12-09T14:00:14.604" v="6094"/>
          <ac:spMkLst>
            <pc:docMk/>
            <pc:sldMk cId="2379204720" sldId="2147480828"/>
            <ac:spMk id="15" creationId="{EF33AB85-9CF3-B7FF-900D-EE6243CBF62A}"/>
          </ac:spMkLst>
        </pc:spChg>
        <pc:spChg chg="mod">
          <ac:chgData name="Si Jing Goh" userId="fe228f63-d733-4912-9848-3eb5c05e5c90" providerId="ADAL" clId="{D3CB8232-7DC5-4573-8DB2-EB195F94AE5A}" dt="2025-12-09T14:03:49.925" v="6206" actId="20577"/>
          <ac:spMkLst>
            <pc:docMk/>
            <pc:sldMk cId="2379204720" sldId="2147480828"/>
            <ac:spMk id="16" creationId="{AEB25DB4-62E1-ED22-F905-088090363C68}"/>
          </ac:spMkLst>
        </pc:spChg>
        <pc:spChg chg="add del mod">
          <ac:chgData name="Si Jing Goh" userId="fe228f63-d733-4912-9848-3eb5c05e5c90" providerId="ADAL" clId="{D3CB8232-7DC5-4573-8DB2-EB195F94AE5A}" dt="2025-12-09T14:27:30.807" v="6486" actId="478"/>
          <ac:spMkLst>
            <pc:docMk/>
            <pc:sldMk cId="2379204720" sldId="2147480828"/>
            <ac:spMk id="18" creationId="{6C5C6C90-7677-4E20-1C3A-221499A19E28}"/>
          </ac:spMkLst>
        </pc:spChg>
        <pc:spChg chg="mod">
          <ac:chgData name="Si Jing Goh" userId="fe228f63-d733-4912-9848-3eb5c05e5c90" providerId="ADAL" clId="{D3CB8232-7DC5-4573-8DB2-EB195F94AE5A}" dt="2025-12-09T12:21:46.305" v="3711" actId="1035"/>
          <ac:spMkLst>
            <pc:docMk/>
            <pc:sldMk cId="2379204720" sldId="2147480828"/>
            <ac:spMk id="24" creationId="{D87E43F8-2F67-3C36-7045-D4BE824DB03F}"/>
          </ac:spMkLst>
        </pc:spChg>
        <pc:graphicFrameChg chg="mod modGraphic">
          <ac:chgData name="Si Jing Goh" userId="fe228f63-d733-4912-9848-3eb5c05e5c90" providerId="ADAL" clId="{D3CB8232-7DC5-4573-8DB2-EB195F94AE5A}" dt="2025-12-09T12:23:34.284" v="3801" actId="14100"/>
          <ac:graphicFrameMkLst>
            <pc:docMk/>
            <pc:sldMk cId="2379204720" sldId="2147480828"/>
            <ac:graphicFrameMk id="3" creationId="{75EBBE40-17E8-E047-ACCA-AEA19B55F87C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9T12:24:41.133" v="3837" actId="20577"/>
          <ac:graphicFrameMkLst>
            <pc:docMk/>
            <pc:sldMk cId="2379204720" sldId="2147480828"/>
            <ac:graphicFrameMk id="4" creationId="{5D1EB4EC-16B1-B820-F666-048B1CD1B4C0}"/>
          </ac:graphicFrameMkLst>
        </pc:graphicFrameChg>
        <pc:picChg chg="add mod">
          <ac:chgData name="Si Jing Goh" userId="fe228f63-d733-4912-9848-3eb5c05e5c90" providerId="ADAL" clId="{D3CB8232-7DC5-4573-8DB2-EB195F94AE5A}" dt="2025-12-09T12:22:03.288" v="3714"/>
          <ac:picMkLst>
            <pc:docMk/>
            <pc:sldMk cId="2379204720" sldId="2147480828"/>
            <ac:picMk id="17" creationId="{51BFC7FC-5383-46A8-4941-B1C02F9D1FB3}"/>
          </ac:picMkLst>
        </pc:picChg>
        <pc:picChg chg="del">
          <ac:chgData name="Si Jing Goh" userId="fe228f63-d733-4912-9848-3eb5c05e5c90" providerId="ADAL" clId="{D3CB8232-7DC5-4573-8DB2-EB195F94AE5A}" dt="2025-12-09T12:22:03.081" v="3713" actId="478"/>
          <ac:picMkLst>
            <pc:docMk/>
            <pc:sldMk cId="2379204720" sldId="2147480828"/>
            <ac:picMk id="19" creationId="{C0F49FFB-2161-AE69-155F-8E3799D48A7B}"/>
          </ac:picMkLst>
        </pc:picChg>
        <pc:picChg chg="mod">
          <ac:chgData name="Si Jing Goh" userId="fe228f63-d733-4912-9848-3eb5c05e5c90" providerId="ADAL" clId="{D3CB8232-7DC5-4573-8DB2-EB195F94AE5A}" dt="2025-12-09T12:24:05.463" v="3812" actId="1035"/>
          <ac:picMkLst>
            <pc:docMk/>
            <pc:sldMk cId="2379204720" sldId="2147480828"/>
            <ac:picMk id="20" creationId="{6872C9AA-B224-C36E-6D76-EAD1494420AA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2-09T14:28:10.675" v="6504"/>
        <pc:sldMkLst>
          <pc:docMk/>
          <pc:sldMk cId="3862287111" sldId="2147480829"/>
        </pc:sldMkLst>
        <pc:spChg chg="add mod">
          <ac:chgData name="Si Jing Goh" userId="fe228f63-d733-4912-9848-3eb5c05e5c90" providerId="ADAL" clId="{D3CB8232-7DC5-4573-8DB2-EB195F94AE5A}" dt="2025-12-09T02:08:48.235" v="2708"/>
          <ac:spMkLst>
            <pc:docMk/>
            <pc:sldMk cId="3862287111" sldId="2147480829"/>
            <ac:spMk id="2" creationId="{39C2C750-B340-9788-DF52-1CE0843D9DC1}"/>
          </ac:spMkLst>
        </pc:spChg>
        <pc:spChg chg="del">
          <ac:chgData name="Si Jing Goh" userId="fe228f63-d733-4912-9848-3eb5c05e5c90" providerId="ADAL" clId="{D3CB8232-7DC5-4573-8DB2-EB195F94AE5A}" dt="2025-12-09T12:29:55.332" v="4081" actId="478"/>
          <ac:spMkLst>
            <pc:docMk/>
            <pc:sldMk cId="3862287111" sldId="2147480829"/>
            <ac:spMk id="10" creationId="{4BF58874-3304-CBCC-8879-05B923A56E27}"/>
          </ac:spMkLst>
        </pc:spChg>
        <pc:spChg chg="mod">
          <ac:chgData name="Si Jing Goh" userId="fe228f63-d733-4912-9848-3eb5c05e5c90" providerId="ADAL" clId="{D3CB8232-7DC5-4573-8DB2-EB195F94AE5A}" dt="2025-12-09T14:00:11.526" v="6093"/>
          <ac:spMkLst>
            <pc:docMk/>
            <pc:sldMk cId="3862287111" sldId="2147480829"/>
            <ac:spMk id="15" creationId="{E493F38B-B368-7FCB-32FE-86AEFACFC795}"/>
          </ac:spMkLst>
        </pc:spChg>
        <pc:spChg chg="mod">
          <ac:chgData name="Si Jing Goh" userId="fe228f63-d733-4912-9848-3eb5c05e5c90" providerId="ADAL" clId="{D3CB8232-7DC5-4573-8DB2-EB195F94AE5A}" dt="2025-12-09T14:03:52.176" v="6210" actId="20577"/>
          <ac:spMkLst>
            <pc:docMk/>
            <pc:sldMk cId="3862287111" sldId="2147480829"/>
            <ac:spMk id="16" creationId="{0AC7DCBB-B8DE-BC08-87D8-E80D4FD17E33}"/>
          </ac:spMkLst>
        </pc:spChg>
        <pc:spChg chg="add del mod">
          <ac:chgData name="Si Jing Goh" userId="fe228f63-d733-4912-9848-3eb5c05e5c90" providerId="ADAL" clId="{D3CB8232-7DC5-4573-8DB2-EB195F94AE5A}" dt="2025-12-09T14:27:32.937" v="6487" actId="478"/>
          <ac:spMkLst>
            <pc:docMk/>
            <pc:sldMk cId="3862287111" sldId="2147480829"/>
            <ac:spMk id="17" creationId="{7243EBE0-58E6-DE92-D225-F5CE8343BEEA}"/>
          </ac:spMkLst>
        </pc:spChg>
        <pc:graphicFrameChg chg="mod modGraphic">
          <ac:chgData name="Si Jing Goh" userId="fe228f63-d733-4912-9848-3eb5c05e5c90" providerId="ADAL" clId="{D3CB8232-7DC5-4573-8DB2-EB195F94AE5A}" dt="2025-12-09T12:30:26.424" v="4104" actId="20577"/>
          <ac:graphicFrameMkLst>
            <pc:docMk/>
            <pc:sldMk cId="3862287111" sldId="2147480829"/>
            <ac:graphicFrameMk id="3" creationId="{E03E6559-F605-CE04-CAD3-E47378CAF8F8}"/>
          </ac:graphicFrameMkLst>
        </pc:graphicFrameChg>
        <pc:graphicFrameChg chg="mod">
          <ac:chgData name="Si Jing Goh" userId="fe228f63-d733-4912-9848-3eb5c05e5c90" providerId="ADAL" clId="{D3CB8232-7DC5-4573-8DB2-EB195F94AE5A}" dt="2025-12-09T12:29:46.988" v="4080"/>
          <ac:graphicFrameMkLst>
            <pc:docMk/>
            <pc:sldMk cId="3862287111" sldId="2147480829"/>
            <ac:graphicFrameMk id="4" creationId="{2C6442AF-E1E6-B047-6B83-8B33D4FF9B36}"/>
          </ac:graphicFrameMkLst>
        </pc:graphicFrameChg>
        <pc:picChg chg="del">
          <ac:chgData name="Si Jing Goh" userId="fe228f63-d733-4912-9848-3eb5c05e5c90" providerId="ADAL" clId="{D3CB8232-7DC5-4573-8DB2-EB195F94AE5A}" dt="2025-12-09T12:30:00.333" v="4082" actId="478"/>
          <ac:picMkLst>
            <pc:docMk/>
            <pc:sldMk cId="3862287111" sldId="2147480829"/>
            <ac:picMk id="5" creationId="{F4746843-5CDB-20FC-6F4A-AEBE64590365}"/>
          </ac:picMkLst>
        </pc:picChg>
        <pc:picChg chg="mod">
          <ac:chgData name="Si Jing Goh" userId="fe228f63-d733-4912-9848-3eb5c05e5c90" providerId="ADAL" clId="{D3CB8232-7DC5-4573-8DB2-EB195F94AE5A}" dt="2025-12-09T12:30:04.392" v="4099" actId="1037"/>
          <ac:picMkLst>
            <pc:docMk/>
            <pc:sldMk cId="3862287111" sldId="2147480829"/>
            <ac:picMk id="7" creationId="{CF40DD17-9577-E8D3-06F7-0D6A9A065C84}"/>
          </ac:picMkLst>
        </pc:picChg>
        <pc:picChg chg="add mod">
          <ac:chgData name="Si Jing Goh" userId="fe228f63-d733-4912-9848-3eb5c05e5c90" providerId="ADAL" clId="{D3CB8232-7DC5-4573-8DB2-EB195F94AE5A}" dt="2025-12-09T12:30:00.552" v="4083"/>
          <ac:picMkLst>
            <pc:docMk/>
            <pc:sldMk cId="3862287111" sldId="2147480829"/>
            <ac:picMk id="9" creationId="{00B53C11-B020-ED2F-A2D7-074EEF182A05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2-09T14:28:11.879" v="6506"/>
        <pc:sldMkLst>
          <pc:docMk/>
          <pc:sldMk cId="2946852026" sldId="2147480830"/>
        </pc:sldMkLst>
        <pc:spChg chg="add mod">
          <ac:chgData name="Si Jing Goh" userId="fe228f63-d733-4912-9848-3eb5c05e5c90" providerId="ADAL" clId="{D3CB8232-7DC5-4573-8DB2-EB195F94AE5A}" dt="2025-12-09T02:08:49.533" v="2709"/>
          <ac:spMkLst>
            <pc:docMk/>
            <pc:sldMk cId="2946852026" sldId="2147480830"/>
            <ac:spMk id="2" creationId="{EC8B1ADA-C40A-803C-EE1D-425951BD649E}"/>
          </ac:spMkLst>
        </pc:spChg>
        <pc:spChg chg="del mod">
          <ac:chgData name="Si Jing Goh" userId="fe228f63-d733-4912-9848-3eb5c05e5c90" providerId="ADAL" clId="{D3CB8232-7DC5-4573-8DB2-EB195F94AE5A}" dt="2025-12-09T12:35:43.404" v="4256" actId="478"/>
          <ac:spMkLst>
            <pc:docMk/>
            <pc:sldMk cId="2946852026" sldId="2147480830"/>
            <ac:spMk id="9" creationId="{A95A85B2-9508-77DC-63F1-8AEDB62FFC5F}"/>
          </ac:spMkLst>
        </pc:spChg>
        <pc:spChg chg="add del mod">
          <ac:chgData name="Si Jing Goh" userId="fe228f63-d733-4912-9848-3eb5c05e5c90" providerId="ADAL" clId="{D3CB8232-7DC5-4573-8DB2-EB195F94AE5A}" dt="2025-12-09T14:27:34.129" v="6488" actId="478"/>
          <ac:spMkLst>
            <pc:docMk/>
            <pc:sldMk cId="2946852026" sldId="2147480830"/>
            <ac:spMk id="14" creationId="{746CDCCC-5FB1-572D-36CB-397121317EEB}"/>
          </ac:spMkLst>
        </pc:spChg>
        <pc:spChg chg="mod">
          <ac:chgData name="Si Jing Goh" userId="fe228f63-d733-4912-9848-3eb5c05e5c90" providerId="ADAL" clId="{D3CB8232-7DC5-4573-8DB2-EB195F94AE5A}" dt="2025-12-09T14:00:09.965" v="6092"/>
          <ac:spMkLst>
            <pc:docMk/>
            <pc:sldMk cId="2946852026" sldId="2147480830"/>
            <ac:spMk id="15" creationId="{B3347FB5-7438-6ECF-68A3-24FA73A9DEEC}"/>
          </ac:spMkLst>
        </pc:spChg>
        <pc:spChg chg="mod">
          <ac:chgData name="Si Jing Goh" userId="fe228f63-d733-4912-9848-3eb5c05e5c90" providerId="ADAL" clId="{D3CB8232-7DC5-4573-8DB2-EB195F94AE5A}" dt="2025-12-09T14:03:54.455" v="6214" actId="20577"/>
          <ac:spMkLst>
            <pc:docMk/>
            <pc:sldMk cId="2946852026" sldId="2147480830"/>
            <ac:spMk id="16" creationId="{CB6FF409-3A9F-E4C4-2927-FAD2D6F3BE67}"/>
          </ac:spMkLst>
        </pc:spChg>
        <pc:spChg chg="mod">
          <ac:chgData name="Si Jing Goh" userId="fe228f63-d733-4912-9848-3eb5c05e5c90" providerId="ADAL" clId="{D3CB8232-7DC5-4573-8DB2-EB195F94AE5A}" dt="2025-12-09T12:37:24.562" v="4319" actId="20577"/>
          <ac:spMkLst>
            <pc:docMk/>
            <pc:sldMk cId="2946852026" sldId="2147480830"/>
            <ac:spMk id="24" creationId="{7780239A-0179-A8C4-A95B-9CC7C4FA6F0E}"/>
          </ac:spMkLst>
        </pc:spChg>
        <pc:graphicFrameChg chg="mod modGraphic">
          <ac:chgData name="Si Jing Goh" userId="fe228f63-d733-4912-9848-3eb5c05e5c90" providerId="ADAL" clId="{D3CB8232-7DC5-4573-8DB2-EB195F94AE5A}" dt="2025-12-09T12:37:01.448" v="4307" actId="14100"/>
          <ac:graphicFrameMkLst>
            <pc:docMk/>
            <pc:sldMk cId="2946852026" sldId="2147480830"/>
            <ac:graphicFrameMk id="3" creationId="{63A003B4-0DCE-DAB3-5119-EA1D1B64141E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9T12:33:30.271" v="4213" actId="20577"/>
          <ac:graphicFrameMkLst>
            <pc:docMk/>
            <pc:sldMk cId="2946852026" sldId="2147480830"/>
            <ac:graphicFrameMk id="7" creationId="{FC70A6D0-9423-0E2F-4E8A-94B1EA04E66E}"/>
          </ac:graphicFrameMkLst>
        </pc:graphicFrameChg>
        <pc:picChg chg="del">
          <ac:chgData name="Si Jing Goh" userId="fe228f63-d733-4912-9848-3eb5c05e5c90" providerId="ADAL" clId="{D3CB8232-7DC5-4573-8DB2-EB195F94AE5A}" dt="2025-12-09T12:31:00.197" v="4106" actId="478"/>
          <ac:picMkLst>
            <pc:docMk/>
            <pc:sldMk cId="2946852026" sldId="2147480830"/>
            <ac:picMk id="4" creationId="{EE0C0DC7-6F8C-DAB1-0CD4-614973996DF6}"/>
          </ac:picMkLst>
        </pc:picChg>
        <pc:picChg chg="mod">
          <ac:chgData name="Si Jing Goh" userId="fe228f63-d733-4912-9848-3eb5c05e5c90" providerId="ADAL" clId="{D3CB8232-7DC5-4573-8DB2-EB195F94AE5A}" dt="2025-12-09T12:31:04.168" v="4123" actId="1037"/>
          <ac:picMkLst>
            <pc:docMk/>
            <pc:sldMk cId="2946852026" sldId="2147480830"/>
            <ac:picMk id="5" creationId="{1E8CCB79-2458-5A4B-DF89-6AB5B08E4AB7}"/>
          </ac:picMkLst>
        </pc:picChg>
        <pc:picChg chg="add mod">
          <ac:chgData name="Si Jing Goh" userId="fe228f63-d733-4912-9848-3eb5c05e5c90" providerId="ADAL" clId="{D3CB8232-7DC5-4573-8DB2-EB195F94AE5A}" dt="2025-12-09T12:31:00.399" v="4107"/>
          <ac:picMkLst>
            <pc:docMk/>
            <pc:sldMk cId="2946852026" sldId="2147480830"/>
            <ac:picMk id="10" creationId="{DDBE8424-7485-C255-AFA2-CD0E0F3DDDD0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2-09T14:28:05.242" v="6500"/>
        <pc:sldMkLst>
          <pc:docMk/>
          <pc:sldMk cId="1368810784" sldId="2147480831"/>
        </pc:sldMkLst>
        <pc:spChg chg="add mod">
          <ac:chgData name="Si Jing Goh" userId="fe228f63-d733-4912-9848-3eb5c05e5c90" providerId="ADAL" clId="{D3CB8232-7DC5-4573-8DB2-EB195F94AE5A}" dt="2025-12-09T02:08:49.920" v="2710"/>
          <ac:spMkLst>
            <pc:docMk/>
            <pc:sldMk cId="1368810784" sldId="2147480831"/>
            <ac:spMk id="2" creationId="{B60A8622-D481-88CE-3D6A-CD9FAC57CA66}"/>
          </ac:spMkLst>
        </pc:spChg>
        <pc:spChg chg="del">
          <ac:chgData name="Si Jing Goh" userId="fe228f63-d733-4912-9848-3eb5c05e5c90" providerId="ADAL" clId="{D3CB8232-7DC5-4573-8DB2-EB195F94AE5A}" dt="2025-12-09T12:43:18.732" v="4492" actId="478"/>
          <ac:spMkLst>
            <pc:docMk/>
            <pc:sldMk cId="1368810784" sldId="2147480831"/>
            <ac:spMk id="9" creationId="{5B702754-9FC8-6DA6-8720-E586CF7D2A18}"/>
          </ac:spMkLst>
        </pc:spChg>
        <pc:spChg chg="add del mod">
          <ac:chgData name="Si Jing Goh" userId="fe228f63-d733-4912-9848-3eb5c05e5c90" providerId="ADAL" clId="{D3CB8232-7DC5-4573-8DB2-EB195F94AE5A}" dt="2025-12-09T14:27:35.533" v="6489" actId="478"/>
          <ac:spMkLst>
            <pc:docMk/>
            <pc:sldMk cId="1368810784" sldId="2147480831"/>
            <ac:spMk id="10" creationId="{237A39BC-D8A4-5717-FE0D-A772AC27A163}"/>
          </ac:spMkLst>
        </pc:spChg>
        <pc:spChg chg="mod">
          <ac:chgData name="Si Jing Goh" userId="fe228f63-d733-4912-9848-3eb5c05e5c90" providerId="ADAL" clId="{D3CB8232-7DC5-4573-8DB2-EB195F94AE5A}" dt="2025-12-09T14:00:08.583" v="6091"/>
          <ac:spMkLst>
            <pc:docMk/>
            <pc:sldMk cId="1368810784" sldId="2147480831"/>
            <ac:spMk id="15" creationId="{4941782A-6C05-3C4A-60BD-8A24365B6387}"/>
          </ac:spMkLst>
        </pc:spChg>
        <pc:spChg chg="mod">
          <ac:chgData name="Si Jing Goh" userId="fe228f63-d733-4912-9848-3eb5c05e5c90" providerId="ADAL" clId="{D3CB8232-7DC5-4573-8DB2-EB195F94AE5A}" dt="2025-12-09T14:04:17.283" v="6218" actId="20577"/>
          <ac:spMkLst>
            <pc:docMk/>
            <pc:sldMk cId="1368810784" sldId="2147480831"/>
            <ac:spMk id="16" creationId="{5ECF225A-9980-C3B9-AA7A-31FD69C44B5A}"/>
          </ac:spMkLst>
        </pc:spChg>
        <pc:spChg chg="mod">
          <ac:chgData name="Si Jing Goh" userId="fe228f63-d733-4912-9848-3eb5c05e5c90" providerId="ADAL" clId="{D3CB8232-7DC5-4573-8DB2-EB195F94AE5A}" dt="2025-12-09T12:42:46.559" v="4485" actId="1035"/>
          <ac:spMkLst>
            <pc:docMk/>
            <pc:sldMk cId="1368810784" sldId="2147480831"/>
            <ac:spMk id="24" creationId="{1D296172-8BE1-169F-09A4-9B267D7CDCCC}"/>
          </ac:spMkLst>
        </pc:spChg>
        <pc:graphicFrameChg chg="mod modGraphic">
          <ac:chgData name="Si Jing Goh" userId="fe228f63-d733-4912-9848-3eb5c05e5c90" providerId="ADAL" clId="{D3CB8232-7DC5-4573-8DB2-EB195F94AE5A}" dt="2025-12-09T12:43:13.774" v="4491" actId="14100"/>
          <ac:graphicFrameMkLst>
            <pc:docMk/>
            <pc:sldMk cId="1368810784" sldId="2147480831"/>
            <ac:graphicFrameMk id="3" creationId="{24E07F38-124F-D6FB-36C8-B895B39AE0E0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9T12:41:07.974" v="4439"/>
          <ac:graphicFrameMkLst>
            <pc:docMk/>
            <pc:sldMk cId="1368810784" sldId="2147480831"/>
            <ac:graphicFrameMk id="7" creationId="{F8F7C696-8374-44B8-DC18-D5BB26546C36}"/>
          </ac:graphicFrameMkLst>
        </pc:graphicFrameChg>
        <pc:picChg chg="mod">
          <ac:chgData name="Si Jing Goh" userId="fe228f63-d733-4912-9848-3eb5c05e5c90" providerId="ADAL" clId="{D3CB8232-7DC5-4573-8DB2-EB195F94AE5A}" dt="2025-12-09T12:35:55.123" v="4259" actId="208"/>
          <ac:picMkLst>
            <pc:docMk/>
            <pc:sldMk cId="1368810784" sldId="2147480831"/>
            <ac:picMk id="4" creationId="{E2C55780-37EE-3E8E-617A-9DA7138FDFAB}"/>
          </ac:picMkLst>
        </pc:picChg>
        <pc:picChg chg="mod">
          <ac:chgData name="Si Jing Goh" userId="fe228f63-d733-4912-9848-3eb5c05e5c90" providerId="ADAL" clId="{D3CB8232-7DC5-4573-8DB2-EB195F94AE5A}" dt="2025-12-09T12:36:00.295" v="4280" actId="1035"/>
          <ac:picMkLst>
            <pc:docMk/>
            <pc:sldMk cId="1368810784" sldId="2147480831"/>
            <ac:picMk id="5" creationId="{785669EC-2297-A833-C064-EF8CDE182461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2-09T14:31:13.806" v="6526" actId="21"/>
        <pc:sldMkLst>
          <pc:docMk/>
          <pc:sldMk cId="2273344311" sldId="2147480832"/>
        </pc:sldMkLst>
        <pc:spChg chg="add mod">
          <ac:chgData name="Si Jing Goh" userId="fe228f63-d733-4912-9848-3eb5c05e5c90" providerId="ADAL" clId="{D3CB8232-7DC5-4573-8DB2-EB195F94AE5A}" dt="2025-12-09T02:08:50.290" v="2711"/>
          <ac:spMkLst>
            <pc:docMk/>
            <pc:sldMk cId="2273344311" sldId="2147480832"/>
            <ac:spMk id="2" creationId="{CDB75EDD-172A-AAA1-0125-7E98886E27AB}"/>
          </ac:spMkLst>
        </pc:spChg>
        <pc:spChg chg="mod">
          <ac:chgData name="Si Jing Goh" userId="fe228f63-d733-4912-9848-3eb5c05e5c90" providerId="ADAL" clId="{D3CB8232-7DC5-4573-8DB2-EB195F94AE5A}" dt="2025-12-09T13:15:12.851" v="5127" actId="1076"/>
          <ac:spMkLst>
            <pc:docMk/>
            <pc:sldMk cId="2273344311" sldId="2147480832"/>
            <ac:spMk id="7" creationId="{E7B31C7B-68F9-443E-1E9B-F2EB43F43352}"/>
          </ac:spMkLst>
        </pc:spChg>
        <pc:spChg chg="add del mod">
          <ac:chgData name="Si Jing Goh" userId="fe228f63-d733-4912-9848-3eb5c05e5c90" providerId="ADAL" clId="{D3CB8232-7DC5-4573-8DB2-EB195F94AE5A}" dt="2025-12-09T14:27:37.797" v="6490" actId="478"/>
          <ac:spMkLst>
            <pc:docMk/>
            <pc:sldMk cId="2273344311" sldId="2147480832"/>
            <ac:spMk id="9" creationId="{3E034276-4DA1-4082-A91E-07F3C879A6B9}"/>
          </ac:spMkLst>
        </pc:spChg>
        <pc:spChg chg="add mod">
          <ac:chgData name="Si Jing Goh" userId="fe228f63-d733-4912-9848-3eb5c05e5c90" providerId="ADAL" clId="{D3CB8232-7DC5-4573-8DB2-EB195F94AE5A}" dt="2025-12-09T13:25:54.530" v="5506"/>
          <ac:spMkLst>
            <pc:docMk/>
            <pc:sldMk cId="2273344311" sldId="2147480832"/>
            <ac:spMk id="10" creationId="{20ED7A83-E912-5790-0312-0D4E851B1F55}"/>
          </ac:spMkLst>
        </pc:spChg>
        <pc:spChg chg="mod">
          <ac:chgData name="Si Jing Goh" userId="fe228f63-d733-4912-9848-3eb5c05e5c90" providerId="ADAL" clId="{D3CB8232-7DC5-4573-8DB2-EB195F94AE5A}" dt="2025-12-09T13:15:33.027" v="5153" actId="20577"/>
          <ac:spMkLst>
            <pc:docMk/>
            <pc:sldMk cId="2273344311" sldId="2147480832"/>
            <ac:spMk id="15" creationId="{27C4CAED-64B7-1C03-5E96-D18479B537F3}"/>
          </ac:spMkLst>
        </pc:spChg>
        <pc:spChg chg="mod">
          <ac:chgData name="Si Jing Goh" userId="fe228f63-d733-4912-9848-3eb5c05e5c90" providerId="ADAL" clId="{D3CB8232-7DC5-4573-8DB2-EB195F94AE5A}" dt="2025-12-09T14:04:20.096" v="6222" actId="20577"/>
          <ac:spMkLst>
            <pc:docMk/>
            <pc:sldMk cId="2273344311" sldId="2147480832"/>
            <ac:spMk id="16" creationId="{0D8D2DCE-ACD8-3FE1-4A54-E73D6D708A8F}"/>
          </ac:spMkLst>
        </pc:spChg>
        <pc:spChg chg="del">
          <ac:chgData name="Si Jing Goh" userId="fe228f63-d733-4912-9848-3eb5c05e5c90" providerId="ADAL" clId="{D3CB8232-7DC5-4573-8DB2-EB195F94AE5A}" dt="2025-12-09T13:15:34.620" v="5154" actId="478"/>
          <ac:spMkLst>
            <pc:docMk/>
            <pc:sldMk cId="2273344311" sldId="2147480832"/>
            <ac:spMk id="22" creationId="{CF6C2AEC-1ECE-0F39-2C75-75456971685C}"/>
          </ac:spMkLst>
        </pc:spChg>
        <pc:spChg chg="del mod">
          <ac:chgData name="Si Jing Goh" userId="fe228f63-d733-4912-9848-3eb5c05e5c90" providerId="ADAL" clId="{D3CB8232-7DC5-4573-8DB2-EB195F94AE5A}" dt="2025-12-09T13:25:54.359" v="5505" actId="478"/>
          <ac:spMkLst>
            <pc:docMk/>
            <pc:sldMk cId="2273344311" sldId="2147480832"/>
            <ac:spMk id="24" creationId="{1BD3EA94-3D4A-F5B7-87BF-E00BE8929E67}"/>
          </ac:spMkLst>
        </pc:spChg>
        <pc:grpChg chg="mod">
          <ac:chgData name="Si Jing Goh" userId="fe228f63-d733-4912-9848-3eb5c05e5c90" providerId="ADAL" clId="{D3CB8232-7DC5-4573-8DB2-EB195F94AE5A}" dt="2025-12-09T13:15:15.384" v="5128" actId="1076"/>
          <ac:grpSpMkLst>
            <pc:docMk/>
            <pc:sldMk cId="2273344311" sldId="2147480832"/>
            <ac:grpSpMk id="14" creationId="{45FCCE7F-04C4-B9F3-1232-C82467FBD5FA}"/>
          </ac:grpSpMkLst>
        </pc:grpChg>
        <pc:graphicFrameChg chg="mod modGraphic">
          <ac:chgData name="Si Jing Goh" userId="fe228f63-d733-4912-9848-3eb5c05e5c90" providerId="ADAL" clId="{D3CB8232-7DC5-4573-8DB2-EB195F94AE5A}" dt="2025-12-09T13:14:54.848" v="5120" actId="14100"/>
          <ac:graphicFrameMkLst>
            <pc:docMk/>
            <pc:sldMk cId="2273344311" sldId="2147480832"/>
            <ac:graphicFrameMk id="3" creationId="{FC9AD9CA-C13F-8ECD-9597-7FCEF2B2416D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9T13:15:20.333" v="5132" actId="14100"/>
          <ac:graphicFrameMkLst>
            <pc:docMk/>
            <pc:sldMk cId="2273344311" sldId="2147480832"/>
            <ac:graphicFrameMk id="4" creationId="{70431813-12D9-590E-9DA7-8AC34516E2FF}"/>
          </ac:graphicFrameMkLst>
        </pc:graphicFrameChg>
        <pc:graphicFrameChg chg="mod">
          <ac:chgData name="Si Jing Goh" userId="fe228f63-d733-4912-9848-3eb5c05e5c90" providerId="ADAL" clId="{D3CB8232-7DC5-4573-8DB2-EB195F94AE5A}" dt="2025-12-09T13:15:09.529" v="5126" actId="14100"/>
          <ac:graphicFrameMkLst>
            <pc:docMk/>
            <pc:sldMk cId="2273344311" sldId="2147480832"/>
            <ac:graphicFrameMk id="5" creationId="{B27DAB3C-94DE-95BC-5FD8-1FF2129D658F}"/>
          </ac:graphicFrameMkLst>
        </pc:graphicFrameChg>
        <pc:picChg chg="mod">
          <ac:chgData name="Si Jing Goh" userId="fe228f63-d733-4912-9848-3eb5c05e5c90" providerId="ADAL" clId="{D3CB8232-7DC5-4573-8DB2-EB195F94AE5A}" dt="2025-12-09T13:10:03.110" v="4996" actId="1038"/>
          <ac:picMkLst>
            <pc:docMk/>
            <pc:sldMk cId="2273344311" sldId="2147480832"/>
            <ac:picMk id="20" creationId="{08CECA8E-336A-3199-ADBE-C49A904C4FD5}"/>
          </ac:picMkLst>
        </pc:picChg>
        <pc:picChg chg="add del mod">
          <ac:chgData name="Si Jing Goh" userId="fe228f63-d733-4912-9848-3eb5c05e5c90" providerId="ADAL" clId="{D3CB8232-7DC5-4573-8DB2-EB195F94AE5A}" dt="2025-12-09T14:31:13.806" v="6526" actId="21"/>
          <ac:picMkLst>
            <pc:docMk/>
            <pc:sldMk cId="2273344311" sldId="2147480832"/>
            <ac:picMk id="23" creationId="{996F440A-7B0B-59C6-9220-8C7D0FC7A834}"/>
          </ac:picMkLst>
        </pc:picChg>
      </pc:sldChg>
      <pc:sldChg chg="addSp delSp modSp add mod ord">
        <pc:chgData name="Si Jing Goh" userId="fe228f63-d733-4912-9848-3eb5c05e5c90" providerId="ADAL" clId="{D3CB8232-7DC5-4573-8DB2-EB195F94AE5A}" dt="2025-12-09T14:32:02.709" v="6536" actId="21"/>
        <pc:sldMkLst>
          <pc:docMk/>
          <pc:sldMk cId="3809297413" sldId="2147480833"/>
        </pc:sldMkLst>
        <pc:spChg chg="add mod">
          <ac:chgData name="Si Jing Goh" userId="fe228f63-d733-4912-9848-3eb5c05e5c90" providerId="ADAL" clId="{D3CB8232-7DC5-4573-8DB2-EB195F94AE5A}" dt="2025-12-09T02:08:51.395" v="2712"/>
          <ac:spMkLst>
            <pc:docMk/>
            <pc:sldMk cId="3809297413" sldId="2147480833"/>
            <ac:spMk id="2" creationId="{0FF6E230-6800-8E6A-5C97-447EBEC26943}"/>
          </ac:spMkLst>
        </pc:spChg>
        <pc:spChg chg="del">
          <ac:chgData name="Si Jing Goh" userId="fe228f63-d733-4912-9848-3eb5c05e5c90" providerId="ADAL" clId="{D3CB8232-7DC5-4573-8DB2-EB195F94AE5A}" dt="2025-12-09T13:25:46.272" v="5503" actId="478"/>
          <ac:spMkLst>
            <pc:docMk/>
            <pc:sldMk cId="3809297413" sldId="2147480833"/>
            <ac:spMk id="4" creationId="{72CCBF3E-7AFC-7D69-5473-D43385D9F099}"/>
          </ac:spMkLst>
        </pc:spChg>
        <pc:spChg chg="add mod">
          <ac:chgData name="Si Jing Goh" userId="fe228f63-d733-4912-9848-3eb5c05e5c90" providerId="ADAL" clId="{D3CB8232-7DC5-4573-8DB2-EB195F94AE5A}" dt="2025-12-09T13:36:02.561" v="5712" actId="1036"/>
          <ac:spMkLst>
            <pc:docMk/>
            <pc:sldMk cId="3809297413" sldId="2147480833"/>
            <ac:spMk id="5" creationId="{F7533C40-0610-5AA6-2929-2939C8BFE7A6}"/>
          </ac:spMkLst>
        </pc:spChg>
        <pc:spChg chg="add del mod">
          <ac:chgData name="Si Jing Goh" userId="fe228f63-d733-4912-9848-3eb5c05e5c90" providerId="ADAL" clId="{D3CB8232-7DC5-4573-8DB2-EB195F94AE5A}" dt="2025-12-09T14:27:40.426" v="6491" actId="478"/>
          <ac:spMkLst>
            <pc:docMk/>
            <pc:sldMk cId="3809297413" sldId="2147480833"/>
            <ac:spMk id="7" creationId="{CEBE55F4-526C-C1C6-AE54-2EF24B54ACC9}"/>
          </ac:spMkLst>
        </pc:spChg>
        <pc:spChg chg="del">
          <ac:chgData name="Si Jing Goh" userId="fe228f63-d733-4912-9848-3eb5c05e5c90" providerId="ADAL" clId="{D3CB8232-7DC5-4573-8DB2-EB195F94AE5A}" dt="2025-12-09T13:22:29.206" v="5370" actId="478"/>
          <ac:spMkLst>
            <pc:docMk/>
            <pc:sldMk cId="3809297413" sldId="2147480833"/>
            <ac:spMk id="14" creationId="{BA760CAB-43DB-155F-026D-A072986C8634}"/>
          </ac:spMkLst>
        </pc:spChg>
        <pc:spChg chg="mod">
          <ac:chgData name="Si Jing Goh" userId="fe228f63-d733-4912-9848-3eb5c05e5c90" providerId="ADAL" clId="{D3CB8232-7DC5-4573-8DB2-EB195F94AE5A}" dt="2025-12-09T13:25:30.689" v="5492" actId="20577"/>
          <ac:spMkLst>
            <pc:docMk/>
            <pc:sldMk cId="3809297413" sldId="2147480833"/>
            <ac:spMk id="15" creationId="{581605E4-9BD7-DB14-DE6E-A90987C791D9}"/>
          </ac:spMkLst>
        </pc:spChg>
        <pc:spChg chg="mod">
          <ac:chgData name="Si Jing Goh" userId="fe228f63-d733-4912-9848-3eb5c05e5c90" providerId="ADAL" clId="{D3CB8232-7DC5-4573-8DB2-EB195F94AE5A}" dt="2025-12-09T14:04:22.957" v="6226" actId="20577"/>
          <ac:spMkLst>
            <pc:docMk/>
            <pc:sldMk cId="3809297413" sldId="2147480833"/>
            <ac:spMk id="16" creationId="{85A2D8B1-8353-FD3F-8A72-001399970322}"/>
          </ac:spMkLst>
        </pc:spChg>
        <pc:spChg chg="del">
          <ac:chgData name="Si Jing Goh" userId="fe228f63-d733-4912-9848-3eb5c05e5c90" providerId="ADAL" clId="{D3CB8232-7DC5-4573-8DB2-EB195F94AE5A}" dt="2025-12-09T13:36:06.721" v="5713" actId="478"/>
          <ac:spMkLst>
            <pc:docMk/>
            <pc:sldMk cId="3809297413" sldId="2147480833"/>
            <ac:spMk id="23" creationId="{391148B6-524D-7CBC-0A1E-D68C37FA5B82}"/>
          </ac:spMkLst>
        </pc:spChg>
        <pc:grpChg chg="del">
          <ac:chgData name="Si Jing Goh" userId="fe228f63-d733-4912-9848-3eb5c05e5c90" providerId="ADAL" clId="{D3CB8232-7DC5-4573-8DB2-EB195F94AE5A}" dt="2025-12-09T13:22:29.206" v="5370" actId="478"/>
          <ac:grpSpMkLst>
            <pc:docMk/>
            <pc:sldMk cId="3809297413" sldId="2147480833"/>
            <ac:grpSpMk id="17" creationId="{E79B6C77-C9AD-83B9-24E8-EB5490A7E834}"/>
          </ac:grpSpMkLst>
        </pc:grpChg>
        <pc:graphicFrameChg chg="mod modGraphic">
          <ac:chgData name="Si Jing Goh" userId="fe228f63-d733-4912-9848-3eb5c05e5c90" providerId="ADAL" clId="{D3CB8232-7DC5-4573-8DB2-EB195F94AE5A}" dt="2025-12-09T13:21:21.453" v="5357" actId="20577"/>
          <ac:graphicFrameMkLst>
            <pc:docMk/>
            <pc:sldMk cId="3809297413" sldId="2147480833"/>
            <ac:graphicFrameMk id="3" creationId="{36116B1A-AFA5-CB9F-82C0-4D916492A697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9T13:34:50.720" v="5661"/>
          <ac:graphicFrameMkLst>
            <pc:docMk/>
            <pc:sldMk cId="3809297413" sldId="2147480833"/>
            <ac:graphicFrameMk id="9" creationId="{98CFC759-EBD1-B9F6-AB7C-D04CF4194D50}"/>
          </ac:graphicFrameMkLst>
        </pc:graphicFrameChg>
        <pc:graphicFrameChg chg="mod">
          <ac:chgData name="Si Jing Goh" userId="fe228f63-d733-4912-9848-3eb5c05e5c90" providerId="ADAL" clId="{D3CB8232-7DC5-4573-8DB2-EB195F94AE5A}" dt="2025-12-09T13:41:10.595" v="5718"/>
          <ac:graphicFrameMkLst>
            <pc:docMk/>
            <pc:sldMk cId="3809297413" sldId="2147480833"/>
            <ac:graphicFrameMk id="10" creationId="{AF641D45-75A2-ACBF-8F6C-7EF9502542F1}"/>
          </ac:graphicFrameMkLst>
        </pc:graphicFrameChg>
        <pc:picChg chg="mod">
          <ac:chgData name="Si Jing Goh" userId="fe228f63-d733-4912-9848-3eb5c05e5c90" providerId="ADAL" clId="{D3CB8232-7DC5-4573-8DB2-EB195F94AE5A}" dt="2025-12-09T13:24:23.294" v="5391" actId="14100"/>
          <ac:picMkLst>
            <pc:docMk/>
            <pc:sldMk cId="3809297413" sldId="2147480833"/>
            <ac:picMk id="22" creationId="{AEEA0539-483C-2A7D-0198-0B5D7D994D23}"/>
          </ac:picMkLst>
        </pc:picChg>
        <pc:picChg chg="add del mod">
          <ac:chgData name="Si Jing Goh" userId="fe228f63-d733-4912-9848-3eb5c05e5c90" providerId="ADAL" clId="{D3CB8232-7DC5-4573-8DB2-EB195F94AE5A}" dt="2025-12-09T14:32:02.709" v="6536" actId="21"/>
          <ac:picMkLst>
            <pc:docMk/>
            <pc:sldMk cId="3809297413" sldId="2147480833"/>
            <ac:picMk id="25" creationId="{996F440A-7B0B-59C6-9220-8C7D0FC7A834}"/>
          </ac:picMkLst>
        </pc:picChg>
      </pc:sldChg>
      <pc:sldChg chg="addSp delSp modSp mod ord">
        <pc:chgData name="Si Jing Goh" userId="fe228f63-d733-4912-9848-3eb5c05e5c90" providerId="ADAL" clId="{D3CB8232-7DC5-4573-8DB2-EB195F94AE5A}" dt="2025-12-09T14:32:36.972" v="6548" actId="21"/>
        <pc:sldMkLst>
          <pc:docMk/>
          <pc:sldMk cId="3423197146" sldId="2147480834"/>
        </pc:sldMkLst>
        <pc:spChg chg="add del mod">
          <ac:chgData name="Si Jing Goh" userId="fe228f63-d733-4912-9848-3eb5c05e5c90" providerId="ADAL" clId="{D3CB8232-7DC5-4573-8DB2-EB195F94AE5A}" dt="2025-12-09T14:18:35.016" v="6415" actId="478"/>
          <ac:spMkLst>
            <pc:docMk/>
            <pc:sldMk cId="3423197146" sldId="2147480834"/>
            <ac:spMk id="2" creationId="{E276DEBE-B334-7839-179D-FB45C552A47D}"/>
          </ac:spMkLst>
        </pc:spChg>
        <pc:spChg chg="mod">
          <ac:chgData name="Si Jing Goh" userId="fe228f63-d733-4912-9848-3eb5c05e5c90" providerId="ADAL" clId="{D3CB8232-7DC5-4573-8DB2-EB195F94AE5A}" dt="2025-12-09T13:43:32.837" v="5742" actId="1036"/>
          <ac:spMkLst>
            <pc:docMk/>
            <pc:sldMk cId="3423197146" sldId="2147480834"/>
            <ac:spMk id="4" creationId="{AADEC049-FEA3-999E-F92D-2D53E78EACEB}"/>
          </ac:spMkLst>
        </pc:spChg>
        <pc:spChg chg="add del mod">
          <ac:chgData name="Si Jing Goh" userId="fe228f63-d733-4912-9848-3eb5c05e5c90" providerId="ADAL" clId="{D3CB8232-7DC5-4573-8DB2-EB195F94AE5A}" dt="2025-12-09T14:27:42.211" v="6492" actId="478"/>
          <ac:spMkLst>
            <pc:docMk/>
            <pc:sldMk cId="3423197146" sldId="2147480834"/>
            <ac:spMk id="7" creationId="{454F43C8-BFA4-E277-1322-850FC81D2246}"/>
          </ac:spMkLst>
        </pc:spChg>
        <pc:spChg chg="del">
          <ac:chgData name="Si Jing Goh" userId="fe228f63-d733-4912-9848-3eb5c05e5c90" providerId="ADAL" clId="{D3CB8232-7DC5-4573-8DB2-EB195F94AE5A}" dt="2025-12-09T13:35:44.643" v="5690" actId="478"/>
          <ac:spMkLst>
            <pc:docMk/>
            <pc:sldMk cId="3423197146" sldId="2147480834"/>
            <ac:spMk id="14" creationId="{54543135-AD9A-1A00-8299-54B292340338}"/>
          </ac:spMkLst>
        </pc:spChg>
        <pc:spChg chg="mod">
          <ac:chgData name="Si Jing Goh" userId="fe228f63-d733-4912-9848-3eb5c05e5c90" providerId="ADAL" clId="{D3CB8232-7DC5-4573-8DB2-EB195F94AE5A}" dt="2025-12-09T14:04:36.665" v="6232" actId="20577"/>
          <ac:spMkLst>
            <pc:docMk/>
            <pc:sldMk cId="3423197146" sldId="2147480834"/>
            <ac:spMk id="16" creationId="{B9F4ABF4-6CA9-A233-4FB0-7A50633153F3}"/>
          </ac:spMkLst>
        </pc:spChg>
        <pc:spChg chg="del">
          <ac:chgData name="Si Jing Goh" userId="fe228f63-d733-4912-9848-3eb5c05e5c90" providerId="ADAL" clId="{D3CB8232-7DC5-4573-8DB2-EB195F94AE5A}" dt="2025-12-09T13:43:52.111" v="5745" actId="478"/>
          <ac:spMkLst>
            <pc:docMk/>
            <pc:sldMk cId="3423197146" sldId="2147480834"/>
            <ac:spMk id="23" creationId="{A4BE14E7-35B3-6A29-3B85-57C248C85F61}"/>
          </ac:spMkLst>
        </pc:spChg>
        <pc:grpChg chg="del">
          <ac:chgData name="Si Jing Goh" userId="fe228f63-d733-4912-9848-3eb5c05e5c90" providerId="ADAL" clId="{D3CB8232-7DC5-4573-8DB2-EB195F94AE5A}" dt="2025-12-09T13:35:44.643" v="5690" actId="478"/>
          <ac:grpSpMkLst>
            <pc:docMk/>
            <pc:sldMk cId="3423197146" sldId="2147480834"/>
            <ac:grpSpMk id="17" creationId="{81AFAD99-B51B-4F32-65A0-3DD3CA72A2ED}"/>
          </ac:grpSpMkLst>
        </pc:grpChg>
        <pc:graphicFrameChg chg="mod modGraphic">
          <ac:chgData name="Si Jing Goh" userId="fe228f63-d733-4912-9848-3eb5c05e5c90" providerId="ADAL" clId="{D3CB8232-7DC5-4573-8DB2-EB195F94AE5A}" dt="2025-12-09T14:18:49.453" v="6422" actId="14100"/>
          <ac:graphicFrameMkLst>
            <pc:docMk/>
            <pc:sldMk cId="3423197146" sldId="2147480834"/>
            <ac:graphicFrameMk id="3" creationId="{5BCD3786-91A7-EE33-000E-4CFBF45E73EB}"/>
          </ac:graphicFrameMkLst>
        </pc:graphicFrameChg>
        <pc:graphicFrameChg chg="mod modGraphic">
          <ac:chgData name="Si Jing Goh" userId="fe228f63-d733-4912-9848-3eb5c05e5c90" providerId="ADAL" clId="{D3CB8232-7DC5-4573-8DB2-EB195F94AE5A}" dt="2025-12-09T13:43:16.450" v="5730"/>
          <ac:graphicFrameMkLst>
            <pc:docMk/>
            <pc:sldMk cId="3423197146" sldId="2147480834"/>
            <ac:graphicFrameMk id="9" creationId="{B51D6195-3712-04FE-7D1E-6E9D551C954C}"/>
          </ac:graphicFrameMkLst>
        </pc:graphicFrameChg>
        <pc:graphicFrameChg chg="mod">
          <ac:chgData name="Si Jing Goh" userId="fe228f63-d733-4912-9848-3eb5c05e5c90" providerId="ADAL" clId="{D3CB8232-7DC5-4573-8DB2-EB195F94AE5A}" dt="2025-12-09T14:18:51.832" v="6423" actId="14100"/>
          <ac:graphicFrameMkLst>
            <pc:docMk/>
            <pc:sldMk cId="3423197146" sldId="2147480834"/>
            <ac:graphicFrameMk id="10" creationId="{E5E41D37-230C-A17F-0B34-64853AE0E6FE}"/>
          </ac:graphicFrameMkLst>
        </pc:graphicFrameChg>
        <pc:picChg chg="add del mod">
          <ac:chgData name="Si Jing Goh" userId="fe228f63-d733-4912-9848-3eb5c05e5c90" providerId="ADAL" clId="{D3CB8232-7DC5-4573-8DB2-EB195F94AE5A}" dt="2025-12-09T14:32:36.972" v="6548" actId="21"/>
          <ac:picMkLst>
            <pc:docMk/>
            <pc:sldMk cId="3423197146" sldId="2147480834"/>
            <ac:picMk id="25" creationId="{996F440A-7B0B-59C6-9220-8C7D0FC7A834}"/>
          </ac:picMkLst>
        </pc:picChg>
      </pc:sldChg>
      <pc:sldChg chg="addSp delSp modSp add del mod">
        <pc:chgData name="Si Jing Goh" userId="fe228f63-d733-4912-9848-3eb5c05e5c90" providerId="ADAL" clId="{D3CB8232-7DC5-4573-8DB2-EB195F94AE5A}" dt="2025-12-09T14:27:01.905" v="6478" actId="47"/>
        <pc:sldMkLst>
          <pc:docMk/>
          <pc:sldMk cId="1690714033" sldId="2147480835"/>
        </pc:sldMkLst>
        <pc:spChg chg="del">
          <ac:chgData name="Si Jing Goh" userId="fe228f63-d733-4912-9848-3eb5c05e5c90" providerId="ADAL" clId="{D3CB8232-7DC5-4573-8DB2-EB195F94AE5A}" dt="2025-12-09T14:09:10.005" v="6283" actId="478"/>
          <ac:spMkLst>
            <pc:docMk/>
            <pc:sldMk cId="1690714033" sldId="2147480835"/>
            <ac:spMk id="2" creationId="{D9C69A32-0D45-A2C7-2ED6-8EEAE9D35864}"/>
          </ac:spMkLst>
        </pc:spChg>
        <pc:spChg chg="del mod">
          <ac:chgData name="Si Jing Goh" userId="fe228f63-d733-4912-9848-3eb5c05e5c90" providerId="ADAL" clId="{D3CB8232-7DC5-4573-8DB2-EB195F94AE5A}" dt="2025-12-09T14:08:54.623" v="6281" actId="478"/>
          <ac:spMkLst>
            <pc:docMk/>
            <pc:sldMk cId="1690714033" sldId="2147480835"/>
            <ac:spMk id="4" creationId="{D379A439-71AD-E194-5F29-73F09E47F815}"/>
          </ac:spMkLst>
        </pc:spChg>
        <pc:spChg chg="del">
          <ac:chgData name="Si Jing Goh" userId="fe228f63-d733-4912-9848-3eb5c05e5c90" providerId="ADAL" clId="{D3CB8232-7DC5-4573-8DB2-EB195F94AE5A}" dt="2025-12-09T14:08:48.435" v="6277" actId="478"/>
          <ac:spMkLst>
            <pc:docMk/>
            <pc:sldMk cId="1690714033" sldId="2147480835"/>
            <ac:spMk id="7" creationId="{647CA79F-8194-9D2D-6090-A4A08F4BA041}"/>
          </ac:spMkLst>
        </pc:spChg>
        <pc:spChg chg="mod">
          <ac:chgData name="Si Jing Goh" userId="fe228f63-d733-4912-9848-3eb5c05e5c90" providerId="ADAL" clId="{D3CB8232-7DC5-4573-8DB2-EB195F94AE5A}" dt="2025-12-09T14:19:31.038" v="6428"/>
          <ac:spMkLst>
            <pc:docMk/>
            <pc:sldMk cId="1690714033" sldId="2147480835"/>
            <ac:spMk id="16" creationId="{E5F10DC8-74A7-58F1-2EDE-0011EA8DEE16}"/>
          </ac:spMkLst>
        </pc:spChg>
        <pc:graphicFrameChg chg="mod modGraphic">
          <ac:chgData name="Si Jing Goh" userId="fe228f63-d733-4912-9848-3eb5c05e5c90" providerId="ADAL" clId="{D3CB8232-7DC5-4573-8DB2-EB195F94AE5A}" dt="2025-12-09T14:25:26.849" v="6477" actId="13926"/>
          <ac:graphicFrameMkLst>
            <pc:docMk/>
            <pc:sldMk cId="1690714033" sldId="2147480835"/>
            <ac:graphicFrameMk id="3" creationId="{4A14FEB9-61DD-86C0-17B3-999F1B5F4C8A}"/>
          </ac:graphicFrameMkLst>
        </pc:graphicFrameChg>
        <pc:graphicFrameChg chg="modGraphic">
          <ac:chgData name="Si Jing Goh" userId="fe228f63-d733-4912-9848-3eb5c05e5c90" providerId="ADAL" clId="{D3CB8232-7DC5-4573-8DB2-EB195F94AE5A}" dt="2025-12-09T14:08:45.949" v="6276" actId="13926"/>
          <ac:graphicFrameMkLst>
            <pc:docMk/>
            <pc:sldMk cId="1690714033" sldId="2147480835"/>
            <ac:graphicFrameMk id="9" creationId="{FA5DDB87-50EE-FA7C-C24D-BBB73CE2AB14}"/>
          </ac:graphicFrameMkLst>
        </pc:graphicFrameChg>
        <pc:picChg chg="del">
          <ac:chgData name="Si Jing Goh" userId="fe228f63-d733-4912-9848-3eb5c05e5c90" providerId="ADAL" clId="{D3CB8232-7DC5-4573-8DB2-EB195F94AE5A}" dt="2025-12-09T14:08:48.759" v="6278" actId="478"/>
          <ac:picMkLst>
            <pc:docMk/>
            <pc:sldMk cId="1690714033" sldId="2147480835"/>
            <ac:picMk id="5" creationId="{876A2475-1698-CCCF-44E6-D876465C9D70}"/>
          </ac:picMkLst>
        </pc:picChg>
        <pc:picChg chg="add mod">
          <ac:chgData name="Si Jing Goh" userId="fe228f63-d733-4912-9848-3eb5c05e5c90" providerId="ADAL" clId="{D3CB8232-7DC5-4573-8DB2-EB195F94AE5A}" dt="2025-12-09T14:09:06.766" v="6282"/>
          <ac:picMkLst>
            <pc:docMk/>
            <pc:sldMk cId="1690714033" sldId="2147480835"/>
            <ac:picMk id="14" creationId="{67BB3334-836B-7667-5EAE-11F27E236B44}"/>
          </ac:picMkLst>
        </pc:picChg>
        <pc:picChg chg="del">
          <ac:chgData name="Si Jing Goh" userId="fe228f63-d733-4912-9848-3eb5c05e5c90" providerId="ADAL" clId="{D3CB8232-7DC5-4573-8DB2-EB195F94AE5A}" dt="2025-12-09T14:08:48.435" v="6277" actId="478"/>
          <ac:picMkLst>
            <pc:docMk/>
            <pc:sldMk cId="1690714033" sldId="2147480835"/>
            <ac:picMk id="20" creationId="{344B094F-A06F-B548-DB1F-4AEFCF1BA5B7}"/>
          </ac:picMkLst>
        </pc:picChg>
      </pc:sldChg>
    </pc:docChg>
  </pc:docChgLst>
  <pc:docChgLst>
    <pc:chgData name="Yu-Hsuan Yang" userId="8863b532-b564-4633-befd-19e9d65e0593" providerId="ADAL" clId="{94B66394-5F83-4A7E-98C9-10BE8FB78F3D}"/>
    <pc:docChg chg="undo custSel addSld modSld sldOrd">
      <pc:chgData name="Yu-Hsuan Yang" userId="8863b532-b564-4633-befd-19e9d65e0593" providerId="ADAL" clId="{94B66394-5F83-4A7E-98C9-10BE8FB78F3D}" dt="2025-12-08T09:57:50.850" v="1945"/>
      <pc:docMkLst>
        <pc:docMk/>
      </pc:docMkLst>
      <pc:sldChg chg="modSp mod">
        <pc:chgData name="Yu-Hsuan Yang" userId="8863b532-b564-4633-befd-19e9d65e0593" providerId="ADAL" clId="{94B66394-5F83-4A7E-98C9-10BE8FB78F3D}" dt="2025-12-08T06:34:07.625" v="259" actId="20577"/>
        <pc:sldMkLst>
          <pc:docMk/>
          <pc:sldMk cId="4147935150" sldId="2147480547"/>
        </pc:sldMkLst>
        <pc:spChg chg="mod">
          <ac:chgData name="Yu-Hsuan Yang" userId="8863b532-b564-4633-befd-19e9d65e0593" providerId="ADAL" clId="{94B66394-5F83-4A7E-98C9-10BE8FB78F3D}" dt="2025-12-08T06:34:07.625" v="259" actId="20577"/>
          <ac:spMkLst>
            <pc:docMk/>
            <pc:sldMk cId="4147935150" sldId="2147480547"/>
            <ac:spMk id="8" creationId="{6A0BBBAC-7B19-C7E8-48B2-3112AB631EAB}"/>
          </ac:spMkLst>
        </pc:spChg>
      </pc:sldChg>
      <pc:sldChg chg="addSp delSp mod">
        <pc:chgData name="Yu-Hsuan Yang" userId="8863b532-b564-4633-befd-19e9d65e0593" providerId="ADAL" clId="{94B66394-5F83-4A7E-98C9-10BE8FB78F3D}" dt="2025-12-08T08:52:34.391" v="1292" actId="22"/>
        <pc:sldMkLst>
          <pc:docMk/>
          <pc:sldMk cId="248541446" sldId="2147480548"/>
        </pc:sldMkLst>
        <pc:spChg chg="add del">
          <ac:chgData name="Yu-Hsuan Yang" userId="8863b532-b564-4633-befd-19e9d65e0593" providerId="ADAL" clId="{94B66394-5F83-4A7E-98C9-10BE8FB78F3D}" dt="2025-12-08T08:52:34.391" v="1292" actId="22"/>
          <ac:spMkLst>
            <pc:docMk/>
            <pc:sldMk cId="248541446" sldId="2147480548"/>
            <ac:spMk id="5" creationId="{94A6FB68-F6C8-E7DB-BE88-CEBA2C949F31}"/>
          </ac:spMkLst>
        </pc:spChg>
      </pc:sldChg>
      <pc:sldChg chg="addSp delSp modSp mod">
        <pc:chgData name="Yu-Hsuan Yang" userId="8863b532-b564-4633-befd-19e9d65e0593" providerId="ADAL" clId="{94B66394-5F83-4A7E-98C9-10BE8FB78F3D}" dt="2025-12-08T09:55:17.757" v="1941" actId="20577"/>
        <pc:sldMkLst>
          <pc:docMk/>
          <pc:sldMk cId="533466854" sldId="2147480751"/>
        </pc:sldMkLst>
        <pc:spChg chg="mod">
          <ac:chgData name="Yu-Hsuan Yang" userId="8863b532-b564-4633-befd-19e9d65e0593" providerId="ADAL" clId="{94B66394-5F83-4A7E-98C9-10BE8FB78F3D}" dt="2025-12-08T09:51:43.345" v="1655" actId="20577"/>
          <ac:spMkLst>
            <pc:docMk/>
            <pc:sldMk cId="533466854" sldId="2147480751"/>
            <ac:spMk id="3" creationId="{12830EA2-D535-A05E-8C3E-C4C1C77D59D8}"/>
          </ac:spMkLst>
        </pc:spChg>
        <pc:spChg chg="add mod">
          <ac:chgData name="Yu-Hsuan Yang" userId="8863b532-b564-4633-befd-19e9d65e0593" providerId="ADAL" clId="{94B66394-5F83-4A7E-98C9-10BE8FB78F3D}" dt="2025-12-08T06:33:51.985" v="253"/>
          <ac:spMkLst>
            <pc:docMk/>
            <pc:sldMk cId="533466854" sldId="2147480751"/>
            <ac:spMk id="6" creationId="{B18188D3-40AA-5049-C61C-5BC4F15676CD}"/>
          </ac:spMkLst>
        </pc:spChg>
        <pc:spChg chg="del">
          <ac:chgData name="Yu-Hsuan Yang" userId="8863b532-b564-4633-befd-19e9d65e0593" providerId="ADAL" clId="{94B66394-5F83-4A7E-98C9-10BE8FB78F3D}" dt="2025-12-08T06:33:51.569" v="252" actId="478"/>
          <ac:spMkLst>
            <pc:docMk/>
            <pc:sldMk cId="533466854" sldId="2147480751"/>
            <ac:spMk id="13" creationId="{A1E5B807-20BB-B381-4347-46AA9B51298D}"/>
          </ac:spMkLst>
        </pc:spChg>
        <pc:graphicFrameChg chg="mod">
          <ac:chgData name="Yu-Hsuan Yang" userId="8863b532-b564-4633-befd-19e9d65e0593" providerId="ADAL" clId="{94B66394-5F83-4A7E-98C9-10BE8FB78F3D}" dt="2025-12-08T06:49:37.706" v="389" actId="1037"/>
          <ac:graphicFrameMkLst>
            <pc:docMk/>
            <pc:sldMk cId="533466854" sldId="2147480751"/>
            <ac:graphicFrameMk id="5" creationId="{F0AD5E95-F91F-E56A-4FEE-373FF84161BF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08T09:52:59.855" v="1700" actId="14100"/>
          <ac:graphicFrameMkLst>
            <pc:docMk/>
            <pc:sldMk cId="533466854" sldId="2147480751"/>
            <ac:graphicFrameMk id="23" creationId="{98BA70D1-C8B1-DFA2-8016-AD10F07F4B0E}"/>
          </ac:graphicFrameMkLst>
        </pc:graphicFrameChg>
        <pc:graphicFrameChg chg="modGraphic">
          <ac:chgData name="Yu-Hsuan Yang" userId="8863b532-b564-4633-befd-19e9d65e0593" providerId="ADAL" clId="{94B66394-5F83-4A7E-98C9-10BE8FB78F3D}" dt="2025-12-08T09:55:17.757" v="1941" actId="20577"/>
          <ac:graphicFrameMkLst>
            <pc:docMk/>
            <pc:sldMk cId="533466854" sldId="2147480751"/>
            <ac:graphicFrameMk id="29" creationId="{EB5AA98C-B314-EB8F-B15F-75C0DBA3A42E}"/>
          </ac:graphicFrameMkLst>
        </pc:graphicFrameChg>
      </pc:sldChg>
      <pc:sldChg chg="addSp delSp modSp mod">
        <pc:chgData name="Yu-Hsuan Yang" userId="8863b532-b564-4633-befd-19e9d65e0593" providerId="ADAL" clId="{94B66394-5F83-4A7E-98C9-10BE8FB78F3D}" dt="2025-12-08T09:41:09.386" v="1518" actId="400"/>
        <pc:sldMkLst>
          <pc:docMk/>
          <pc:sldMk cId="1776034058" sldId="2147480752"/>
        </pc:sldMkLst>
        <pc:spChg chg="mod">
          <ac:chgData name="Yu-Hsuan Yang" userId="8863b532-b564-4633-befd-19e9d65e0593" providerId="ADAL" clId="{94B66394-5F83-4A7E-98C9-10BE8FB78F3D}" dt="2025-12-08T03:36:34.870" v="104" actId="20577"/>
          <ac:spMkLst>
            <pc:docMk/>
            <pc:sldMk cId="1776034058" sldId="2147480752"/>
            <ac:spMk id="3" creationId="{BFEC8ADA-6596-DB5F-1079-736649528091}"/>
          </ac:spMkLst>
        </pc:spChg>
        <pc:spChg chg="add mod">
          <ac:chgData name="Yu-Hsuan Yang" userId="8863b532-b564-4633-befd-19e9d65e0593" providerId="ADAL" clId="{94B66394-5F83-4A7E-98C9-10BE8FB78F3D}" dt="2025-12-08T09:41:09.386" v="1518" actId="400"/>
          <ac:spMkLst>
            <pc:docMk/>
            <pc:sldMk cId="1776034058" sldId="2147480752"/>
            <ac:spMk id="5" creationId="{963229D9-6A7E-A7CF-6425-FC34ABB7B14D}"/>
          </ac:spMkLst>
        </pc:spChg>
        <pc:picChg chg="del">
          <ac:chgData name="Yu-Hsuan Yang" userId="8863b532-b564-4633-befd-19e9d65e0593" providerId="ADAL" clId="{94B66394-5F83-4A7E-98C9-10BE8FB78F3D}" dt="2025-12-08T03:36:36.820" v="105" actId="478"/>
          <ac:picMkLst>
            <pc:docMk/>
            <pc:sldMk cId="1776034058" sldId="2147480752"/>
            <ac:picMk id="31" creationId="{63097091-2296-88D8-D5CF-3565B5961A08}"/>
          </ac:picMkLst>
        </pc:picChg>
      </pc:sldChg>
      <pc:sldChg chg="addSp delSp modSp add mod ord">
        <pc:chgData name="Yu-Hsuan Yang" userId="8863b532-b564-4633-befd-19e9d65e0593" providerId="ADAL" clId="{94B66394-5F83-4A7E-98C9-10BE8FB78F3D}" dt="2025-12-08T09:50:11.162" v="1653" actId="14100"/>
        <pc:sldMkLst>
          <pc:docMk/>
          <pc:sldMk cId="487723673" sldId="2147480753"/>
        </pc:sldMkLst>
        <pc:spChg chg="mod">
          <ac:chgData name="Yu-Hsuan Yang" userId="8863b532-b564-4633-befd-19e9d65e0593" providerId="ADAL" clId="{94B66394-5F83-4A7E-98C9-10BE8FB78F3D}" dt="2025-12-08T06:36:09.534" v="293" actId="1076"/>
          <ac:spMkLst>
            <pc:docMk/>
            <pc:sldMk cId="487723673" sldId="2147480753"/>
            <ac:spMk id="3" creationId="{09CED88C-5BA6-71C0-BD1F-5944578FC88C}"/>
          </ac:spMkLst>
        </pc:spChg>
        <pc:spChg chg="mod">
          <ac:chgData name="Yu-Hsuan Yang" userId="8863b532-b564-4633-befd-19e9d65e0593" providerId="ADAL" clId="{94B66394-5F83-4A7E-98C9-10BE8FB78F3D}" dt="2025-12-08T09:42:48.111" v="1519" actId="6549"/>
          <ac:spMkLst>
            <pc:docMk/>
            <pc:sldMk cId="487723673" sldId="2147480753"/>
            <ac:spMk id="13" creationId="{E07B2CA6-430C-27BD-27AE-2B37E3280691}"/>
          </ac:spMkLst>
        </pc:spChg>
        <pc:grpChg chg="mod">
          <ac:chgData name="Yu-Hsuan Yang" userId="8863b532-b564-4633-befd-19e9d65e0593" providerId="ADAL" clId="{94B66394-5F83-4A7E-98C9-10BE8FB78F3D}" dt="2025-12-08T08:32:34.663" v="723" actId="1076"/>
          <ac:grpSpMkLst>
            <pc:docMk/>
            <pc:sldMk cId="487723673" sldId="2147480753"/>
            <ac:grpSpMk id="18" creationId="{96CEE445-E36B-38CC-8445-84F2D4E3B6A1}"/>
          </ac:grpSpMkLst>
        </pc:grpChg>
        <pc:graphicFrameChg chg="mod modGraphic">
          <ac:chgData name="Yu-Hsuan Yang" userId="8863b532-b564-4633-befd-19e9d65e0593" providerId="ADAL" clId="{94B66394-5F83-4A7E-98C9-10BE8FB78F3D}" dt="2025-12-08T08:32:47.148" v="725" actId="313"/>
          <ac:graphicFrameMkLst>
            <pc:docMk/>
            <pc:sldMk cId="487723673" sldId="2147480753"/>
            <ac:graphicFrameMk id="5" creationId="{958F18BC-DA22-345D-86D9-6848D2D011CD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08T09:50:11.162" v="1653" actId="14100"/>
          <ac:graphicFrameMkLst>
            <pc:docMk/>
            <pc:sldMk cId="487723673" sldId="2147480753"/>
            <ac:graphicFrameMk id="23" creationId="{FAAC5BB5-613E-344B-B5A6-C80B65034E22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08T08:32:29.922" v="722" actId="14100"/>
          <ac:graphicFrameMkLst>
            <pc:docMk/>
            <pc:sldMk cId="487723673" sldId="2147480753"/>
            <ac:graphicFrameMk id="29" creationId="{800231BC-1095-6FBD-61E1-759D83574E7B}"/>
          </ac:graphicFrameMkLst>
        </pc:graphicFrameChg>
        <pc:picChg chg="add mod">
          <ac:chgData name="Yu-Hsuan Yang" userId="8863b532-b564-4633-befd-19e9d65e0593" providerId="ADAL" clId="{94B66394-5F83-4A7E-98C9-10BE8FB78F3D}" dt="2025-12-08T06:36:18.210" v="300" actId="1076"/>
          <ac:picMkLst>
            <pc:docMk/>
            <pc:sldMk cId="487723673" sldId="2147480753"/>
            <ac:picMk id="12" creationId="{6E627531-2BC0-55D5-E74A-7FEF61D5B561}"/>
          </ac:picMkLst>
        </pc:picChg>
        <pc:picChg chg="del">
          <ac:chgData name="Yu-Hsuan Yang" userId="8863b532-b564-4633-befd-19e9d65e0593" providerId="ADAL" clId="{94B66394-5F83-4A7E-98C9-10BE8FB78F3D}" dt="2025-12-08T06:34:22.265" v="261" actId="478"/>
          <ac:picMkLst>
            <pc:docMk/>
            <pc:sldMk cId="487723673" sldId="2147480753"/>
            <ac:picMk id="31" creationId="{681F9A97-F6CE-61CD-D288-86A7EC7650BC}"/>
          </ac:picMkLst>
        </pc:picChg>
      </pc:sldChg>
      <pc:sldChg chg="addSp delSp modSp add mod modShow">
        <pc:chgData name="Yu-Hsuan Yang" userId="8863b532-b564-4633-befd-19e9d65e0593" providerId="ADAL" clId="{94B66394-5F83-4A7E-98C9-10BE8FB78F3D}" dt="2025-12-08T08:34:27.730" v="789" actId="478"/>
        <pc:sldMkLst>
          <pc:docMk/>
          <pc:sldMk cId="3579087741" sldId="2147480754"/>
        </pc:sldMkLst>
        <pc:spChg chg="mod">
          <ac:chgData name="Yu-Hsuan Yang" userId="8863b532-b564-4633-befd-19e9d65e0593" providerId="ADAL" clId="{94B66394-5F83-4A7E-98C9-10BE8FB78F3D}" dt="2025-12-08T07:05:26.892" v="618" actId="20577"/>
          <ac:spMkLst>
            <pc:docMk/>
            <pc:sldMk cId="3579087741" sldId="2147480754"/>
            <ac:spMk id="3" creationId="{9D4D3D7D-58DF-A11C-C0AF-BC74DFE057D4}"/>
          </ac:spMkLst>
        </pc:spChg>
        <pc:spChg chg="add mod">
          <ac:chgData name="Yu-Hsuan Yang" userId="8863b532-b564-4633-befd-19e9d65e0593" providerId="ADAL" clId="{94B66394-5F83-4A7E-98C9-10BE8FB78F3D}" dt="2025-12-08T08:33:52.622" v="766" actId="20577"/>
          <ac:spMkLst>
            <pc:docMk/>
            <pc:sldMk cId="3579087741" sldId="2147480754"/>
            <ac:spMk id="6" creationId="{2676521B-EA09-9439-2E99-A952372E9EF0}"/>
          </ac:spMkLst>
        </pc:spChg>
        <pc:spChg chg="mod">
          <ac:chgData name="Yu-Hsuan Yang" userId="8863b532-b564-4633-befd-19e9d65e0593" providerId="ADAL" clId="{94B66394-5F83-4A7E-98C9-10BE8FB78F3D}" dt="2025-12-08T07:05:15.932" v="604" actId="6549"/>
          <ac:spMkLst>
            <pc:docMk/>
            <pc:sldMk cId="3579087741" sldId="2147480754"/>
            <ac:spMk id="13" creationId="{726ED7F1-66A4-5A0A-A14E-E5634DEC156B}"/>
          </ac:spMkLst>
        </pc:spChg>
        <pc:graphicFrameChg chg="modGraphic">
          <ac:chgData name="Yu-Hsuan Yang" userId="8863b532-b564-4633-befd-19e9d65e0593" providerId="ADAL" clId="{94B66394-5F83-4A7E-98C9-10BE8FB78F3D}" dt="2025-12-08T07:05:22.455" v="606" actId="6549"/>
          <ac:graphicFrameMkLst>
            <pc:docMk/>
            <pc:sldMk cId="3579087741" sldId="2147480754"/>
            <ac:graphicFrameMk id="5" creationId="{2C0B60C4-6C77-892E-C282-6C28549D329A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08T08:32:56.962" v="733" actId="20577"/>
          <ac:graphicFrameMkLst>
            <pc:docMk/>
            <pc:sldMk cId="3579087741" sldId="2147480754"/>
            <ac:graphicFrameMk id="23" creationId="{DB69850E-5645-4DB6-5603-F2358DE6D581}"/>
          </ac:graphicFrameMkLst>
        </pc:graphicFrameChg>
        <pc:graphicFrameChg chg="modGraphic">
          <ac:chgData name="Yu-Hsuan Yang" userId="8863b532-b564-4633-befd-19e9d65e0593" providerId="ADAL" clId="{94B66394-5F83-4A7E-98C9-10BE8FB78F3D}" dt="2025-12-08T07:05:19.946" v="605" actId="20577"/>
          <ac:graphicFrameMkLst>
            <pc:docMk/>
            <pc:sldMk cId="3579087741" sldId="2147480754"/>
            <ac:graphicFrameMk id="29" creationId="{5A0DE096-237A-1559-E3B9-839D52966CB9}"/>
          </ac:graphicFrameMkLst>
        </pc:graphicFrameChg>
        <pc:picChg chg="del">
          <ac:chgData name="Yu-Hsuan Yang" userId="8863b532-b564-4633-befd-19e9d65e0593" providerId="ADAL" clId="{94B66394-5F83-4A7E-98C9-10BE8FB78F3D}" dt="2025-12-08T08:34:27.730" v="789" actId="478"/>
          <ac:picMkLst>
            <pc:docMk/>
            <pc:sldMk cId="3579087741" sldId="2147480754"/>
            <ac:picMk id="12" creationId="{66A1596F-C996-FB77-F1ED-FCCBD55ECAFB}"/>
          </ac:picMkLst>
        </pc:picChg>
      </pc:sldChg>
      <pc:sldChg chg="addSp delSp modSp add mod">
        <pc:chgData name="Yu-Hsuan Yang" userId="8863b532-b564-4633-befd-19e9d65e0593" providerId="ADAL" clId="{94B66394-5F83-4A7E-98C9-10BE8FB78F3D}" dt="2025-12-08T09:57:34.770" v="1943" actId="1076"/>
        <pc:sldMkLst>
          <pc:docMk/>
          <pc:sldMk cId="3497162666" sldId="2147480755"/>
        </pc:sldMkLst>
        <pc:spChg chg="mod">
          <ac:chgData name="Yu-Hsuan Yang" userId="8863b532-b564-4633-befd-19e9d65e0593" providerId="ADAL" clId="{94B66394-5F83-4A7E-98C9-10BE8FB78F3D}" dt="2025-12-08T08:34:11.045" v="782" actId="20577"/>
          <ac:spMkLst>
            <pc:docMk/>
            <pc:sldMk cId="3497162666" sldId="2147480755"/>
            <ac:spMk id="3" creationId="{19F8BD5F-B973-0E58-7333-D6AF28B5E399}"/>
          </ac:spMkLst>
        </pc:spChg>
        <pc:spChg chg="mod">
          <ac:chgData name="Yu-Hsuan Yang" userId="8863b532-b564-4633-befd-19e9d65e0593" providerId="ADAL" clId="{94B66394-5F83-4A7E-98C9-10BE8FB78F3D}" dt="2025-12-08T08:46:41.890" v="991" actId="20577"/>
          <ac:spMkLst>
            <pc:docMk/>
            <pc:sldMk cId="3497162666" sldId="2147480755"/>
            <ac:spMk id="13" creationId="{E4794E64-D44E-C8A3-6FA3-A7E2C7A947FD}"/>
          </ac:spMkLst>
        </pc:spChg>
        <pc:spChg chg="add mod">
          <ac:chgData name="Yu-Hsuan Yang" userId="8863b532-b564-4633-befd-19e9d65e0593" providerId="ADAL" clId="{94B66394-5F83-4A7E-98C9-10BE8FB78F3D}" dt="2025-12-08T09:57:34.770" v="1943" actId="1076"/>
          <ac:spMkLst>
            <pc:docMk/>
            <pc:sldMk cId="3497162666" sldId="2147480755"/>
            <ac:spMk id="20" creationId="{C73B90E6-B396-D336-2304-929C91A39F44}"/>
          </ac:spMkLst>
        </pc:spChg>
        <pc:grpChg chg="mod">
          <ac:chgData name="Yu-Hsuan Yang" userId="8863b532-b564-4633-befd-19e9d65e0593" providerId="ADAL" clId="{94B66394-5F83-4A7E-98C9-10BE8FB78F3D}" dt="2025-12-08T08:49:25.317" v="1263" actId="1036"/>
          <ac:grpSpMkLst>
            <pc:docMk/>
            <pc:sldMk cId="3497162666" sldId="2147480755"/>
            <ac:grpSpMk id="18" creationId="{2BD9C68A-5480-9168-9A96-4473C9EAC817}"/>
          </ac:grpSpMkLst>
        </pc:grpChg>
        <pc:graphicFrameChg chg="mod modGraphic">
          <ac:chgData name="Yu-Hsuan Yang" userId="8863b532-b564-4633-befd-19e9d65e0593" providerId="ADAL" clId="{94B66394-5F83-4A7E-98C9-10BE8FB78F3D}" dt="2025-12-08T08:49:19.275" v="1242"/>
          <ac:graphicFrameMkLst>
            <pc:docMk/>
            <pc:sldMk cId="3497162666" sldId="2147480755"/>
            <ac:graphicFrameMk id="5" creationId="{E780C93B-61C4-90D3-49D2-34C268C49EB8}"/>
          </ac:graphicFrameMkLst>
        </pc:graphicFrameChg>
        <pc:graphicFrameChg chg="mod">
          <ac:chgData name="Yu-Hsuan Yang" userId="8863b532-b564-4633-befd-19e9d65e0593" providerId="ADAL" clId="{94B66394-5F83-4A7E-98C9-10BE8FB78F3D}" dt="2025-12-08T09:43:48.638" v="1522" actId="208"/>
          <ac:graphicFrameMkLst>
            <pc:docMk/>
            <pc:sldMk cId="3497162666" sldId="2147480755"/>
            <ac:graphicFrameMk id="6" creationId="{59480994-BE51-2760-566C-E25EA32EEF39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08T09:04:35.304" v="1382" actId="20577"/>
          <ac:graphicFrameMkLst>
            <pc:docMk/>
            <pc:sldMk cId="3497162666" sldId="2147480755"/>
            <ac:graphicFrameMk id="23" creationId="{9C2053DE-43FD-3B14-76FE-2C9D87F5B70E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08T08:51:10.783" v="1287" actId="20577"/>
          <ac:graphicFrameMkLst>
            <pc:docMk/>
            <pc:sldMk cId="3497162666" sldId="2147480755"/>
            <ac:graphicFrameMk id="29" creationId="{C5924438-93C4-90C3-DFFE-3A2DAF4A6E4C}"/>
          </ac:graphicFrameMkLst>
        </pc:graphicFrameChg>
        <pc:picChg chg="del">
          <ac:chgData name="Yu-Hsuan Yang" userId="8863b532-b564-4633-befd-19e9d65e0593" providerId="ADAL" clId="{94B66394-5F83-4A7E-98C9-10BE8FB78F3D}" dt="2025-12-08T08:34:24.580" v="788" actId="478"/>
          <ac:picMkLst>
            <pc:docMk/>
            <pc:sldMk cId="3497162666" sldId="2147480755"/>
            <ac:picMk id="12" creationId="{AF8603C0-5689-A914-D9B6-4B73745954B9}"/>
          </ac:picMkLst>
        </pc:picChg>
        <pc:picChg chg="add mod">
          <ac:chgData name="Yu-Hsuan Yang" userId="8863b532-b564-4633-befd-19e9d65e0593" providerId="ADAL" clId="{94B66394-5F83-4A7E-98C9-10BE8FB78F3D}" dt="2025-12-08T08:35:14.294" v="799" actId="12789"/>
          <ac:picMkLst>
            <pc:docMk/>
            <pc:sldMk cId="3497162666" sldId="2147480755"/>
            <ac:picMk id="14" creationId="{CE10A7D9-CD43-1C89-5BA7-22776CD2471C}"/>
          </ac:picMkLst>
        </pc:picChg>
        <pc:picChg chg="mod">
          <ac:chgData name="Yu-Hsuan Yang" userId="8863b532-b564-4633-befd-19e9d65e0593" providerId="ADAL" clId="{94B66394-5F83-4A7E-98C9-10BE8FB78F3D}" dt="2025-12-08T08:35:14.294" v="799" actId="12789"/>
          <ac:picMkLst>
            <pc:docMk/>
            <pc:sldMk cId="3497162666" sldId="2147480755"/>
            <ac:picMk id="33" creationId="{185D7108-BF35-CFCF-B449-0EA991B845C5}"/>
          </ac:picMkLst>
        </pc:picChg>
      </pc:sldChg>
      <pc:sldChg chg="modSp">
        <pc:chgData name="Yu-Hsuan Yang" userId="8863b532-b564-4633-befd-19e9d65e0593" providerId="ADAL" clId="{94B66394-5F83-4A7E-98C9-10BE8FB78F3D}" dt="2025-12-08T09:57:50.850" v="1945"/>
        <pc:sldMkLst>
          <pc:docMk/>
          <pc:sldMk cId="1333604350" sldId="2147480756"/>
        </pc:sldMkLst>
        <pc:graphicFrameChg chg="mod">
          <ac:chgData name="Yu-Hsuan Yang" userId="8863b532-b564-4633-befd-19e9d65e0593" providerId="ADAL" clId="{94B66394-5F83-4A7E-98C9-10BE8FB78F3D}" dt="2025-12-08T09:57:50.850" v="1945"/>
          <ac:graphicFrameMkLst>
            <pc:docMk/>
            <pc:sldMk cId="1333604350" sldId="2147480756"/>
            <ac:graphicFrameMk id="14" creationId="{DBDFF9EF-F34B-196C-452F-D729312D5903}"/>
          </ac:graphicFrameMkLst>
        </pc:graphicFrameChg>
      </pc:sldChg>
      <pc:sldChg chg="addSp delSp modSp add mod">
        <pc:chgData name="Yu-Hsuan Yang" userId="8863b532-b564-4633-befd-19e9d65e0593" providerId="ADAL" clId="{94B66394-5F83-4A7E-98C9-10BE8FB78F3D}" dt="2025-12-08T09:20:55.487" v="1492" actId="207"/>
        <pc:sldMkLst>
          <pc:docMk/>
          <pc:sldMk cId="3975713939" sldId="2147480758"/>
        </pc:sldMkLst>
        <pc:spChg chg="mod">
          <ac:chgData name="Yu-Hsuan Yang" userId="8863b532-b564-4633-befd-19e9d65e0593" providerId="ADAL" clId="{94B66394-5F83-4A7E-98C9-10BE8FB78F3D}" dt="2025-12-08T08:54:02.695" v="1298" actId="20577"/>
          <ac:spMkLst>
            <pc:docMk/>
            <pc:sldMk cId="3975713939" sldId="2147480758"/>
            <ac:spMk id="3" creationId="{ED015CE7-DD4B-ACDB-B93F-A0F8B0CCCD8F}"/>
          </ac:spMkLst>
        </pc:spChg>
        <pc:spChg chg="mod">
          <ac:chgData name="Yu-Hsuan Yang" userId="8863b532-b564-4633-befd-19e9d65e0593" providerId="ADAL" clId="{94B66394-5F83-4A7E-98C9-10BE8FB78F3D}" dt="2025-12-08T08:52:41.949" v="1293"/>
          <ac:spMkLst>
            <pc:docMk/>
            <pc:sldMk cId="3975713939" sldId="2147480758"/>
            <ac:spMk id="4" creationId="{83007162-31D8-0C17-E90A-7EA5E6832227}"/>
          </ac:spMkLst>
        </pc:spChg>
        <pc:spChg chg="mod">
          <ac:chgData name="Yu-Hsuan Yang" userId="8863b532-b564-4633-befd-19e9d65e0593" providerId="ADAL" clId="{94B66394-5F83-4A7E-98C9-10BE8FB78F3D}" dt="2025-12-08T08:58:13.305" v="1305" actId="5793"/>
          <ac:spMkLst>
            <pc:docMk/>
            <pc:sldMk cId="3975713939" sldId="2147480758"/>
            <ac:spMk id="8" creationId="{18ECB846-46F0-62D7-FFE8-CD1611ADBFA0}"/>
          </ac:spMkLst>
        </pc:spChg>
        <pc:spChg chg="add mod">
          <ac:chgData name="Yu-Hsuan Yang" userId="8863b532-b564-4633-befd-19e9d65e0593" providerId="ADAL" clId="{94B66394-5F83-4A7E-98C9-10BE8FB78F3D}" dt="2025-12-08T09:05:58.468" v="1387" actId="1076"/>
          <ac:spMkLst>
            <pc:docMk/>
            <pc:sldMk cId="3975713939" sldId="2147480758"/>
            <ac:spMk id="11" creationId="{7B0A7C06-DD9D-3BA9-B96F-D8695E38B5BB}"/>
          </ac:spMkLst>
        </pc:spChg>
        <pc:grpChg chg="add mod">
          <ac:chgData name="Yu-Hsuan Yang" userId="8863b532-b564-4633-befd-19e9d65e0593" providerId="ADAL" clId="{94B66394-5F83-4A7E-98C9-10BE8FB78F3D}" dt="2025-12-08T08:52:44.988" v="1294" actId="14100"/>
          <ac:grpSpMkLst>
            <pc:docMk/>
            <pc:sldMk cId="3975713939" sldId="2147480758"/>
            <ac:grpSpMk id="2" creationId="{C5115B96-18D0-910F-0A21-C6140E9EEDF6}"/>
          </ac:grpSpMkLst>
        </pc:grpChg>
        <pc:grpChg chg="del">
          <ac:chgData name="Yu-Hsuan Yang" userId="8863b532-b564-4633-befd-19e9d65e0593" providerId="ADAL" clId="{94B66394-5F83-4A7E-98C9-10BE8FB78F3D}" dt="2025-12-08T08:52:47.484" v="1295" actId="478"/>
          <ac:grpSpMkLst>
            <pc:docMk/>
            <pc:sldMk cId="3975713939" sldId="2147480758"/>
            <ac:grpSpMk id="10" creationId="{9B080491-49EA-BBB6-4F5E-A4A813126584}"/>
          </ac:grpSpMkLst>
        </pc:grpChg>
        <pc:grpChg chg="mod">
          <ac:chgData name="Yu-Hsuan Yang" userId="8863b532-b564-4633-befd-19e9d65e0593" providerId="ADAL" clId="{94B66394-5F83-4A7E-98C9-10BE8FB78F3D}" dt="2025-12-08T08:52:22.089" v="1290" actId="14100"/>
          <ac:grpSpMkLst>
            <pc:docMk/>
            <pc:sldMk cId="3975713939" sldId="2147480758"/>
            <ac:grpSpMk id="18" creationId="{4C7C3B56-EAC9-B4B9-73C6-06063D7E3B87}"/>
          </ac:grpSpMkLst>
        </pc:grpChg>
        <pc:graphicFrameChg chg="add mod">
          <ac:chgData name="Yu-Hsuan Yang" userId="8863b532-b564-4633-befd-19e9d65e0593" providerId="ADAL" clId="{94B66394-5F83-4A7E-98C9-10BE8FB78F3D}" dt="2025-12-08T09:20:55.487" v="1492" actId="207"/>
          <ac:graphicFrameMkLst>
            <pc:docMk/>
            <pc:sldMk cId="3975713939" sldId="2147480758"/>
            <ac:graphicFrameMk id="6" creationId="{7045A22F-7EAD-CB37-1487-2119F6ABCB24}"/>
          </ac:graphicFrameMkLst>
        </pc:graphicFrameChg>
        <pc:graphicFrameChg chg="mod">
          <ac:chgData name="Yu-Hsuan Yang" userId="8863b532-b564-4633-befd-19e9d65e0593" providerId="ADAL" clId="{94B66394-5F83-4A7E-98C9-10BE8FB78F3D}" dt="2025-12-08T08:52:22.089" v="1290" actId="14100"/>
          <ac:graphicFrameMkLst>
            <pc:docMk/>
            <pc:sldMk cId="3975713939" sldId="2147480758"/>
            <ac:graphicFrameMk id="16" creationId="{89A7F0D9-5D5E-A282-6DA6-15CB2942949E}"/>
          </ac:graphicFrameMkLst>
        </pc:graphicFrameChg>
        <pc:cxnChg chg="mod">
          <ac:chgData name="Yu-Hsuan Yang" userId="8863b532-b564-4633-befd-19e9d65e0593" providerId="ADAL" clId="{94B66394-5F83-4A7E-98C9-10BE8FB78F3D}" dt="2025-12-08T08:52:41.949" v="1293"/>
          <ac:cxnSpMkLst>
            <pc:docMk/>
            <pc:sldMk cId="3975713939" sldId="2147480758"/>
            <ac:cxnSpMk id="5" creationId="{3494D198-6581-4B0A-EA07-709A841C1744}"/>
          </ac:cxnSpMkLst>
        </pc:cxnChg>
      </pc:sldChg>
      <pc:sldChg chg="addSp delSp modSp add mod">
        <pc:chgData name="Yu-Hsuan Yang" userId="8863b532-b564-4633-befd-19e9d65e0593" providerId="ADAL" clId="{94B66394-5F83-4A7E-98C9-10BE8FB78F3D}" dt="2025-12-08T09:48:31.808" v="1636" actId="20577"/>
        <pc:sldMkLst>
          <pc:docMk/>
          <pc:sldMk cId="1118303057" sldId="2147480762"/>
        </pc:sldMkLst>
        <pc:spChg chg="mod">
          <ac:chgData name="Yu-Hsuan Yang" userId="8863b532-b564-4633-befd-19e9d65e0593" providerId="ADAL" clId="{94B66394-5F83-4A7E-98C9-10BE8FB78F3D}" dt="2025-12-08T09:45:39.567" v="1552" actId="20577"/>
          <ac:spMkLst>
            <pc:docMk/>
            <pc:sldMk cId="1118303057" sldId="2147480762"/>
            <ac:spMk id="3" creationId="{B22DFD02-7DA3-972A-2A52-B49C2E05A79B}"/>
          </ac:spMkLst>
        </pc:spChg>
        <pc:spChg chg="add mod">
          <ac:chgData name="Yu-Hsuan Yang" userId="8863b532-b564-4633-befd-19e9d65e0593" providerId="ADAL" clId="{94B66394-5F83-4A7E-98C9-10BE8FB78F3D}" dt="2025-12-08T09:48:31.808" v="1636" actId="20577"/>
          <ac:spMkLst>
            <pc:docMk/>
            <pc:sldMk cId="1118303057" sldId="2147480762"/>
            <ac:spMk id="16" creationId="{1BE47333-9080-A055-CFD6-BCDB44F4A007}"/>
          </ac:spMkLst>
        </pc:spChg>
        <pc:spChg chg="mod">
          <ac:chgData name="Yu-Hsuan Yang" userId="8863b532-b564-4633-befd-19e9d65e0593" providerId="ADAL" clId="{94B66394-5F83-4A7E-98C9-10BE8FB78F3D}" dt="2025-12-08T09:46:59.938" v="1591" actId="20577"/>
          <ac:spMkLst>
            <pc:docMk/>
            <pc:sldMk cId="1118303057" sldId="2147480762"/>
            <ac:spMk id="19" creationId="{EB2ED899-8C88-B0CA-FD89-B09E69895DF6}"/>
          </ac:spMkLst>
        </pc:spChg>
        <pc:graphicFrameChg chg="modGraphic">
          <ac:chgData name="Yu-Hsuan Yang" userId="8863b532-b564-4633-befd-19e9d65e0593" providerId="ADAL" clId="{94B66394-5F83-4A7E-98C9-10BE8FB78F3D}" dt="2025-12-08T09:48:15.862" v="1601" actId="20577"/>
          <ac:graphicFrameMkLst>
            <pc:docMk/>
            <pc:sldMk cId="1118303057" sldId="2147480762"/>
            <ac:graphicFrameMk id="5" creationId="{1E7DD9D2-CD5B-0CD1-AA5E-E82822B5375B}"/>
          </ac:graphicFrameMkLst>
        </pc:graphicFrameChg>
        <pc:graphicFrameChg chg="del">
          <ac:chgData name="Yu-Hsuan Yang" userId="8863b532-b564-4633-befd-19e9d65e0593" providerId="ADAL" clId="{94B66394-5F83-4A7E-98C9-10BE8FB78F3D}" dt="2025-12-08T09:46:36.101" v="1580" actId="478"/>
          <ac:graphicFrameMkLst>
            <pc:docMk/>
            <pc:sldMk cId="1118303057" sldId="2147480762"/>
            <ac:graphicFrameMk id="14" creationId="{C4E8974D-A15D-8FD3-2CD4-CA5D35EBF0DD}"/>
          </ac:graphicFrameMkLst>
        </pc:graphicFrameChg>
        <pc:graphicFrameChg chg="mod modGraphic">
          <ac:chgData name="Yu-Hsuan Yang" userId="8863b532-b564-4633-befd-19e9d65e0593" providerId="ADAL" clId="{94B66394-5F83-4A7E-98C9-10BE8FB78F3D}" dt="2025-12-08T09:48:05.100" v="1597" actId="20577"/>
          <ac:graphicFrameMkLst>
            <pc:docMk/>
            <pc:sldMk cId="1118303057" sldId="2147480762"/>
            <ac:graphicFrameMk id="23" creationId="{4EAF7C6F-3347-0CE1-0FF2-12A08787A267}"/>
          </ac:graphicFrameMkLst>
        </pc:graphicFrameChg>
        <pc:picChg chg="del">
          <ac:chgData name="Yu-Hsuan Yang" userId="8863b532-b564-4633-befd-19e9d65e0593" providerId="ADAL" clId="{94B66394-5F83-4A7E-98C9-10BE8FB78F3D}" dt="2025-12-08T09:45:16.663" v="1524" actId="478"/>
          <ac:picMkLst>
            <pc:docMk/>
            <pc:sldMk cId="1118303057" sldId="2147480762"/>
            <ac:picMk id="13" creationId="{9999DCD1-70B6-E32C-22E3-EC3F0C4B70A0}"/>
          </ac:picMkLst>
        </pc:picChg>
        <pc:picChg chg="add mod">
          <ac:chgData name="Yu-Hsuan Yang" userId="8863b532-b564-4633-befd-19e9d65e0593" providerId="ADAL" clId="{94B66394-5F83-4A7E-98C9-10BE8FB78F3D}" dt="2025-12-08T09:45:29.702" v="1529" actId="27614"/>
          <ac:picMkLst>
            <pc:docMk/>
            <pc:sldMk cId="1118303057" sldId="2147480762"/>
            <ac:picMk id="15" creationId="{DD74CB7F-95FA-7FD7-AF2C-ED3AE3E2E1FA}"/>
          </ac:picMkLst>
        </pc:picChg>
        <pc:picChg chg="mod">
          <ac:chgData name="Yu-Hsuan Yang" userId="8863b532-b564-4633-befd-19e9d65e0593" providerId="ADAL" clId="{94B66394-5F83-4A7E-98C9-10BE8FB78F3D}" dt="2025-12-08T09:45:33.150" v="1531" actId="1076"/>
          <ac:picMkLst>
            <pc:docMk/>
            <pc:sldMk cId="1118303057" sldId="2147480762"/>
            <ac:picMk id="33" creationId="{478A0698-3452-1260-E9BF-F3D029DCC743}"/>
          </ac:picMkLst>
        </pc:picChg>
      </pc:sldChg>
    </pc:docChg>
  </pc:docChgLst>
  <pc:docChgLst>
    <pc:chgData name="Naitik Mewada" userId="e70828b3-c1e7-4a84-88ce-319477296960" providerId="ADAL" clId="{F53FF222-B51D-4AA3-ADF9-48DF63D56AC1}"/>
    <pc:docChg chg="undo redo custSel addSld modSld sldOrd">
      <pc:chgData name="Naitik Mewada" userId="e70828b3-c1e7-4a84-88ce-319477296960" providerId="ADAL" clId="{F53FF222-B51D-4AA3-ADF9-48DF63D56AC1}" dt="2025-12-09T11:52:52.717" v="6554"/>
      <pc:docMkLst>
        <pc:docMk/>
      </pc:docMkLst>
      <pc:sldChg chg="addSp modSp mod">
        <pc:chgData name="Naitik Mewada" userId="e70828b3-c1e7-4a84-88ce-319477296960" providerId="ADAL" clId="{F53FF222-B51D-4AA3-ADF9-48DF63D56AC1}" dt="2025-12-09T11:16:03.978" v="5747" actId="1035"/>
        <pc:sldMkLst>
          <pc:docMk/>
          <pc:sldMk cId="4122459573" sldId="2147480643"/>
        </pc:sldMkLst>
        <pc:spChg chg="mod">
          <ac:chgData name="Naitik Mewada" userId="e70828b3-c1e7-4a84-88ce-319477296960" providerId="ADAL" clId="{F53FF222-B51D-4AA3-ADF9-48DF63D56AC1}" dt="2025-12-09T11:15:56.187" v="5740"/>
          <ac:spMkLst>
            <pc:docMk/>
            <pc:sldMk cId="4122459573" sldId="2147480643"/>
            <ac:spMk id="6" creationId="{92AF6A92-4B2C-34BC-36F4-72B470B81C31}"/>
          </ac:spMkLst>
        </pc:spChg>
        <pc:grpChg chg="add mod">
          <ac:chgData name="Naitik Mewada" userId="e70828b3-c1e7-4a84-88ce-319477296960" providerId="ADAL" clId="{F53FF222-B51D-4AA3-ADF9-48DF63D56AC1}" dt="2025-12-09T11:15:56.187" v="5740"/>
          <ac:grpSpMkLst>
            <pc:docMk/>
            <pc:sldMk cId="4122459573" sldId="2147480643"/>
            <ac:grpSpMk id="5" creationId="{ED47578A-0644-B252-3BA4-CB5146038FF2}"/>
          </ac:grpSpMkLst>
        </pc:grpChg>
        <pc:graphicFrameChg chg="mod">
          <ac:chgData name="Naitik Mewada" userId="e70828b3-c1e7-4a84-88ce-319477296960" providerId="ADAL" clId="{F53FF222-B51D-4AA3-ADF9-48DF63D56AC1}" dt="2025-12-09T11:16:03.978" v="5747" actId="1035"/>
          <ac:graphicFrameMkLst>
            <pc:docMk/>
            <pc:sldMk cId="4122459573" sldId="2147480643"/>
            <ac:graphicFrameMk id="17" creationId="{77DEDE1F-3618-542E-C0F7-AF3A6D1B74A5}"/>
          </ac:graphicFrameMkLst>
        </pc:graphicFrameChg>
        <pc:cxnChg chg="mod">
          <ac:chgData name="Naitik Mewada" userId="e70828b3-c1e7-4a84-88ce-319477296960" providerId="ADAL" clId="{F53FF222-B51D-4AA3-ADF9-48DF63D56AC1}" dt="2025-12-09T11:15:56.187" v="5740"/>
          <ac:cxnSpMkLst>
            <pc:docMk/>
            <pc:sldMk cId="4122459573" sldId="2147480643"/>
            <ac:cxnSpMk id="12" creationId="{229F4CD2-DFE3-979A-23E8-0C3D2EFE4526}"/>
          </ac:cxnSpMkLst>
        </pc:cxnChg>
      </pc:sldChg>
      <pc:sldChg chg="addSp modSp add mod ord">
        <pc:chgData name="Naitik Mewada" userId="e70828b3-c1e7-4a84-88ce-319477296960" providerId="ADAL" clId="{F53FF222-B51D-4AA3-ADF9-48DF63D56AC1}" dt="2025-12-08T09:56:50.731" v="1020" actId="207"/>
        <pc:sldMkLst>
          <pc:docMk/>
          <pc:sldMk cId="2306007515" sldId="2147480759"/>
        </pc:sldMkLst>
        <pc:spChg chg="mod">
          <ac:chgData name="Naitik Mewada" userId="e70828b3-c1e7-4a84-88ce-319477296960" providerId="ADAL" clId="{F53FF222-B51D-4AA3-ADF9-48DF63D56AC1}" dt="2025-12-08T09:13:25.659" v="88" actId="20577"/>
          <ac:spMkLst>
            <pc:docMk/>
            <pc:sldMk cId="2306007515" sldId="2147480759"/>
            <ac:spMk id="2" creationId="{266FEFD7-F7DD-40AD-54A1-559A3A9F33FC}"/>
          </ac:spMkLst>
        </pc:spChg>
        <pc:spChg chg="mod">
          <ac:chgData name="Naitik Mewada" userId="e70828b3-c1e7-4a84-88ce-319477296960" providerId="ADAL" clId="{F53FF222-B51D-4AA3-ADF9-48DF63D56AC1}" dt="2025-12-08T09:31:53.133" v="537" actId="20577"/>
          <ac:spMkLst>
            <pc:docMk/>
            <pc:sldMk cId="2306007515" sldId="2147480759"/>
            <ac:spMk id="4" creationId="{02CB5322-DC89-6535-BA7E-A12D797147CA}"/>
          </ac:spMkLst>
        </pc:spChg>
        <pc:spChg chg="add mod">
          <ac:chgData name="Naitik Mewada" userId="e70828b3-c1e7-4a84-88ce-319477296960" providerId="ADAL" clId="{F53FF222-B51D-4AA3-ADF9-48DF63D56AC1}" dt="2025-12-08T09:12:08.412" v="21" actId="14100"/>
          <ac:spMkLst>
            <pc:docMk/>
            <pc:sldMk cId="2306007515" sldId="2147480759"/>
            <ac:spMk id="5" creationId="{B3CB0B4A-D9BB-4A80-4A90-129206C05CD4}"/>
          </ac:spMkLst>
        </pc:spChg>
        <pc:graphicFrameChg chg="mod modGraphic">
          <ac:chgData name="Naitik Mewada" userId="e70828b3-c1e7-4a84-88ce-319477296960" providerId="ADAL" clId="{F53FF222-B51D-4AA3-ADF9-48DF63D56AC1}" dt="2025-12-08T09:56:50.731" v="1020" actId="207"/>
          <ac:graphicFrameMkLst>
            <pc:docMk/>
            <pc:sldMk cId="2306007515" sldId="2147480759"/>
            <ac:graphicFrameMk id="3" creationId="{F83925EC-ED99-97F8-936B-56D651DB0814}"/>
          </ac:graphicFrameMkLst>
        </pc:graphicFrameChg>
      </pc:sldChg>
      <pc:sldChg chg="modSp add mod ord">
        <pc:chgData name="Naitik Mewada" userId="e70828b3-c1e7-4a84-88ce-319477296960" providerId="ADAL" clId="{F53FF222-B51D-4AA3-ADF9-48DF63D56AC1}" dt="2025-12-08T10:03:30.174" v="1056" actId="20577"/>
        <pc:sldMkLst>
          <pc:docMk/>
          <pc:sldMk cId="1403112984" sldId="2147480760"/>
        </pc:sldMkLst>
        <pc:spChg chg="mod">
          <ac:chgData name="Naitik Mewada" userId="e70828b3-c1e7-4a84-88ce-319477296960" providerId="ADAL" clId="{F53FF222-B51D-4AA3-ADF9-48DF63D56AC1}" dt="2025-12-08T09:40:38.698" v="677" actId="20577"/>
          <ac:spMkLst>
            <pc:docMk/>
            <pc:sldMk cId="1403112984" sldId="2147480760"/>
            <ac:spMk id="3" creationId="{852E3F5B-9E4D-51F8-F096-E0B4C8F1D434}"/>
          </ac:spMkLst>
        </pc:spChg>
        <pc:spChg chg="mod">
          <ac:chgData name="Naitik Mewada" userId="e70828b3-c1e7-4a84-88ce-319477296960" providerId="ADAL" clId="{F53FF222-B51D-4AA3-ADF9-48DF63D56AC1}" dt="2025-12-08T10:03:30.174" v="1056" actId="20577"/>
          <ac:spMkLst>
            <pc:docMk/>
            <pc:sldMk cId="1403112984" sldId="2147480760"/>
            <ac:spMk id="27" creationId="{4D1D4E79-7F99-FB80-256F-484F12C4E217}"/>
          </ac:spMkLst>
        </pc:spChg>
        <pc:graphicFrameChg chg="modGraphic">
          <ac:chgData name="Naitik Mewada" userId="e70828b3-c1e7-4a84-88ce-319477296960" providerId="ADAL" clId="{F53FF222-B51D-4AA3-ADF9-48DF63D56AC1}" dt="2025-12-08T09:58:17.867" v="1048" actId="20577"/>
          <ac:graphicFrameMkLst>
            <pc:docMk/>
            <pc:sldMk cId="1403112984" sldId="2147480760"/>
            <ac:graphicFrameMk id="23" creationId="{BC5E4490-4E1B-3652-D9BD-7582430F619E}"/>
          </ac:graphicFrameMkLst>
        </pc:graphicFrameChg>
        <pc:picChg chg="mod">
          <ac:chgData name="Naitik Mewada" userId="e70828b3-c1e7-4a84-88ce-319477296960" providerId="ADAL" clId="{F53FF222-B51D-4AA3-ADF9-48DF63D56AC1}" dt="2025-12-08T10:02:56.076" v="1050" actId="14826"/>
          <ac:picMkLst>
            <pc:docMk/>
            <pc:sldMk cId="1403112984" sldId="2147480760"/>
            <ac:picMk id="12" creationId="{3D6F123D-FEB6-FE17-81C0-145A75ACDC4B}"/>
          </ac:picMkLst>
        </pc:picChg>
      </pc:sldChg>
      <pc:sldChg chg="addSp modSp mod">
        <pc:chgData name="Naitik Mewada" userId="e70828b3-c1e7-4a84-88ce-319477296960" providerId="ADAL" clId="{F53FF222-B51D-4AA3-ADF9-48DF63D56AC1}" dt="2025-12-09T07:16:06.195" v="1456" actId="2711"/>
        <pc:sldMkLst>
          <pc:docMk/>
          <pc:sldMk cId="2804689967" sldId="2147480824"/>
        </pc:sldMkLst>
        <pc:spChg chg="add mod">
          <ac:chgData name="Naitik Mewada" userId="e70828b3-c1e7-4a84-88ce-319477296960" providerId="ADAL" clId="{F53FF222-B51D-4AA3-ADF9-48DF63D56AC1}" dt="2025-12-09T07:15:05.578" v="1453" actId="20577"/>
          <ac:spMkLst>
            <pc:docMk/>
            <pc:sldMk cId="2804689967" sldId="2147480824"/>
            <ac:spMk id="4" creationId="{86191476-DCF6-2AFE-05ED-B839EF1FC1DF}"/>
          </ac:spMkLst>
        </pc:spChg>
        <pc:spChg chg="mod">
          <ac:chgData name="Naitik Mewada" userId="e70828b3-c1e7-4a84-88ce-319477296960" providerId="ADAL" clId="{F53FF222-B51D-4AA3-ADF9-48DF63D56AC1}" dt="2025-12-09T07:16:06.195" v="1456" actId="2711"/>
          <ac:spMkLst>
            <pc:docMk/>
            <pc:sldMk cId="2804689967" sldId="2147480824"/>
            <ac:spMk id="16" creationId="{23982C3B-D2BE-7635-3897-83745EC04F9E}"/>
          </ac:spMkLst>
        </pc:spChg>
        <pc:graphicFrameChg chg="mod modGraphic">
          <ac:chgData name="Naitik Mewada" userId="e70828b3-c1e7-4a84-88ce-319477296960" providerId="ADAL" clId="{F53FF222-B51D-4AA3-ADF9-48DF63D56AC1}" dt="2025-12-09T07:14:31.162" v="1395" actId="14100"/>
          <ac:graphicFrameMkLst>
            <pc:docMk/>
            <pc:sldMk cId="2804689967" sldId="2147480824"/>
            <ac:graphicFrameMk id="3" creationId="{B6197510-ABF3-1B36-01A7-63120629BA63}"/>
          </ac:graphicFrameMkLst>
        </pc:graphicFrameChg>
      </pc:sldChg>
      <pc:sldChg chg="addSp modSp mod">
        <pc:chgData name="Naitik Mewada" userId="e70828b3-c1e7-4a84-88ce-319477296960" providerId="ADAL" clId="{F53FF222-B51D-4AA3-ADF9-48DF63D56AC1}" dt="2025-12-09T07:20:44.388" v="1509" actId="20577"/>
        <pc:sldMkLst>
          <pc:docMk/>
          <pc:sldMk cId="3692704598" sldId="2147480825"/>
        </pc:sldMkLst>
        <pc:spChg chg="add mod">
          <ac:chgData name="Naitik Mewada" userId="e70828b3-c1e7-4a84-88ce-319477296960" providerId="ADAL" clId="{F53FF222-B51D-4AA3-ADF9-48DF63D56AC1}" dt="2025-12-09T07:20:44.388" v="1509" actId="20577"/>
          <ac:spMkLst>
            <pc:docMk/>
            <pc:sldMk cId="3692704598" sldId="2147480825"/>
            <ac:spMk id="4" creationId="{76E4DAD0-36B6-BEBD-8B12-42998241193D}"/>
          </ac:spMkLst>
        </pc:spChg>
        <pc:graphicFrameChg chg="mod modGraphic">
          <ac:chgData name="Naitik Mewada" userId="e70828b3-c1e7-4a84-88ce-319477296960" providerId="ADAL" clId="{F53FF222-B51D-4AA3-ADF9-48DF63D56AC1}" dt="2025-12-09T07:20:14.319" v="1483" actId="20577"/>
          <ac:graphicFrameMkLst>
            <pc:docMk/>
            <pc:sldMk cId="3692704598" sldId="2147480825"/>
            <ac:graphicFrameMk id="3" creationId="{4B055961-F335-02DD-D292-AECECCEB84C4}"/>
          </ac:graphicFrameMkLst>
        </pc:graphicFrameChg>
      </pc:sldChg>
      <pc:sldChg chg="addSp modSp mod">
        <pc:chgData name="Naitik Mewada" userId="e70828b3-c1e7-4a84-88ce-319477296960" providerId="ADAL" clId="{F53FF222-B51D-4AA3-ADF9-48DF63D56AC1}" dt="2025-12-09T10:47:13.455" v="4992"/>
        <pc:sldMkLst>
          <pc:docMk/>
          <pc:sldMk cId="3413316928" sldId="2147480826"/>
        </pc:sldMkLst>
        <pc:spChg chg="add mod">
          <ac:chgData name="Naitik Mewada" userId="e70828b3-c1e7-4a84-88ce-319477296960" providerId="ADAL" clId="{F53FF222-B51D-4AA3-ADF9-48DF63D56AC1}" dt="2025-12-09T10:47:13.455" v="4992"/>
          <ac:spMkLst>
            <pc:docMk/>
            <pc:sldMk cId="3413316928" sldId="2147480826"/>
            <ac:spMk id="4" creationId="{583A4ECA-7D51-1F78-C60A-1778CEC2A06D}"/>
          </ac:spMkLst>
        </pc:spChg>
        <pc:spChg chg="mod">
          <ac:chgData name="Naitik Mewada" userId="e70828b3-c1e7-4a84-88ce-319477296960" providerId="ADAL" clId="{F53FF222-B51D-4AA3-ADF9-48DF63D56AC1}" dt="2025-12-09T07:25:50.231" v="1556" actId="2711"/>
          <ac:spMkLst>
            <pc:docMk/>
            <pc:sldMk cId="3413316928" sldId="2147480826"/>
            <ac:spMk id="16" creationId="{7B17B57E-84EA-65BC-7D48-60A13AAE723B}"/>
          </ac:spMkLst>
        </pc:spChg>
        <pc:graphicFrameChg chg="mod modGraphic">
          <ac:chgData name="Naitik Mewada" userId="e70828b3-c1e7-4a84-88ce-319477296960" providerId="ADAL" clId="{F53FF222-B51D-4AA3-ADF9-48DF63D56AC1}" dt="2025-12-09T07:28:21.662" v="1735" actId="2165"/>
          <ac:graphicFrameMkLst>
            <pc:docMk/>
            <pc:sldMk cId="3413316928" sldId="2147480826"/>
            <ac:graphicFrameMk id="3" creationId="{8F06FA50-939D-3CB2-7C0C-B631208D444C}"/>
          </ac:graphicFrameMkLst>
        </pc:graphicFrameChg>
      </pc:sldChg>
      <pc:sldChg chg="addSp delSp modSp mod">
        <pc:chgData name="Naitik Mewada" userId="e70828b3-c1e7-4a84-88ce-319477296960" providerId="ADAL" clId="{F53FF222-B51D-4AA3-ADF9-48DF63D56AC1}" dt="2025-12-09T11:52:52.717" v="6554"/>
        <pc:sldMkLst>
          <pc:docMk/>
          <pc:sldMk cId="3480515118" sldId="2147480827"/>
        </pc:sldMkLst>
        <pc:spChg chg="mod">
          <ac:chgData name="Naitik Mewada" userId="e70828b3-c1e7-4a84-88ce-319477296960" providerId="ADAL" clId="{F53FF222-B51D-4AA3-ADF9-48DF63D56AC1}" dt="2025-12-09T10:51:29.702" v="5060" actId="1076"/>
          <ac:spMkLst>
            <pc:docMk/>
            <pc:sldMk cId="3480515118" sldId="2147480827"/>
            <ac:spMk id="2" creationId="{23ADE012-7DEC-AA40-FA00-1AE36E01BB11}"/>
          </ac:spMkLst>
        </pc:spChg>
        <pc:spChg chg="del mod">
          <ac:chgData name="Naitik Mewada" userId="e70828b3-c1e7-4a84-88ce-319477296960" providerId="ADAL" clId="{F53FF222-B51D-4AA3-ADF9-48DF63D56AC1}" dt="2025-12-09T09:35:11.953" v="3999" actId="478"/>
          <ac:spMkLst>
            <pc:docMk/>
            <pc:sldMk cId="3480515118" sldId="2147480827"/>
            <ac:spMk id="5" creationId="{D7092E02-CE3B-B187-56A1-9D1C929C7CD4}"/>
          </ac:spMkLst>
        </pc:spChg>
        <pc:spChg chg="del mod">
          <ac:chgData name="Naitik Mewada" userId="e70828b3-c1e7-4a84-88ce-319477296960" providerId="ADAL" clId="{F53FF222-B51D-4AA3-ADF9-48DF63D56AC1}" dt="2025-12-09T09:21:57.429" v="3689" actId="478"/>
          <ac:spMkLst>
            <pc:docMk/>
            <pc:sldMk cId="3480515118" sldId="2147480827"/>
            <ac:spMk id="7" creationId="{1DE2113C-0105-3662-95E3-2398F20F660D}"/>
          </ac:spMkLst>
        </pc:spChg>
        <pc:spChg chg="del">
          <ac:chgData name="Naitik Mewada" userId="e70828b3-c1e7-4a84-88ce-319477296960" providerId="ADAL" clId="{F53FF222-B51D-4AA3-ADF9-48DF63D56AC1}" dt="2025-12-09T10:51:36.893" v="5062" actId="478"/>
          <ac:spMkLst>
            <pc:docMk/>
            <pc:sldMk cId="3480515118" sldId="2147480827"/>
            <ac:spMk id="9" creationId="{3F73F056-CB11-A295-3285-FB7FC979DC80}"/>
          </ac:spMkLst>
        </pc:spChg>
        <pc:spChg chg="del mod">
          <ac:chgData name="Naitik Mewada" userId="e70828b3-c1e7-4a84-88ce-319477296960" providerId="ADAL" clId="{F53FF222-B51D-4AA3-ADF9-48DF63D56AC1}" dt="2025-12-09T10:20:40.953" v="4127" actId="478"/>
          <ac:spMkLst>
            <pc:docMk/>
            <pc:sldMk cId="3480515118" sldId="2147480827"/>
            <ac:spMk id="10" creationId="{9245A8DB-E202-611E-B1D0-98E520B445DF}"/>
          </ac:spMkLst>
        </pc:spChg>
        <pc:spChg chg="mod">
          <ac:chgData name="Naitik Mewada" userId="e70828b3-c1e7-4a84-88ce-319477296960" providerId="ADAL" clId="{F53FF222-B51D-4AA3-ADF9-48DF63D56AC1}" dt="2025-12-09T10:51:27.340" v="5059" actId="207"/>
          <ac:spMkLst>
            <pc:docMk/>
            <pc:sldMk cId="3480515118" sldId="2147480827"/>
            <ac:spMk id="14" creationId="{52BBCCB0-30E6-072D-7740-4EC96EC9A4E7}"/>
          </ac:spMkLst>
        </pc:spChg>
        <pc:spChg chg="mod">
          <ac:chgData name="Naitik Mewada" userId="e70828b3-c1e7-4a84-88ce-319477296960" providerId="ADAL" clId="{F53FF222-B51D-4AA3-ADF9-48DF63D56AC1}" dt="2025-12-09T10:20:37.464" v="4126" actId="20577"/>
          <ac:spMkLst>
            <pc:docMk/>
            <pc:sldMk cId="3480515118" sldId="2147480827"/>
            <ac:spMk id="15" creationId="{83D38F5E-F5DE-5F79-B282-9152A25B5E78}"/>
          </ac:spMkLst>
        </pc:spChg>
        <pc:spChg chg="mod">
          <ac:chgData name="Naitik Mewada" userId="e70828b3-c1e7-4a84-88ce-319477296960" providerId="ADAL" clId="{F53FF222-B51D-4AA3-ADF9-48DF63D56AC1}" dt="2025-12-09T07:29:17.070" v="1737" actId="2711"/>
          <ac:spMkLst>
            <pc:docMk/>
            <pc:sldMk cId="3480515118" sldId="2147480827"/>
            <ac:spMk id="16" creationId="{A6838AEF-1D1E-E4BD-720E-69915ACD1DEF}"/>
          </ac:spMkLst>
        </pc:spChg>
        <pc:spChg chg="del mod">
          <ac:chgData name="Naitik Mewada" userId="e70828b3-c1e7-4a84-88ce-319477296960" providerId="ADAL" clId="{F53FF222-B51D-4AA3-ADF9-48DF63D56AC1}" dt="2025-12-09T09:34:26.718" v="3979" actId="478"/>
          <ac:spMkLst>
            <pc:docMk/>
            <pc:sldMk cId="3480515118" sldId="2147480827"/>
            <ac:spMk id="17" creationId="{324F60E9-EF4D-4398-C9C2-7AD427826137}"/>
          </ac:spMkLst>
        </pc:spChg>
        <pc:spChg chg="del">
          <ac:chgData name="Naitik Mewada" userId="e70828b3-c1e7-4a84-88ce-319477296960" providerId="ADAL" clId="{F53FF222-B51D-4AA3-ADF9-48DF63D56AC1}" dt="2025-12-09T09:34:27.522" v="3980" actId="478"/>
          <ac:spMkLst>
            <pc:docMk/>
            <pc:sldMk cId="3480515118" sldId="2147480827"/>
            <ac:spMk id="18" creationId="{ABCBE4F2-A2D4-4D4F-AEA2-7C3EBD8DB0FD}"/>
          </ac:spMkLst>
        </pc:spChg>
        <pc:spChg chg="add mod">
          <ac:chgData name="Naitik Mewada" userId="e70828b3-c1e7-4a84-88ce-319477296960" providerId="ADAL" clId="{F53FF222-B51D-4AA3-ADF9-48DF63D56AC1}" dt="2025-12-09T11:52:52.717" v="6554"/>
          <ac:spMkLst>
            <pc:docMk/>
            <pc:sldMk cId="3480515118" sldId="2147480827"/>
            <ac:spMk id="22" creationId="{20638E06-3E6A-2356-EE3C-F0EDA17E5F16}"/>
          </ac:spMkLst>
        </pc:spChg>
        <pc:spChg chg="del mod">
          <ac:chgData name="Naitik Mewada" userId="e70828b3-c1e7-4a84-88ce-319477296960" providerId="ADAL" clId="{F53FF222-B51D-4AA3-ADF9-48DF63D56AC1}" dt="2025-12-09T11:52:52.397" v="6553" actId="478"/>
          <ac:spMkLst>
            <pc:docMk/>
            <pc:sldMk cId="3480515118" sldId="2147480827"/>
            <ac:spMk id="24" creationId="{97BAA4A9-7C85-3181-1E94-2AFFB1C32410}"/>
          </ac:spMkLst>
        </pc:spChg>
        <pc:graphicFrameChg chg="mod modGraphic">
          <ac:chgData name="Naitik Mewada" userId="e70828b3-c1e7-4a84-88ce-319477296960" providerId="ADAL" clId="{F53FF222-B51D-4AA3-ADF9-48DF63D56AC1}" dt="2025-12-09T09:23:31.768" v="3743" actId="20577"/>
          <ac:graphicFrameMkLst>
            <pc:docMk/>
            <pc:sldMk cId="3480515118" sldId="2147480827"/>
            <ac:graphicFrameMk id="3" creationId="{A785F0EB-93CB-D401-501F-4D1213D4E570}"/>
          </ac:graphicFrameMkLst>
        </pc:graphicFrameChg>
        <pc:graphicFrameChg chg="add mod modGraphic">
          <ac:chgData name="Naitik Mewada" userId="e70828b3-c1e7-4a84-88ce-319477296960" providerId="ADAL" clId="{F53FF222-B51D-4AA3-ADF9-48DF63D56AC1}" dt="2025-12-09T10:27:24.454" v="4627" actId="313"/>
          <ac:graphicFrameMkLst>
            <pc:docMk/>
            <pc:sldMk cId="3480515118" sldId="2147480827"/>
            <ac:graphicFrameMk id="4" creationId="{E6E8D78A-84C2-89F9-4CDE-62B4AA4F4505}"/>
          </ac:graphicFrameMkLst>
        </pc:graphicFrameChg>
        <pc:picChg chg="add mod">
          <ac:chgData name="Naitik Mewada" userId="e70828b3-c1e7-4a84-88ce-319477296960" providerId="ADAL" clId="{F53FF222-B51D-4AA3-ADF9-48DF63D56AC1}" dt="2025-12-09T10:51:34.910" v="5061"/>
          <ac:picMkLst>
            <pc:docMk/>
            <pc:sldMk cId="3480515118" sldId="2147480827"/>
            <ac:picMk id="19" creationId="{BE79A9D2-97FD-C81F-7946-C57ECA5F52F6}"/>
          </ac:picMkLst>
        </pc:picChg>
        <pc:picChg chg="add mod">
          <ac:chgData name="Naitik Mewada" userId="e70828b3-c1e7-4a84-88ce-319477296960" providerId="ADAL" clId="{F53FF222-B51D-4AA3-ADF9-48DF63D56AC1}" dt="2025-12-09T10:51:51.342" v="5063" actId="14826"/>
          <ac:picMkLst>
            <pc:docMk/>
            <pc:sldMk cId="3480515118" sldId="2147480827"/>
            <ac:picMk id="20" creationId="{FDC34F5C-6E83-8949-6CF3-1246FF36C1FD}"/>
          </ac:picMkLst>
        </pc:picChg>
      </pc:sldChg>
      <pc:sldChg chg="addSp delSp modSp mod">
        <pc:chgData name="Naitik Mewada" userId="e70828b3-c1e7-4a84-88ce-319477296960" providerId="ADAL" clId="{F53FF222-B51D-4AA3-ADF9-48DF63D56AC1}" dt="2025-12-09T11:52:39.650" v="6552" actId="1036"/>
        <pc:sldMkLst>
          <pc:docMk/>
          <pc:sldMk cId="2379204720" sldId="2147480828"/>
        </pc:sldMkLst>
        <pc:spChg chg="del">
          <ac:chgData name="Naitik Mewada" userId="e70828b3-c1e7-4a84-88ce-319477296960" providerId="ADAL" clId="{F53FF222-B51D-4AA3-ADF9-48DF63D56AC1}" dt="2025-12-09T09:10:54.686" v="3680" actId="478"/>
          <ac:spMkLst>
            <pc:docMk/>
            <pc:sldMk cId="2379204720" sldId="2147480828"/>
            <ac:spMk id="2" creationId="{72875877-DC6E-B98E-294C-2B1B56EAF7F3}"/>
          </ac:spMkLst>
        </pc:spChg>
        <pc:spChg chg="add mod">
          <ac:chgData name="Naitik Mewada" userId="e70828b3-c1e7-4a84-88ce-319477296960" providerId="ADAL" clId="{F53FF222-B51D-4AA3-ADF9-48DF63D56AC1}" dt="2025-12-09T09:37:08.961" v="4095" actId="1076"/>
          <ac:spMkLst>
            <pc:docMk/>
            <pc:sldMk cId="2379204720" sldId="2147480828"/>
            <ac:spMk id="5" creationId="{814C3210-81D6-D6EC-83A6-38C8ECF54E42}"/>
          </ac:spMkLst>
        </pc:spChg>
        <pc:spChg chg="del">
          <ac:chgData name="Naitik Mewada" userId="e70828b3-c1e7-4a84-88ce-319477296960" providerId="ADAL" clId="{F53FF222-B51D-4AA3-ADF9-48DF63D56AC1}" dt="2025-12-09T09:37:10.628" v="4096" actId="478"/>
          <ac:spMkLst>
            <pc:docMk/>
            <pc:sldMk cId="2379204720" sldId="2147480828"/>
            <ac:spMk id="7" creationId="{D23A8436-EAF4-FE84-DC81-C9CAF193130E}"/>
          </ac:spMkLst>
        </pc:spChg>
        <pc:spChg chg="del">
          <ac:chgData name="Naitik Mewada" userId="e70828b3-c1e7-4a84-88ce-319477296960" providerId="ADAL" clId="{F53FF222-B51D-4AA3-ADF9-48DF63D56AC1}" dt="2025-12-09T09:35:28.356" v="4000" actId="478"/>
          <ac:spMkLst>
            <pc:docMk/>
            <pc:sldMk cId="2379204720" sldId="2147480828"/>
            <ac:spMk id="9" creationId="{9562C6A7-0B38-B0A9-B1F6-353D3D69AFDF}"/>
          </ac:spMkLst>
        </pc:spChg>
        <pc:spChg chg="del mod">
          <ac:chgData name="Naitik Mewada" userId="e70828b3-c1e7-4a84-88ce-319477296960" providerId="ADAL" clId="{F53FF222-B51D-4AA3-ADF9-48DF63D56AC1}" dt="2025-12-09T09:36:08.226" v="4037" actId="478"/>
          <ac:spMkLst>
            <pc:docMk/>
            <pc:sldMk cId="2379204720" sldId="2147480828"/>
            <ac:spMk id="10" creationId="{D81E1919-3002-B13A-933A-EAC819908B82}"/>
          </ac:spMkLst>
        </pc:spChg>
        <pc:spChg chg="del">
          <ac:chgData name="Naitik Mewada" userId="e70828b3-c1e7-4a84-88ce-319477296960" providerId="ADAL" clId="{F53FF222-B51D-4AA3-ADF9-48DF63D56AC1}" dt="2025-12-09T09:36:47.327" v="4091" actId="478"/>
          <ac:spMkLst>
            <pc:docMk/>
            <pc:sldMk cId="2379204720" sldId="2147480828"/>
            <ac:spMk id="14" creationId="{8A8DF807-6AB6-90B2-7CE4-3B64D123D876}"/>
          </ac:spMkLst>
        </pc:spChg>
        <pc:spChg chg="mod">
          <ac:chgData name="Naitik Mewada" userId="e70828b3-c1e7-4a84-88ce-319477296960" providerId="ADAL" clId="{F53FF222-B51D-4AA3-ADF9-48DF63D56AC1}" dt="2025-12-09T08:56:11.144" v="3031" actId="20577"/>
          <ac:spMkLst>
            <pc:docMk/>
            <pc:sldMk cId="2379204720" sldId="2147480828"/>
            <ac:spMk id="15" creationId="{EF33AB85-9CF3-B7FF-900D-EE6243CBF62A}"/>
          </ac:spMkLst>
        </pc:spChg>
        <pc:spChg chg="mod">
          <ac:chgData name="Naitik Mewada" userId="e70828b3-c1e7-4a84-88ce-319477296960" providerId="ADAL" clId="{F53FF222-B51D-4AA3-ADF9-48DF63D56AC1}" dt="2025-12-09T08:45:00.348" v="2724" actId="2711"/>
          <ac:spMkLst>
            <pc:docMk/>
            <pc:sldMk cId="2379204720" sldId="2147480828"/>
            <ac:spMk id="16" creationId="{AEB25DB4-62E1-ED22-F905-088090363C68}"/>
          </ac:spMkLst>
        </pc:spChg>
        <pc:spChg chg="add del">
          <ac:chgData name="Naitik Mewada" userId="e70828b3-c1e7-4a84-88ce-319477296960" providerId="ADAL" clId="{F53FF222-B51D-4AA3-ADF9-48DF63D56AC1}" dt="2025-12-09T09:36:59.028" v="4093" actId="22"/>
          <ac:spMkLst>
            <pc:docMk/>
            <pc:sldMk cId="2379204720" sldId="2147480828"/>
            <ac:spMk id="18" creationId="{DBBE0EE1-FC7D-6672-A5CA-C1444F402F25}"/>
          </ac:spMkLst>
        </pc:spChg>
        <pc:spChg chg="mod">
          <ac:chgData name="Naitik Mewada" userId="e70828b3-c1e7-4a84-88ce-319477296960" providerId="ADAL" clId="{F53FF222-B51D-4AA3-ADF9-48DF63D56AC1}" dt="2025-12-09T11:52:39.650" v="6552" actId="1036"/>
          <ac:spMkLst>
            <pc:docMk/>
            <pc:sldMk cId="2379204720" sldId="2147480828"/>
            <ac:spMk id="24" creationId="{D87E43F8-2F67-3C36-7045-D4BE824DB03F}"/>
          </ac:spMkLst>
        </pc:spChg>
        <pc:graphicFrameChg chg="mod modGraphic">
          <ac:chgData name="Naitik Mewada" userId="e70828b3-c1e7-4a84-88ce-319477296960" providerId="ADAL" clId="{F53FF222-B51D-4AA3-ADF9-48DF63D56AC1}" dt="2025-12-09T09:35:33.654" v="4017" actId="20577"/>
          <ac:graphicFrameMkLst>
            <pc:docMk/>
            <pc:sldMk cId="2379204720" sldId="2147480828"/>
            <ac:graphicFrameMk id="3" creationId="{75EBBE40-17E8-E047-ACCA-AEA19B55F87C}"/>
          </ac:graphicFrameMkLst>
        </pc:graphicFrameChg>
        <pc:graphicFrameChg chg="add mod modGraphic">
          <ac:chgData name="Naitik Mewada" userId="e70828b3-c1e7-4a84-88ce-319477296960" providerId="ADAL" clId="{F53FF222-B51D-4AA3-ADF9-48DF63D56AC1}" dt="2025-12-09T09:10:48.844" v="3679" actId="14100"/>
          <ac:graphicFrameMkLst>
            <pc:docMk/>
            <pc:sldMk cId="2379204720" sldId="2147480828"/>
            <ac:graphicFrameMk id="4" creationId="{5D1EB4EC-16B1-B820-F666-048B1CD1B4C0}"/>
          </ac:graphicFrameMkLst>
        </pc:graphicFrameChg>
        <pc:picChg chg="add mod">
          <ac:chgData name="Naitik Mewada" userId="e70828b3-c1e7-4a84-88ce-319477296960" providerId="ADAL" clId="{F53FF222-B51D-4AA3-ADF9-48DF63D56AC1}" dt="2025-12-09T09:37:25.081" v="4097" actId="14826"/>
          <ac:picMkLst>
            <pc:docMk/>
            <pc:sldMk cId="2379204720" sldId="2147480828"/>
            <ac:picMk id="19" creationId="{C0F49FFB-2161-AE69-155F-8E3799D48A7B}"/>
          </ac:picMkLst>
        </pc:picChg>
        <pc:picChg chg="add mod">
          <ac:chgData name="Naitik Mewada" userId="e70828b3-c1e7-4a84-88ce-319477296960" providerId="ADAL" clId="{F53FF222-B51D-4AA3-ADF9-48DF63D56AC1}" dt="2025-12-09T09:37:45.521" v="4098" actId="14826"/>
          <ac:picMkLst>
            <pc:docMk/>
            <pc:sldMk cId="2379204720" sldId="2147480828"/>
            <ac:picMk id="20" creationId="{6872C9AA-B224-C36E-6D76-EAD1494420AA}"/>
          </ac:picMkLst>
        </pc:picChg>
      </pc:sldChg>
      <pc:sldChg chg="addSp delSp modSp mod">
        <pc:chgData name="Naitik Mewada" userId="e70828b3-c1e7-4a84-88ce-319477296960" providerId="ADAL" clId="{F53FF222-B51D-4AA3-ADF9-48DF63D56AC1}" dt="2025-12-09T11:52:26.179" v="6523"/>
        <pc:sldMkLst>
          <pc:docMk/>
          <pc:sldMk cId="3862287111" sldId="2147480829"/>
        </pc:sldMkLst>
        <pc:spChg chg="del mod">
          <ac:chgData name="Naitik Mewada" userId="e70828b3-c1e7-4a84-88ce-319477296960" providerId="ADAL" clId="{F53FF222-B51D-4AA3-ADF9-48DF63D56AC1}" dt="2025-12-09T10:52:13.345" v="5066" actId="478"/>
          <ac:spMkLst>
            <pc:docMk/>
            <pc:sldMk cId="3862287111" sldId="2147480829"/>
            <ac:spMk id="2" creationId="{39C2C750-B340-9788-DF52-1CE0843D9DC1}"/>
          </ac:spMkLst>
        </pc:spChg>
        <pc:spChg chg="add del mod">
          <ac:chgData name="Naitik Mewada" userId="e70828b3-c1e7-4a84-88ce-319477296960" providerId="ADAL" clId="{F53FF222-B51D-4AA3-ADF9-48DF63D56AC1}" dt="2025-12-09T10:52:12.257" v="5065" actId="478"/>
          <ac:spMkLst>
            <pc:docMk/>
            <pc:sldMk cId="3862287111" sldId="2147480829"/>
            <ac:spMk id="9" creationId="{3C4EFAC6-CE39-2160-8298-AC024BB8AB33}"/>
          </ac:spMkLst>
        </pc:spChg>
        <pc:spChg chg="add mod">
          <ac:chgData name="Naitik Mewada" userId="e70828b3-c1e7-4a84-88ce-319477296960" providerId="ADAL" clId="{F53FF222-B51D-4AA3-ADF9-48DF63D56AC1}" dt="2025-12-09T10:52:13.613" v="5067"/>
          <ac:spMkLst>
            <pc:docMk/>
            <pc:sldMk cId="3862287111" sldId="2147480829"/>
            <ac:spMk id="10" creationId="{4BF58874-3304-CBCC-8879-05B923A56E27}"/>
          </ac:spMkLst>
        </pc:spChg>
        <pc:spChg chg="add mod">
          <ac:chgData name="Naitik Mewada" userId="e70828b3-c1e7-4a84-88ce-319477296960" providerId="ADAL" clId="{F53FF222-B51D-4AA3-ADF9-48DF63D56AC1}" dt="2025-12-09T11:52:26.179" v="6523"/>
          <ac:spMkLst>
            <pc:docMk/>
            <pc:sldMk cId="3862287111" sldId="2147480829"/>
            <ac:spMk id="14" creationId="{F9621B94-82F7-6783-8FD1-64E052D43530}"/>
          </ac:spMkLst>
        </pc:spChg>
        <pc:spChg chg="mod">
          <ac:chgData name="Naitik Mewada" userId="e70828b3-c1e7-4a84-88ce-319477296960" providerId="ADAL" clId="{F53FF222-B51D-4AA3-ADF9-48DF63D56AC1}" dt="2025-12-09T10:27:47.796" v="4632" actId="20577"/>
          <ac:spMkLst>
            <pc:docMk/>
            <pc:sldMk cId="3862287111" sldId="2147480829"/>
            <ac:spMk id="15" creationId="{E493F38B-B368-7FCB-32FE-86AEFACFC795}"/>
          </ac:spMkLst>
        </pc:spChg>
        <pc:spChg chg="mod">
          <ac:chgData name="Naitik Mewada" userId="e70828b3-c1e7-4a84-88ce-319477296960" providerId="ADAL" clId="{F53FF222-B51D-4AA3-ADF9-48DF63D56AC1}" dt="2025-12-09T09:19:49.924" v="3684" actId="2711"/>
          <ac:spMkLst>
            <pc:docMk/>
            <pc:sldMk cId="3862287111" sldId="2147480829"/>
            <ac:spMk id="16" creationId="{0AC7DCBB-B8DE-BC08-87D8-E80D4FD17E33}"/>
          </ac:spMkLst>
        </pc:spChg>
        <pc:spChg chg="del">
          <ac:chgData name="Naitik Mewada" userId="e70828b3-c1e7-4a84-88ce-319477296960" providerId="ADAL" clId="{F53FF222-B51D-4AA3-ADF9-48DF63D56AC1}" dt="2025-12-09T11:52:25.636" v="6522" actId="478"/>
          <ac:spMkLst>
            <pc:docMk/>
            <pc:sldMk cId="3862287111" sldId="2147480829"/>
            <ac:spMk id="24" creationId="{0B27BB50-E9FF-7ACF-0C26-A2BD3D04E446}"/>
          </ac:spMkLst>
        </pc:spChg>
        <pc:graphicFrameChg chg="mod modGraphic">
          <ac:chgData name="Naitik Mewada" userId="e70828b3-c1e7-4a84-88ce-319477296960" providerId="ADAL" clId="{F53FF222-B51D-4AA3-ADF9-48DF63D56AC1}" dt="2025-12-09T09:28:43.350" v="3977" actId="20577"/>
          <ac:graphicFrameMkLst>
            <pc:docMk/>
            <pc:sldMk cId="3862287111" sldId="2147480829"/>
            <ac:graphicFrameMk id="3" creationId="{E03E6559-F605-CE04-CAD3-E47378CAF8F8}"/>
          </ac:graphicFrameMkLst>
        </pc:graphicFrameChg>
        <pc:graphicFrameChg chg="add mod modGraphic">
          <ac:chgData name="Naitik Mewada" userId="e70828b3-c1e7-4a84-88ce-319477296960" providerId="ADAL" clId="{F53FF222-B51D-4AA3-ADF9-48DF63D56AC1}" dt="2025-12-09T10:35:58.244" v="4851" actId="14100"/>
          <ac:graphicFrameMkLst>
            <pc:docMk/>
            <pc:sldMk cId="3862287111" sldId="2147480829"/>
            <ac:graphicFrameMk id="4" creationId="{2C6442AF-E1E6-B047-6B83-8B33D4FF9B36}"/>
          </ac:graphicFrameMkLst>
        </pc:graphicFrameChg>
        <pc:picChg chg="add mod">
          <ac:chgData name="Naitik Mewada" userId="e70828b3-c1e7-4a84-88ce-319477296960" providerId="ADAL" clId="{F53FF222-B51D-4AA3-ADF9-48DF63D56AC1}" dt="2025-12-09T10:36:15.659" v="4855"/>
          <ac:picMkLst>
            <pc:docMk/>
            <pc:sldMk cId="3862287111" sldId="2147480829"/>
            <ac:picMk id="5" creationId="{F4746843-5CDB-20FC-6F4A-AEBE64590365}"/>
          </ac:picMkLst>
        </pc:picChg>
        <pc:picChg chg="add mod">
          <ac:chgData name="Naitik Mewada" userId="e70828b3-c1e7-4a84-88ce-319477296960" providerId="ADAL" clId="{F53FF222-B51D-4AA3-ADF9-48DF63D56AC1}" dt="2025-12-09T10:36:24.797" v="4856" actId="14826"/>
          <ac:picMkLst>
            <pc:docMk/>
            <pc:sldMk cId="3862287111" sldId="2147480829"/>
            <ac:picMk id="7" creationId="{CF40DD17-9577-E8D3-06F7-0D6A9A065C84}"/>
          </ac:picMkLst>
        </pc:picChg>
      </pc:sldChg>
      <pc:sldChg chg="addSp delSp modSp mod">
        <pc:chgData name="Naitik Mewada" userId="e70828b3-c1e7-4a84-88ce-319477296960" providerId="ADAL" clId="{F53FF222-B51D-4AA3-ADF9-48DF63D56AC1}" dt="2025-12-09T11:52:12.720" v="6521" actId="1035"/>
        <pc:sldMkLst>
          <pc:docMk/>
          <pc:sldMk cId="2946852026" sldId="2147480830"/>
        </pc:sldMkLst>
        <pc:spChg chg="del mod">
          <ac:chgData name="Naitik Mewada" userId="e70828b3-c1e7-4a84-88ce-319477296960" providerId="ADAL" clId="{F53FF222-B51D-4AA3-ADF9-48DF63D56AC1}" dt="2025-12-09T10:52:18.939" v="5068" actId="478"/>
          <ac:spMkLst>
            <pc:docMk/>
            <pc:sldMk cId="2946852026" sldId="2147480830"/>
            <ac:spMk id="2" creationId="{EC8B1ADA-C40A-803C-EE1D-425951BD649E}"/>
          </ac:spMkLst>
        </pc:spChg>
        <pc:spChg chg="add mod">
          <ac:chgData name="Naitik Mewada" userId="e70828b3-c1e7-4a84-88ce-319477296960" providerId="ADAL" clId="{F53FF222-B51D-4AA3-ADF9-48DF63D56AC1}" dt="2025-12-09T11:02:59.898" v="5248"/>
          <ac:spMkLst>
            <pc:docMk/>
            <pc:sldMk cId="2946852026" sldId="2147480830"/>
            <ac:spMk id="9" creationId="{A95A85B2-9508-77DC-63F1-8AEDB62FFC5F}"/>
          </ac:spMkLst>
        </pc:spChg>
        <pc:spChg chg="mod">
          <ac:chgData name="Naitik Mewada" userId="e70828b3-c1e7-4a84-88ce-319477296960" providerId="ADAL" clId="{F53FF222-B51D-4AA3-ADF9-48DF63D56AC1}" dt="2025-12-09T10:36:07.667" v="4853" actId="2711"/>
          <ac:spMkLst>
            <pc:docMk/>
            <pc:sldMk cId="2946852026" sldId="2147480830"/>
            <ac:spMk id="16" creationId="{CB6FF409-3A9F-E4C4-2927-FAD2D6F3BE67}"/>
          </ac:spMkLst>
        </pc:spChg>
        <pc:spChg chg="mod">
          <ac:chgData name="Naitik Mewada" userId="e70828b3-c1e7-4a84-88ce-319477296960" providerId="ADAL" clId="{F53FF222-B51D-4AA3-ADF9-48DF63D56AC1}" dt="2025-12-09T11:52:12.720" v="6521" actId="1035"/>
          <ac:spMkLst>
            <pc:docMk/>
            <pc:sldMk cId="2946852026" sldId="2147480830"/>
            <ac:spMk id="24" creationId="{7780239A-0179-A8C4-A95B-9CC7C4FA6F0E}"/>
          </ac:spMkLst>
        </pc:spChg>
        <pc:graphicFrameChg chg="mod modGraphic">
          <ac:chgData name="Naitik Mewada" userId="e70828b3-c1e7-4a84-88ce-319477296960" providerId="ADAL" clId="{F53FF222-B51D-4AA3-ADF9-48DF63D56AC1}" dt="2025-12-09T10:46:24.196" v="4989" actId="14100"/>
          <ac:graphicFrameMkLst>
            <pc:docMk/>
            <pc:sldMk cId="2946852026" sldId="2147480830"/>
            <ac:graphicFrameMk id="3" creationId="{63A003B4-0DCE-DAB3-5119-EA1D1B64141E}"/>
          </ac:graphicFrameMkLst>
        </pc:graphicFrameChg>
        <pc:graphicFrameChg chg="add mod modGraphic">
          <ac:chgData name="Naitik Mewada" userId="e70828b3-c1e7-4a84-88ce-319477296960" providerId="ADAL" clId="{F53FF222-B51D-4AA3-ADF9-48DF63D56AC1}" dt="2025-12-09T10:51:10.968" v="5058" actId="14100"/>
          <ac:graphicFrameMkLst>
            <pc:docMk/>
            <pc:sldMk cId="2946852026" sldId="2147480830"/>
            <ac:graphicFrameMk id="7" creationId="{FC70A6D0-9423-0E2F-4E8A-94B1EA04E66E}"/>
          </ac:graphicFrameMkLst>
        </pc:graphicFrameChg>
        <pc:picChg chg="add mod">
          <ac:chgData name="Naitik Mewada" userId="e70828b3-c1e7-4a84-88ce-319477296960" providerId="ADAL" clId="{F53FF222-B51D-4AA3-ADF9-48DF63D56AC1}" dt="2025-12-09T10:36:35.647" v="4859"/>
          <ac:picMkLst>
            <pc:docMk/>
            <pc:sldMk cId="2946852026" sldId="2147480830"/>
            <ac:picMk id="4" creationId="{EE0C0DC7-6F8C-DAB1-0CD4-614973996DF6}"/>
          </ac:picMkLst>
        </pc:picChg>
        <pc:picChg chg="add mod">
          <ac:chgData name="Naitik Mewada" userId="e70828b3-c1e7-4a84-88ce-319477296960" providerId="ADAL" clId="{F53FF222-B51D-4AA3-ADF9-48DF63D56AC1}" dt="2025-12-09T10:46:38.065" v="4991" actId="14826"/>
          <ac:picMkLst>
            <pc:docMk/>
            <pc:sldMk cId="2946852026" sldId="2147480830"/>
            <ac:picMk id="5" creationId="{1E8CCB79-2458-5A4B-DF89-6AB5B08E4AB7}"/>
          </ac:picMkLst>
        </pc:picChg>
      </pc:sldChg>
      <pc:sldChg chg="addSp delSp modSp mod">
        <pc:chgData name="Naitik Mewada" userId="e70828b3-c1e7-4a84-88ce-319477296960" providerId="ADAL" clId="{F53FF222-B51D-4AA3-ADF9-48DF63D56AC1}" dt="2025-12-09T11:51:56.683" v="6472" actId="14100"/>
        <pc:sldMkLst>
          <pc:docMk/>
          <pc:sldMk cId="1368810784" sldId="2147480831"/>
        </pc:sldMkLst>
        <pc:spChg chg="del mod">
          <ac:chgData name="Naitik Mewada" userId="e70828b3-c1e7-4a84-88ce-319477296960" providerId="ADAL" clId="{F53FF222-B51D-4AA3-ADF9-48DF63D56AC1}" dt="2025-12-09T11:03:06.283" v="5249" actId="478"/>
          <ac:spMkLst>
            <pc:docMk/>
            <pc:sldMk cId="1368810784" sldId="2147480831"/>
            <ac:spMk id="2" creationId="{B60A8622-D481-88CE-3D6A-CD9FAC57CA66}"/>
          </ac:spMkLst>
        </pc:spChg>
        <pc:spChg chg="add mod">
          <ac:chgData name="Naitik Mewada" userId="e70828b3-c1e7-4a84-88ce-319477296960" providerId="ADAL" clId="{F53FF222-B51D-4AA3-ADF9-48DF63D56AC1}" dt="2025-12-09T11:03:06.474" v="5250"/>
          <ac:spMkLst>
            <pc:docMk/>
            <pc:sldMk cId="1368810784" sldId="2147480831"/>
            <ac:spMk id="9" creationId="{5B702754-9FC8-6DA6-8720-E586CF7D2A18}"/>
          </ac:spMkLst>
        </pc:spChg>
        <pc:spChg chg="mod">
          <ac:chgData name="Naitik Mewada" userId="e70828b3-c1e7-4a84-88ce-319477296960" providerId="ADAL" clId="{F53FF222-B51D-4AA3-ADF9-48DF63D56AC1}" dt="2025-12-09T11:00:13.249" v="5209" actId="20577"/>
          <ac:spMkLst>
            <pc:docMk/>
            <pc:sldMk cId="1368810784" sldId="2147480831"/>
            <ac:spMk id="15" creationId="{4941782A-6C05-3C4A-60BD-8A24365B6387}"/>
          </ac:spMkLst>
        </pc:spChg>
        <pc:spChg chg="mod">
          <ac:chgData name="Naitik Mewada" userId="e70828b3-c1e7-4a84-88ce-319477296960" providerId="ADAL" clId="{F53FF222-B51D-4AA3-ADF9-48DF63D56AC1}" dt="2025-12-09T10:52:29.301" v="5072" actId="2711"/>
          <ac:spMkLst>
            <pc:docMk/>
            <pc:sldMk cId="1368810784" sldId="2147480831"/>
            <ac:spMk id="16" creationId="{5ECF225A-9980-C3B9-AA7A-31FD69C44B5A}"/>
          </ac:spMkLst>
        </pc:spChg>
        <pc:spChg chg="mod">
          <ac:chgData name="Naitik Mewada" userId="e70828b3-c1e7-4a84-88ce-319477296960" providerId="ADAL" clId="{F53FF222-B51D-4AA3-ADF9-48DF63D56AC1}" dt="2025-12-09T11:51:56.683" v="6472" actId="14100"/>
          <ac:spMkLst>
            <pc:docMk/>
            <pc:sldMk cId="1368810784" sldId="2147480831"/>
            <ac:spMk id="24" creationId="{1D296172-8BE1-169F-09A4-9B267D7CDCCC}"/>
          </ac:spMkLst>
        </pc:spChg>
        <pc:graphicFrameChg chg="mod modGraphic">
          <ac:chgData name="Naitik Mewada" userId="e70828b3-c1e7-4a84-88ce-319477296960" providerId="ADAL" clId="{F53FF222-B51D-4AA3-ADF9-48DF63D56AC1}" dt="2025-12-09T10:57:03.066" v="5185" actId="14100"/>
          <ac:graphicFrameMkLst>
            <pc:docMk/>
            <pc:sldMk cId="1368810784" sldId="2147480831"/>
            <ac:graphicFrameMk id="3" creationId="{24E07F38-124F-D6FB-36C8-B895B39AE0E0}"/>
          </ac:graphicFrameMkLst>
        </pc:graphicFrameChg>
        <pc:graphicFrameChg chg="add mod modGraphic">
          <ac:chgData name="Naitik Mewada" userId="e70828b3-c1e7-4a84-88ce-319477296960" providerId="ADAL" clId="{F53FF222-B51D-4AA3-ADF9-48DF63D56AC1}" dt="2025-12-09T11:02:54.144" v="5247" actId="14100"/>
          <ac:graphicFrameMkLst>
            <pc:docMk/>
            <pc:sldMk cId="1368810784" sldId="2147480831"/>
            <ac:graphicFrameMk id="7" creationId="{F8F7C696-8374-44B8-DC18-D5BB26546C36}"/>
          </ac:graphicFrameMkLst>
        </pc:graphicFrameChg>
        <pc:picChg chg="add mod">
          <ac:chgData name="Naitik Mewada" userId="e70828b3-c1e7-4a84-88ce-319477296960" providerId="ADAL" clId="{F53FF222-B51D-4AA3-ADF9-48DF63D56AC1}" dt="2025-12-09T11:03:21.664" v="5251" actId="14826"/>
          <ac:picMkLst>
            <pc:docMk/>
            <pc:sldMk cId="1368810784" sldId="2147480831"/>
            <ac:picMk id="4" creationId="{E2C55780-37EE-3E8E-617A-9DA7138FDFAB}"/>
          </ac:picMkLst>
        </pc:picChg>
        <pc:picChg chg="add mod">
          <ac:chgData name="Naitik Mewada" userId="e70828b3-c1e7-4a84-88ce-319477296960" providerId="ADAL" clId="{F53FF222-B51D-4AA3-ADF9-48DF63D56AC1}" dt="2025-12-09T10:53:56.674" v="5079" actId="14826"/>
          <ac:picMkLst>
            <pc:docMk/>
            <pc:sldMk cId="1368810784" sldId="2147480831"/>
            <ac:picMk id="5" creationId="{785669EC-2297-A833-C064-EF8CDE182461}"/>
          </ac:picMkLst>
        </pc:picChg>
      </pc:sldChg>
      <pc:sldChg chg="addSp delSp modSp mod">
        <pc:chgData name="Naitik Mewada" userId="e70828b3-c1e7-4a84-88ce-319477296960" providerId="ADAL" clId="{F53FF222-B51D-4AA3-ADF9-48DF63D56AC1}" dt="2025-12-09T11:27:48.537" v="5990" actId="20577"/>
        <pc:sldMkLst>
          <pc:docMk/>
          <pc:sldMk cId="2273344311" sldId="2147480832"/>
        </pc:sldMkLst>
        <pc:spChg chg="del mod">
          <ac:chgData name="Naitik Mewada" userId="e70828b3-c1e7-4a84-88ce-319477296960" providerId="ADAL" clId="{F53FF222-B51D-4AA3-ADF9-48DF63D56AC1}" dt="2025-12-09T11:22:38.667" v="5848" actId="478"/>
          <ac:spMkLst>
            <pc:docMk/>
            <pc:sldMk cId="2273344311" sldId="2147480832"/>
            <ac:spMk id="2" creationId="{CDB75EDD-172A-AAA1-0125-7E98886E27AB}"/>
          </ac:spMkLst>
        </pc:spChg>
        <pc:spChg chg="add mod">
          <ac:chgData name="Naitik Mewada" userId="e70828b3-c1e7-4a84-88ce-319477296960" providerId="ADAL" clId="{F53FF222-B51D-4AA3-ADF9-48DF63D56AC1}" dt="2025-12-09T11:16:27.699" v="5817" actId="1035"/>
          <ac:spMkLst>
            <pc:docMk/>
            <pc:sldMk cId="2273344311" sldId="2147480832"/>
            <ac:spMk id="7" creationId="{E7B31C7B-68F9-443E-1E9B-F2EB43F43352}"/>
          </ac:spMkLst>
        </pc:spChg>
        <pc:spChg chg="add del mod">
          <ac:chgData name="Naitik Mewada" userId="e70828b3-c1e7-4a84-88ce-319477296960" providerId="ADAL" clId="{F53FF222-B51D-4AA3-ADF9-48DF63D56AC1}" dt="2025-12-09T11:15:19.594" v="5708" actId="478"/>
          <ac:spMkLst>
            <pc:docMk/>
            <pc:sldMk cId="2273344311" sldId="2147480832"/>
            <ac:spMk id="9" creationId="{EF5BB7B4-FD11-84F0-7C09-73EA938F912B}"/>
          </ac:spMkLst>
        </pc:spChg>
        <pc:spChg chg="add mod">
          <ac:chgData name="Naitik Mewada" userId="e70828b3-c1e7-4a84-88ce-319477296960" providerId="ADAL" clId="{F53FF222-B51D-4AA3-ADF9-48DF63D56AC1}" dt="2025-12-09T11:15:44.152" v="5730" actId="1036"/>
          <ac:spMkLst>
            <pc:docMk/>
            <pc:sldMk cId="2273344311" sldId="2147480832"/>
            <ac:spMk id="10" creationId="{14056258-F15B-7B29-4B87-15257F6CA590}"/>
          </ac:spMkLst>
        </pc:spChg>
        <pc:spChg chg="mod">
          <ac:chgData name="Naitik Mewada" userId="e70828b3-c1e7-4a84-88ce-319477296960" providerId="ADAL" clId="{F53FF222-B51D-4AA3-ADF9-48DF63D56AC1}" dt="2025-12-09T11:27:48.537" v="5990" actId="20577"/>
          <ac:spMkLst>
            <pc:docMk/>
            <pc:sldMk cId="2273344311" sldId="2147480832"/>
            <ac:spMk id="15" creationId="{27C4CAED-64B7-1C03-5E96-D18479B537F3}"/>
          </ac:spMkLst>
        </pc:spChg>
        <pc:spChg chg="mod">
          <ac:chgData name="Naitik Mewada" userId="e70828b3-c1e7-4a84-88ce-319477296960" providerId="ADAL" clId="{F53FF222-B51D-4AA3-ADF9-48DF63D56AC1}" dt="2025-12-09T11:03:32.499" v="5254" actId="2711"/>
          <ac:spMkLst>
            <pc:docMk/>
            <pc:sldMk cId="2273344311" sldId="2147480832"/>
            <ac:spMk id="16" creationId="{0D8D2DCE-ACD8-3FE1-4A54-E73D6D708A8F}"/>
          </ac:spMkLst>
        </pc:spChg>
        <pc:spChg chg="mod">
          <ac:chgData name="Naitik Mewada" userId="e70828b3-c1e7-4a84-88ce-319477296960" providerId="ADAL" clId="{F53FF222-B51D-4AA3-ADF9-48DF63D56AC1}" dt="2025-12-09T11:16:07.771" v="5748"/>
          <ac:spMkLst>
            <pc:docMk/>
            <pc:sldMk cId="2273344311" sldId="2147480832"/>
            <ac:spMk id="17" creationId="{B7389F6E-01BC-4574-1FDC-C72769E0C8E3}"/>
          </ac:spMkLst>
        </pc:spChg>
        <pc:spChg chg="add mod">
          <ac:chgData name="Naitik Mewada" userId="e70828b3-c1e7-4a84-88ce-319477296960" providerId="ADAL" clId="{F53FF222-B51D-4AA3-ADF9-48DF63D56AC1}" dt="2025-12-09T11:23:05.253" v="5851"/>
          <ac:spMkLst>
            <pc:docMk/>
            <pc:sldMk cId="2273344311" sldId="2147480832"/>
            <ac:spMk id="22" creationId="{CF6C2AEC-1ECE-0F39-2C75-75456971685C}"/>
          </ac:spMkLst>
        </pc:spChg>
        <pc:spChg chg="mod">
          <ac:chgData name="Naitik Mewada" userId="e70828b3-c1e7-4a84-88ce-319477296960" providerId="ADAL" clId="{F53FF222-B51D-4AA3-ADF9-48DF63D56AC1}" dt="2025-12-09T11:27:30.554" v="5976" actId="20577"/>
          <ac:spMkLst>
            <pc:docMk/>
            <pc:sldMk cId="2273344311" sldId="2147480832"/>
            <ac:spMk id="24" creationId="{1BD3EA94-3D4A-F5B7-87BF-E00BE8929E67}"/>
          </ac:spMkLst>
        </pc:spChg>
        <pc:grpChg chg="add mod">
          <ac:chgData name="Naitik Mewada" userId="e70828b3-c1e7-4a84-88ce-319477296960" providerId="ADAL" clId="{F53FF222-B51D-4AA3-ADF9-48DF63D56AC1}" dt="2025-12-09T11:16:18.753" v="5800" actId="1035"/>
          <ac:grpSpMkLst>
            <pc:docMk/>
            <pc:sldMk cId="2273344311" sldId="2147480832"/>
            <ac:grpSpMk id="14" creationId="{45FCCE7F-04C4-B9F3-1232-C82467FBD5FA}"/>
          </ac:grpSpMkLst>
        </pc:grpChg>
        <pc:graphicFrameChg chg="mod modGraphic">
          <ac:chgData name="Naitik Mewada" userId="e70828b3-c1e7-4a84-88ce-319477296960" providerId="ADAL" clId="{F53FF222-B51D-4AA3-ADF9-48DF63D56AC1}" dt="2025-12-09T11:09:31.463" v="5513" actId="14100"/>
          <ac:graphicFrameMkLst>
            <pc:docMk/>
            <pc:sldMk cId="2273344311" sldId="2147480832"/>
            <ac:graphicFrameMk id="3" creationId="{FC9AD9CA-C13F-8ECD-9597-7FCEF2B2416D}"/>
          </ac:graphicFrameMkLst>
        </pc:graphicFrameChg>
        <pc:graphicFrameChg chg="add mod modGraphic">
          <ac:chgData name="Naitik Mewada" userId="e70828b3-c1e7-4a84-88ce-319477296960" providerId="ADAL" clId="{F53FF222-B51D-4AA3-ADF9-48DF63D56AC1}" dt="2025-12-09T11:15:04.855" v="5683" actId="5793"/>
          <ac:graphicFrameMkLst>
            <pc:docMk/>
            <pc:sldMk cId="2273344311" sldId="2147480832"/>
            <ac:graphicFrameMk id="4" creationId="{70431813-12D9-590E-9DA7-8AC34516E2FF}"/>
          </ac:graphicFrameMkLst>
        </pc:graphicFrameChg>
        <pc:graphicFrameChg chg="add mod">
          <ac:chgData name="Naitik Mewada" userId="e70828b3-c1e7-4a84-88ce-319477296960" providerId="ADAL" clId="{F53FF222-B51D-4AA3-ADF9-48DF63D56AC1}" dt="2025-12-09T11:16:23.473" v="5801" actId="14100"/>
          <ac:graphicFrameMkLst>
            <pc:docMk/>
            <pc:sldMk cId="2273344311" sldId="2147480832"/>
            <ac:graphicFrameMk id="5" creationId="{B27DAB3C-94DE-95BC-5FD8-1FF2129D658F}"/>
          </ac:graphicFrameMkLst>
        </pc:graphicFrameChg>
        <pc:picChg chg="add mod">
          <ac:chgData name="Naitik Mewada" userId="e70828b3-c1e7-4a84-88ce-319477296960" providerId="ADAL" clId="{F53FF222-B51D-4AA3-ADF9-48DF63D56AC1}" dt="2025-12-09T11:22:46.259" v="5849"/>
          <ac:picMkLst>
            <pc:docMk/>
            <pc:sldMk cId="2273344311" sldId="2147480832"/>
            <ac:picMk id="19" creationId="{23AA7EF1-0E29-2AF9-DD17-604AF8BFB100}"/>
          </ac:picMkLst>
        </pc:picChg>
        <pc:picChg chg="add mod">
          <ac:chgData name="Naitik Mewada" userId="e70828b3-c1e7-4a84-88ce-319477296960" providerId="ADAL" clId="{F53FF222-B51D-4AA3-ADF9-48DF63D56AC1}" dt="2025-12-09T11:22:55.063" v="5850" actId="14826"/>
          <ac:picMkLst>
            <pc:docMk/>
            <pc:sldMk cId="2273344311" sldId="2147480832"/>
            <ac:picMk id="20" creationId="{08CECA8E-336A-3199-ADBE-C49A904C4FD5}"/>
          </ac:picMkLst>
        </pc:picChg>
        <pc:cxnChg chg="mod">
          <ac:chgData name="Naitik Mewada" userId="e70828b3-c1e7-4a84-88ce-319477296960" providerId="ADAL" clId="{F53FF222-B51D-4AA3-ADF9-48DF63D56AC1}" dt="2025-12-09T11:16:07.771" v="5748"/>
          <ac:cxnSpMkLst>
            <pc:docMk/>
            <pc:sldMk cId="2273344311" sldId="2147480832"/>
            <ac:cxnSpMk id="18" creationId="{20211FC8-03BC-C068-C50F-C274DADD3AAD}"/>
          </ac:cxnSpMkLst>
        </pc:cxnChg>
      </pc:sldChg>
      <pc:sldChg chg="addSp delSp modSp mod">
        <pc:chgData name="Naitik Mewada" userId="e70828b3-c1e7-4a84-88ce-319477296960" providerId="ADAL" clId="{F53FF222-B51D-4AA3-ADF9-48DF63D56AC1}" dt="2025-12-09T11:46:31.164" v="6350" actId="20577"/>
        <pc:sldMkLst>
          <pc:docMk/>
          <pc:sldMk cId="3809297413" sldId="2147480833"/>
        </pc:sldMkLst>
        <pc:spChg chg="del">
          <ac:chgData name="Naitik Mewada" userId="e70828b3-c1e7-4a84-88ce-319477296960" providerId="ADAL" clId="{F53FF222-B51D-4AA3-ADF9-48DF63D56AC1}" dt="2025-12-09T11:34:13.564" v="6051" actId="478"/>
          <ac:spMkLst>
            <pc:docMk/>
            <pc:sldMk cId="3809297413" sldId="2147480833"/>
            <ac:spMk id="2" creationId="{0FF6E230-6800-8E6A-5C97-447EBEC26943}"/>
          </ac:spMkLst>
        </pc:spChg>
        <pc:spChg chg="add mod">
          <ac:chgData name="Naitik Mewada" userId="e70828b3-c1e7-4a84-88ce-319477296960" providerId="ADAL" clId="{F53FF222-B51D-4AA3-ADF9-48DF63D56AC1}" dt="2025-12-09T11:27:36.504" v="5978"/>
          <ac:spMkLst>
            <pc:docMk/>
            <pc:sldMk cId="3809297413" sldId="2147480833"/>
            <ac:spMk id="4" creationId="{72CCBF3E-7AFC-7D69-5473-D43385D9F099}"/>
          </ac:spMkLst>
        </pc:spChg>
        <pc:spChg chg="add del">
          <ac:chgData name="Naitik Mewada" userId="e70828b3-c1e7-4a84-88ce-319477296960" providerId="ADAL" clId="{F53FF222-B51D-4AA3-ADF9-48DF63D56AC1}" dt="2025-12-09T11:28:00.751" v="5993" actId="22"/>
          <ac:spMkLst>
            <pc:docMk/>
            <pc:sldMk cId="3809297413" sldId="2147480833"/>
            <ac:spMk id="7" creationId="{58379A30-D0F5-D6B9-DA37-833476FF9925}"/>
          </ac:spMkLst>
        </pc:spChg>
        <pc:spChg chg="add mod">
          <ac:chgData name="Naitik Mewada" userId="e70828b3-c1e7-4a84-88ce-319477296960" providerId="ADAL" clId="{F53FF222-B51D-4AA3-ADF9-48DF63D56AC1}" dt="2025-12-09T11:30:42.823" v="6021"/>
          <ac:spMkLst>
            <pc:docMk/>
            <pc:sldMk cId="3809297413" sldId="2147480833"/>
            <ac:spMk id="14" creationId="{BA760CAB-43DB-155F-026D-A072986C8634}"/>
          </ac:spMkLst>
        </pc:spChg>
        <pc:spChg chg="mod">
          <ac:chgData name="Naitik Mewada" userId="e70828b3-c1e7-4a84-88ce-319477296960" providerId="ADAL" clId="{F53FF222-B51D-4AA3-ADF9-48DF63D56AC1}" dt="2025-12-09T11:27:53.925" v="5991" actId="20577"/>
          <ac:spMkLst>
            <pc:docMk/>
            <pc:sldMk cId="3809297413" sldId="2147480833"/>
            <ac:spMk id="15" creationId="{581605E4-9BD7-DB14-DE6E-A90987C791D9}"/>
          </ac:spMkLst>
        </pc:spChg>
        <pc:spChg chg="mod">
          <ac:chgData name="Naitik Mewada" userId="e70828b3-c1e7-4a84-88ce-319477296960" providerId="ADAL" clId="{F53FF222-B51D-4AA3-ADF9-48DF63D56AC1}" dt="2025-12-09T11:35:25.419" v="6112" actId="20577"/>
          <ac:spMkLst>
            <pc:docMk/>
            <pc:sldMk cId="3809297413" sldId="2147480833"/>
            <ac:spMk id="16" creationId="{85A2D8B1-8353-FD3F-8A72-001399970322}"/>
          </ac:spMkLst>
        </pc:spChg>
        <pc:spChg chg="mod">
          <ac:chgData name="Naitik Mewada" userId="e70828b3-c1e7-4a84-88ce-319477296960" providerId="ADAL" clId="{F53FF222-B51D-4AA3-ADF9-48DF63D56AC1}" dt="2025-12-09T11:30:42.823" v="6021"/>
          <ac:spMkLst>
            <pc:docMk/>
            <pc:sldMk cId="3809297413" sldId="2147480833"/>
            <ac:spMk id="18" creationId="{DE43DBA7-450F-1AE2-FF17-4DFD68F83B54}"/>
          </ac:spMkLst>
        </pc:spChg>
        <pc:spChg chg="add mod">
          <ac:chgData name="Naitik Mewada" userId="e70828b3-c1e7-4a84-88ce-319477296960" providerId="ADAL" clId="{F53FF222-B51D-4AA3-ADF9-48DF63D56AC1}" dt="2025-12-09T11:34:19.023" v="6052"/>
          <ac:spMkLst>
            <pc:docMk/>
            <pc:sldMk cId="3809297413" sldId="2147480833"/>
            <ac:spMk id="23" creationId="{391148B6-524D-7CBC-0A1E-D68C37FA5B82}"/>
          </ac:spMkLst>
        </pc:spChg>
        <pc:spChg chg="del">
          <ac:chgData name="Naitik Mewada" userId="e70828b3-c1e7-4a84-88ce-319477296960" providerId="ADAL" clId="{F53FF222-B51D-4AA3-ADF9-48DF63D56AC1}" dt="2025-12-09T11:27:36.118" v="5977" actId="478"/>
          <ac:spMkLst>
            <pc:docMk/>
            <pc:sldMk cId="3809297413" sldId="2147480833"/>
            <ac:spMk id="24" creationId="{5E265275-8220-68A3-5C1D-18C052B1B684}"/>
          </ac:spMkLst>
        </pc:spChg>
        <pc:grpChg chg="add mod">
          <ac:chgData name="Naitik Mewada" userId="e70828b3-c1e7-4a84-88ce-319477296960" providerId="ADAL" clId="{F53FF222-B51D-4AA3-ADF9-48DF63D56AC1}" dt="2025-12-09T11:30:42.823" v="6021"/>
          <ac:grpSpMkLst>
            <pc:docMk/>
            <pc:sldMk cId="3809297413" sldId="2147480833"/>
            <ac:grpSpMk id="17" creationId="{E79B6C77-C9AD-83B9-24E8-EB5490A7E834}"/>
          </ac:grpSpMkLst>
        </pc:grpChg>
        <pc:graphicFrameChg chg="mod modGraphic">
          <ac:chgData name="Naitik Mewada" userId="e70828b3-c1e7-4a84-88ce-319477296960" providerId="ADAL" clId="{F53FF222-B51D-4AA3-ADF9-48DF63D56AC1}" dt="2025-12-09T11:41:06.503" v="6205" actId="20577"/>
          <ac:graphicFrameMkLst>
            <pc:docMk/>
            <pc:sldMk cId="3809297413" sldId="2147480833"/>
            <ac:graphicFrameMk id="3" creationId="{36116B1A-AFA5-CB9F-82C0-4D916492A697}"/>
          </ac:graphicFrameMkLst>
        </pc:graphicFrameChg>
        <pc:graphicFrameChg chg="add mod modGraphic">
          <ac:chgData name="Naitik Mewada" userId="e70828b3-c1e7-4a84-88ce-319477296960" providerId="ADAL" clId="{F53FF222-B51D-4AA3-ADF9-48DF63D56AC1}" dt="2025-12-09T11:46:31.164" v="6350" actId="20577"/>
          <ac:graphicFrameMkLst>
            <pc:docMk/>
            <pc:sldMk cId="3809297413" sldId="2147480833"/>
            <ac:graphicFrameMk id="9" creationId="{98CFC759-EBD1-B9F6-AB7C-D04CF4194D50}"/>
          </ac:graphicFrameMkLst>
        </pc:graphicFrameChg>
        <pc:graphicFrameChg chg="add mod">
          <ac:chgData name="Naitik Mewada" userId="e70828b3-c1e7-4a84-88ce-319477296960" providerId="ADAL" clId="{F53FF222-B51D-4AA3-ADF9-48DF63D56AC1}" dt="2025-12-09T11:30:42.823" v="6021"/>
          <ac:graphicFrameMkLst>
            <pc:docMk/>
            <pc:sldMk cId="3809297413" sldId="2147480833"/>
            <ac:graphicFrameMk id="10" creationId="{AF641D45-75A2-ACBF-8F6C-7EF9502542F1}"/>
          </ac:graphicFrameMkLst>
        </pc:graphicFrameChg>
        <pc:picChg chg="add mod">
          <ac:chgData name="Naitik Mewada" userId="e70828b3-c1e7-4a84-88ce-319477296960" providerId="ADAL" clId="{F53FF222-B51D-4AA3-ADF9-48DF63D56AC1}" dt="2025-12-09T11:34:19.023" v="6052"/>
          <ac:picMkLst>
            <pc:docMk/>
            <pc:sldMk cId="3809297413" sldId="2147480833"/>
            <ac:picMk id="20" creationId="{9132478C-6523-C74B-23EF-B0031D814DD5}"/>
          </ac:picMkLst>
        </pc:picChg>
        <pc:picChg chg="add mod">
          <ac:chgData name="Naitik Mewada" userId="e70828b3-c1e7-4a84-88ce-319477296960" providerId="ADAL" clId="{F53FF222-B51D-4AA3-ADF9-48DF63D56AC1}" dt="2025-12-09T11:34:34.226" v="6053" actId="14826"/>
          <ac:picMkLst>
            <pc:docMk/>
            <pc:sldMk cId="3809297413" sldId="2147480833"/>
            <ac:picMk id="22" creationId="{AEEA0539-483C-2A7D-0198-0B5D7D994D23}"/>
          </ac:picMkLst>
        </pc:picChg>
        <pc:cxnChg chg="mod">
          <ac:chgData name="Naitik Mewada" userId="e70828b3-c1e7-4a84-88ce-319477296960" providerId="ADAL" clId="{F53FF222-B51D-4AA3-ADF9-48DF63D56AC1}" dt="2025-12-09T11:30:42.823" v="6021"/>
          <ac:cxnSpMkLst>
            <pc:docMk/>
            <pc:sldMk cId="3809297413" sldId="2147480833"/>
            <ac:cxnSpMk id="19" creationId="{F81E6BCA-120F-A05A-79AD-889FC71673DB}"/>
          </ac:cxnSpMkLst>
        </pc:cxnChg>
      </pc:sldChg>
      <pc:sldChg chg="addSp delSp modSp add mod">
        <pc:chgData name="Naitik Mewada" userId="e70828b3-c1e7-4a84-88ce-319477296960" providerId="ADAL" clId="{F53FF222-B51D-4AA3-ADF9-48DF63D56AC1}" dt="2025-12-09T11:51:23.798" v="6435" actId="14826"/>
        <pc:sldMkLst>
          <pc:docMk/>
          <pc:sldMk cId="3423197146" sldId="2147480834"/>
        </pc:sldMkLst>
        <pc:spChg chg="mod">
          <ac:chgData name="Naitik Mewada" userId="e70828b3-c1e7-4a84-88ce-319477296960" providerId="ADAL" clId="{F53FF222-B51D-4AA3-ADF9-48DF63D56AC1}" dt="2025-12-09T11:47:15.789" v="6397" actId="1036"/>
          <ac:spMkLst>
            <pc:docMk/>
            <pc:sldMk cId="3423197146" sldId="2147480834"/>
            <ac:spMk id="14" creationId="{54543135-AD9A-1A00-8299-54B292340338}"/>
          </ac:spMkLst>
        </pc:spChg>
        <pc:spChg chg="mod">
          <ac:chgData name="Naitik Mewada" userId="e70828b3-c1e7-4a84-88ce-319477296960" providerId="ADAL" clId="{F53FF222-B51D-4AA3-ADF9-48DF63D56AC1}" dt="2025-12-09T11:37:19.701" v="6153" actId="20577"/>
          <ac:spMkLst>
            <pc:docMk/>
            <pc:sldMk cId="3423197146" sldId="2147480834"/>
            <ac:spMk id="16" creationId="{B9F4ABF4-6CA9-A233-4FB0-7A50633153F3}"/>
          </ac:spMkLst>
        </pc:spChg>
        <pc:grpChg chg="mod">
          <ac:chgData name="Naitik Mewada" userId="e70828b3-c1e7-4a84-88ce-319477296960" providerId="ADAL" clId="{F53FF222-B51D-4AA3-ADF9-48DF63D56AC1}" dt="2025-12-09T11:47:07.328" v="6376" actId="1035"/>
          <ac:grpSpMkLst>
            <pc:docMk/>
            <pc:sldMk cId="3423197146" sldId="2147480834"/>
            <ac:grpSpMk id="17" creationId="{81AFAD99-B51B-4F32-65A0-3DD3CA72A2ED}"/>
          </ac:grpSpMkLst>
        </pc:grpChg>
        <pc:graphicFrameChg chg="add del">
          <ac:chgData name="Naitik Mewada" userId="e70828b3-c1e7-4a84-88ce-319477296960" providerId="ADAL" clId="{F53FF222-B51D-4AA3-ADF9-48DF63D56AC1}" dt="2025-12-09T11:42:40.381" v="6266" actId="478"/>
          <ac:graphicFrameMkLst>
            <pc:docMk/>
            <pc:sldMk cId="3423197146" sldId="2147480834"/>
            <ac:graphicFrameMk id="2" creationId="{0C723E7A-0666-2C06-1071-78F6C4078012}"/>
          </ac:graphicFrameMkLst>
        </pc:graphicFrameChg>
        <pc:graphicFrameChg chg="mod modGraphic">
          <ac:chgData name="Naitik Mewada" userId="e70828b3-c1e7-4a84-88ce-319477296960" providerId="ADAL" clId="{F53FF222-B51D-4AA3-ADF9-48DF63D56AC1}" dt="2025-12-09T11:44:32.939" v="6335" actId="14100"/>
          <ac:graphicFrameMkLst>
            <pc:docMk/>
            <pc:sldMk cId="3423197146" sldId="2147480834"/>
            <ac:graphicFrameMk id="3" creationId="{5BCD3786-91A7-EE33-000E-4CFBF45E73EB}"/>
          </ac:graphicFrameMkLst>
        </pc:graphicFrameChg>
        <pc:graphicFrameChg chg="mod modGraphic">
          <ac:chgData name="Naitik Mewada" userId="e70828b3-c1e7-4a84-88ce-319477296960" providerId="ADAL" clId="{F53FF222-B51D-4AA3-ADF9-48DF63D56AC1}" dt="2025-12-09T11:46:53.617" v="6357" actId="20577"/>
          <ac:graphicFrameMkLst>
            <pc:docMk/>
            <pc:sldMk cId="3423197146" sldId="2147480834"/>
            <ac:graphicFrameMk id="9" creationId="{B51D6195-3712-04FE-7D1E-6E9D551C954C}"/>
          </ac:graphicFrameMkLst>
        </pc:graphicFrameChg>
        <pc:graphicFrameChg chg="mod">
          <ac:chgData name="Naitik Mewada" userId="e70828b3-c1e7-4a84-88ce-319477296960" providerId="ADAL" clId="{F53FF222-B51D-4AA3-ADF9-48DF63D56AC1}" dt="2025-12-09T11:47:11.811" v="6377" actId="14100"/>
          <ac:graphicFrameMkLst>
            <pc:docMk/>
            <pc:sldMk cId="3423197146" sldId="2147480834"/>
            <ac:graphicFrameMk id="10" creationId="{E5E41D37-230C-A17F-0B34-64853AE0E6FE}"/>
          </ac:graphicFrameMkLst>
        </pc:graphicFrameChg>
        <pc:picChg chg="add mod">
          <ac:chgData name="Naitik Mewada" userId="e70828b3-c1e7-4a84-88ce-319477296960" providerId="ADAL" clId="{F53FF222-B51D-4AA3-ADF9-48DF63D56AC1}" dt="2025-12-09T11:51:23.798" v="6435" actId="14826"/>
          <ac:picMkLst>
            <pc:docMk/>
            <pc:sldMk cId="3423197146" sldId="2147480834"/>
            <ac:picMk id="5" creationId="{3E9CC359-1EA6-171C-0760-C5A144C86019}"/>
          </ac:picMkLst>
        </pc:picChg>
        <pc:picChg chg="del mod">
          <ac:chgData name="Naitik Mewada" userId="e70828b3-c1e7-4a84-88ce-319477296960" providerId="ADAL" clId="{F53FF222-B51D-4AA3-ADF9-48DF63D56AC1}" dt="2025-12-09T11:51:10.147" v="6433" actId="478"/>
          <ac:picMkLst>
            <pc:docMk/>
            <pc:sldMk cId="3423197146" sldId="2147480834"/>
            <ac:picMk id="22" creationId="{0A5A8561-CCE9-CB59-F9D8-C431FCAE1075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12253898251686E-2"/>
          <c:y val="0.18340147303493889"/>
          <c:w val="0.83333721130027638"/>
          <c:h val="0.66245654614562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5">
                <a:lumMod val="25000"/>
                <a:lumOff val="75000"/>
              </a:schemeClr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0"/>
                  <c:y val="1.100222690953572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470-4DAC-AC2C-EE26A40B27D9}"/>
                </c:ext>
              </c:extLst>
            </c:dLbl>
            <c:dLbl>
              <c:idx val="3"/>
              <c:layout>
                <c:manualLayout>
                  <c:x val="-2.2730852389066282E-3"/>
                  <c:y val="6.2239769154166435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470-4DAC-AC2C-EE26A40B27D9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400" b="1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Sheet1!$B$2:$B$6</c:f>
              <c:numCache>
                <c:formatCode>#,##0</c:formatCode>
                <c:ptCount val="5"/>
                <c:pt idx="0">
                  <c:v>711.38255271000003</c:v>
                </c:pt>
                <c:pt idx="1">
                  <c:v>750.89839807999999</c:v>
                </c:pt>
                <c:pt idx="2">
                  <c:v>845.06676067000001</c:v>
                </c:pt>
                <c:pt idx="3">
                  <c:v>843.15145877999998</c:v>
                </c:pt>
                <c:pt idx="4">
                  <c:v>855.24524127999996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470-4DAC-AC2C-EE26A40B27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1409222848"/>
        <c:axId val="14092430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Pre-tax Margin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ja-JP" sz="1400" b="0" i="0" u="none" strike="noStrike" kern="1200" baseline="0">
                    <a:solidFill>
                      <a:schemeClr val="tx1"/>
                    </a:solidFill>
                    <a:latin typeface="+mn-ea"/>
                    <a:ea typeface="+mn-ea"/>
                    <a:cs typeface="Segoe UI" panose="020B0502040204020203" pitchFamily="34" charset="0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numCache>
            </c:numRef>
          </c:cat>
          <c:val>
            <c:numRef>
              <c:f>Sheet1!$C$2:$C$6</c:f>
              <c:numCache>
                <c:formatCode>0%</c:formatCode>
                <c:ptCount val="5"/>
                <c:pt idx="0">
                  <c:v>3.6456112974944256E-2</c:v>
                </c:pt>
                <c:pt idx="1">
                  <c:v>2.9136276393639474E-2</c:v>
                </c:pt>
                <c:pt idx="2">
                  <c:v>3.0948499677427264E-2</c:v>
                </c:pt>
                <c:pt idx="3">
                  <c:v>4.1994185375938159E-2</c:v>
                </c:pt>
                <c:pt idx="4">
                  <c:v>4.8517158374243675E-2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470-4DAC-AC2C-EE26A40B27D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28413968"/>
        <c:axId val="328425968"/>
      </c:lineChart>
      <c:catAx>
        <c:axId val="140922284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409243008"/>
        <c:crosses val="autoZero"/>
        <c:auto val="1"/>
        <c:lblAlgn val="ctr"/>
        <c:lblOffset val="100"/>
        <c:noMultiLvlLbl val="0"/>
      </c:catAx>
      <c:valAx>
        <c:axId val="140924300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bg1">
                  <a:lumMod val="85000"/>
                </a:schemeClr>
              </a:solidFill>
              <a:round/>
            </a:ln>
            <a:effectLst/>
          </c:spPr>
        </c:majorGridlines>
        <c:numFmt formatCode="#,##0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1409222848"/>
        <c:crosses val="autoZero"/>
        <c:crossBetween val="between"/>
        <c:majorUnit val="250"/>
      </c:valAx>
      <c:valAx>
        <c:axId val="328425968"/>
        <c:scaling>
          <c:orientation val="minMax"/>
          <c:max val="8.0000000000000016E-2"/>
          <c:min val="0"/>
        </c:scaling>
        <c:delete val="0"/>
        <c:axPos val="r"/>
        <c:numFmt formatCode="0.0%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1400" b="0" i="0" u="none" strike="noStrike" kern="1200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pPr>
            <a:endParaRPr lang="en-US"/>
          </a:p>
        </c:txPr>
        <c:crossAx val="328413968"/>
        <c:crosses val="max"/>
        <c:crossBetween val="between"/>
        <c:majorUnit val="2.0000000000000004E-2"/>
      </c:valAx>
      <c:catAx>
        <c:axId val="32841396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842596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16107511562307594"/>
          <c:y val="1.7886836884253857E-2"/>
          <c:w val="0.67784958977075849"/>
          <c:h val="0.1169782212337961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1400" b="0" i="0" u="none" strike="noStrike" kern="1200" baseline="0">
              <a:solidFill>
                <a:schemeClr val="tx1"/>
              </a:solidFill>
              <a:latin typeface="+mn-ea"/>
              <a:ea typeface="+mn-ea"/>
              <a:cs typeface="Segoe UI" panose="020B0502040204020203" pitchFamily="34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+mn-ea"/>
          <a:ea typeface="+mn-ea"/>
          <a:cs typeface="Segoe UI" panose="020B0502040204020203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4069731" y="1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F9A0B1-50B0-48D0-B1FD-F23FDD0E25FC}" type="datetimeFigureOut">
              <a:rPr kumimoji="1" lang="ja-JP" altLang="en-US" smtClean="0"/>
              <a:pPr/>
              <a:t>2025/12/10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76288"/>
            <a:ext cx="6907212" cy="3886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718483" y="4920825"/>
            <a:ext cx="5747850" cy="466183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839850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4069731" y="9839850"/>
            <a:ext cx="3113420" cy="51798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264638-DA09-4F05-9D40-370968A24369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9353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7786F-C31F-D48A-7E9F-6F37A78AC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2CD42A-ADB7-9232-4FAA-6C79AA5B2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E1D59-7AA9-D8FF-9493-50EB1374D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2DB84-BD2D-4407-3127-0E11F2991F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264638-DA09-4F05-9D40-370968A24369}" type="slidenum">
              <a:rPr kumimoji="1" lang="ja-JP" altLang="en-US" smtClean="0"/>
              <a:pPr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6595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3.png"/><Relationship Id="rId4" Type="http://schemas.openxmlformats.org/officeDocument/2006/relationships/image" Target="../media/image2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オブジェクト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49889423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1" imgH="381" progId="TCLayout.ActiveDocument.1">
                  <p:embed/>
                </p:oleObj>
              </mc:Choice>
              <mc:Fallback>
                <p:oleObj name="think-cell Slide" r:id="rId3" imgW="381" imgH="381" progId="TCLayout.ActiveDocument.1">
                  <p:embed/>
                  <p:pic>
                    <p:nvPicPr>
                      <p:cNvPr id="2" name="オブジェクト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" name="直線コネクタ 7"/>
          <p:cNvCxnSpPr>
            <a:cxnSpLocks/>
          </p:cNvCxnSpPr>
          <p:nvPr userDrawn="1"/>
        </p:nvCxnSpPr>
        <p:spPr>
          <a:xfrm>
            <a:off x="0" y="933847"/>
            <a:ext cx="12192000" cy="0"/>
          </a:xfrm>
          <a:prstGeom prst="line">
            <a:avLst/>
          </a:prstGeom>
          <a:ln w="57150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/>
          <p:cNvCxnSpPr>
            <a:cxnSpLocks/>
          </p:cNvCxnSpPr>
          <p:nvPr userDrawn="1"/>
        </p:nvCxnSpPr>
        <p:spPr>
          <a:xfrm>
            <a:off x="5" y="1005855"/>
            <a:ext cx="12191995" cy="0"/>
          </a:xfrm>
          <a:prstGeom prst="line">
            <a:avLst/>
          </a:prstGeom>
          <a:ln w="28575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/>
          <p:cNvCxnSpPr/>
          <p:nvPr userDrawn="1"/>
        </p:nvCxnSpPr>
        <p:spPr>
          <a:xfrm>
            <a:off x="0" y="6620212"/>
            <a:ext cx="12192000" cy="0"/>
          </a:xfrm>
          <a:prstGeom prst="line">
            <a:avLst/>
          </a:prstGeom>
          <a:ln w="28575">
            <a:solidFill>
              <a:srgbClr val="293F5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3673" y="44624"/>
            <a:ext cx="11508811" cy="8318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45713" rIns="0" bIns="45713" numCol="1" anchor="b" anchorCtr="0" compatLnSpc="1">
            <a:prstTxWarp prst="textNoShape">
              <a:avLst/>
            </a:prstTxWarp>
            <a:noAutofit/>
          </a:bodyPr>
          <a:lstStyle>
            <a:lvl1pPr algn="l">
              <a:defRPr sz="2400"/>
            </a:lvl1pPr>
          </a:lstStyle>
          <a:p>
            <a:pPr lvl="0"/>
            <a:endParaRPr lang="en-US" altLang="ja-JP"/>
          </a:p>
        </p:txBody>
      </p:sp>
      <p:sp>
        <p:nvSpPr>
          <p:cNvPr id="4" name="フッター プレースホルダ 3">
            <a:extLst>
              <a:ext uri="{FF2B5EF4-FFF2-40B4-BE49-F238E27FC236}">
                <a16:creationId xmlns:a16="http://schemas.microsoft.com/office/drawing/2014/main" id="{010D2832-2D82-872D-8E42-53B810C40772}"/>
              </a:ext>
            </a:extLst>
          </p:cNvPr>
          <p:cNvSpPr txBox="1">
            <a:spLocks/>
          </p:cNvSpPr>
          <p:nvPr userDrawn="1"/>
        </p:nvSpPr>
        <p:spPr>
          <a:xfrm>
            <a:off x="3755740" y="6643072"/>
            <a:ext cx="4680520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kern="0" cap="none" spc="0" normalizeH="0" baseline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defRPr>
            </a:lvl1pPr>
          </a:lstStyle>
          <a:p>
            <a:pPr lvl="0"/>
            <a:r>
              <a:rPr lang="en-US" altLang="ja-JP" sz="800" noProof="0">
                <a:latin typeface="+mn-lt"/>
              </a:rPr>
              <a:t>(C) YCP 2025</a:t>
            </a:r>
            <a:r>
              <a:rPr lang="ja-JP" altLang="en-US" sz="800" noProof="0">
                <a:latin typeface="+mn-lt"/>
              </a:rPr>
              <a:t> </a:t>
            </a:r>
            <a:r>
              <a:rPr lang="en-US" altLang="ja-JP" sz="800" noProof="0">
                <a:latin typeface="+mn-lt"/>
              </a:rPr>
              <a:t>all rights reserved</a:t>
            </a:r>
          </a:p>
        </p:txBody>
      </p:sp>
      <p:pic>
        <p:nvPicPr>
          <p:cNvPr id="11" name="図 10" descr="アイコン&#10;&#10;自動的に生成された説明">
            <a:extLst>
              <a:ext uri="{FF2B5EF4-FFF2-40B4-BE49-F238E27FC236}">
                <a16:creationId xmlns:a16="http://schemas.microsoft.com/office/drawing/2014/main" id="{ED842741-939E-3987-A378-45FC01452A1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3673" y="6674018"/>
            <a:ext cx="432000" cy="154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426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- YCP 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ray, night sky&#10;&#10;Description automatically generated">
            <a:extLst>
              <a:ext uri="{FF2B5EF4-FFF2-40B4-BE49-F238E27FC236}">
                <a16:creationId xmlns:a16="http://schemas.microsoft.com/office/drawing/2014/main" id="{67B51B18-0834-874D-83AA-CD7DAE77FA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テキスト プレースホルダー 2">
            <a:extLst>
              <a:ext uri="{FF2B5EF4-FFF2-40B4-BE49-F238E27FC236}">
                <a16:creationId xmlns:a16="http://schemas.microsoft.com/office/drawing/2014/main" id="{0DD4923E-C7A8-4CBA-A7CE-99D6C14A64F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7783" y="2730675"/>
            <a:ext cx="7491659" cy="1384125"/>
          </a:xfrm>
        </p:spPr>
        <p:txBody>
          <a:bodyPr lIns="0" rIns="0" anchor="ctr" anchorCtr="0">
            <a:noAutofit/>
          </a:bodyPr>
          <a:lstStyle>
            <a:lvl1pPr marL="0" indent="0">
              <a:buNone/>
              <a:defRPr kumimoji="1" lang="ja-JP" altLang="en-US" sz="4401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kumimoji="1" lang="en-US" altLang="ja-JP"/>
              <a:t>Divider Title</a:t>
            </a:r>
            <a:endParaRPr kumimoji="1" lang="ja-JP" altLang="en-US"/>
          </a:p>
        </p:txBody>
      </p:sp>
      <p:pic>
        <p:nvPicPr>
          <p:cNvPr id="7" name="Picture 6" descr="A white letters on a black background&#10;&#10;Description automatically generated">
            <a:extLst>
              <a:ext uri="{FF2B5EF4-FFF2-40B4-BE49-F238E27FC236}">
                <a16:creationId xmlns:a16="http://schemas.microsoft.com/office/drawing/2014/main" id="{E282FD82-19EC-BDE8-644B-DC0E16D186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8103" y="534711"/>
            <a:ext cx="2228145" cy="7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833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オブジェクト 6" hidden="1"/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746960470"/>
              </p:ext>
            </p:extLst>
          </p:nvPr>
        </p:nvGraphicFramePr>
        <p:xfrm>
          <a:off x="1955" y="1589"/>
          <a:ext cx="1953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7" name="オブジェクト 6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55" y="1589"/>
                        <a:ext cx="1953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スライド番号プレースホルダー 5"/>
          <p:cNvSpPr txBox="1">
            <a:spLocks/>
          </p:cNvSpPr>
          <p:nvPr userDrawn="1"/>
        </p:nvSpPr>
        <p:spPr>
          <a:xfrm>
            <a:off x="9347446" y="6662180"/>
            <a:ext cx="2844554" cy="18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algn="r" defTabSz="914400" rtl="0" eaLnBrk="1" latinLnBrk="0" hangingPunct="1"/>
            <a:fld id="{1B6CB131-81F5-444E-A2E5-043B608EAE32}" type="slidenum">
              <a:rPr kumimoji="1" lang="ja-JP" altLang="en-US" sz="1000" kern="1200" smtClean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algn="r" defTabSz="914400" rtl="0" eaLnBrk="1" latinLnBrk="0" hangingPunct="1"/>
              <a:t>‹#›</a:t>
            </a:fld>
            <a:endParaRPr kumimoji="1" lang="ja-JP" altLang="en-US" sz="1000" kern="1200">
              <a:solidFill>
                <a:schemeClr val="tx1"/>
              </a:solidFill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319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22" r:id="rId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45" userDrawn="1">
          <p15:clr>
            <a:srgbClr val="F26B43"/>
          </p15:clr>
        </p15:guide>
        <p15:guide id="2" pos="211" userDrawn="1">
          <p15:clr>
            <a:srgbClr val="F26B43"/>
          </p15:clr>
        </p15:guide>
        <p15:guide id="3" pos="7469" userDrawn="1">
          <p15:clr>
            <a:srgbClr val="F26B43"/>
          </p15:clr>
        </p15:guide>
        <p15:guide id="4" orient="horz" pos="3838" userDrawn="1">
          <p15:clr>
            <a:srgbClr val="F26B43"/>
          </p15:clr>
        </p15:guide>
        <p15:guide id="5" orient="horz" pos="3997" userDrawn="1">
          <p15:clr>
            <a:srgbClr val="F26B43"/>
          </p15:clr>
        </p15:guide>
        <p15:guide id="7" pos="3840" userDrawn="1">
          <p15:clr>
            <a:srgbClr val="F26B43"/>
          </p15:clr>
        </p15:guide>
        <p15:guide id="8" pos="3952" userDrawn="1">
          <p15:clr>
            <a:srgbClr val="F26B43"/>
          </p15:clr>
        </p15:guide>
        <p15:guide id="9" pos="37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notesSlide" Target="../notesSlides/notesSlide1.xml"/><Relationship Id="rId7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hyperlink" Target="https://www.chalermchaichan.co.th/" TargetMode="External"/><Relationship Id="rId5" Type="http://schemas.openxmlformats.org/officeDocument/2006/relationships/image" Target="../media/image6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DF6B4-69A0-AC78-B3BB-9B05787D5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802C66DF-198B-A246-126F-0D1B97662B6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4" progId="TCLayout.ActiveDocument.1">
                  <p:embed/>
                </p:oleObj>
              </mc:Choice>
              <mc:Fallback>
                <p:oleObj name="think-cell Slide" r:id="rId4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02C66DF-198B-A246-126F-0D1B97662B6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C9AD9CA-C13F-8ECD-9597-7FCEF2B241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202003"/>
              </p:ext>
            </p:extLst>
          </p:nvPr>
        </p:nvGraphicFramePr>
        <p:xfrm>
          <a:off x="332643" y="1692843"/>
          <a:ext cx="5580000" cy="4399981"/>
        </p:xfrm>
        <a:graphic>
          <a:graphicData uri="http://schemas.openxmlformats.org/drawingml/2006/table">
            <a:tbl>
              <a:tblPr/>
              <a:tblGrid>
                <a:gridCol w="1260000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347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Name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 err="1">
                          <a:latin typeface="Segoe UI" panose="020B0502040204020203" pitchFamily="34" charset="0"/>
                          <a:cs typeface="Segoe UI" panose="020B0502040204020203" pitchFamily="34" charset="0"/>
                          <a:hlinkClick r:id="rId6"/>
                        </a:rPr>
                        <a:t>Chalermchaichan</a:t>
                      </a:r>
                      <a:endParaRPr lang="en-US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347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Est. Year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1974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5350836"/>
                  </a:ext>
                </a:extLst>
              </a:tr>
              <a:tr h="347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HQ &amp; Factory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Bang Bon District, Bangkok, Thailand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063959"/>
                  </a:ext>
                </a:extLst>
              </a:tr>
              <a:tr h="347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Shareholding</a:t>
                      </a:r>
                      <a:endParaRPr lang="en-MY" sz="14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144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dirty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Chalermchaichan</a:t>
                      </a: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Family (100%)</a:t>
                      </a:r>
                      <a:endParaRPr lang="en-MY" sz="1400" dirty="0"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062865"/>
                  </a:ext>
                </a:extLst>
              </a:tr>
              <a:tr h="4440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Business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91440" lvl="0" indent="-215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tabLst/>
                        <a:defRPr/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Manufacture high-quality printing inks
Provide services related to printing technology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6660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Key Metrics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215900" marR="91440" lvl="0" indent="-215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tabLst/>
                        <a:defRPr/>
                      </a:pPr>
                      <a:r>
                        <a:rPr lang="en-MY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Production capacity of 800+ tons per month</a:t>
                      </a:r>
                    </a:p>
                    <a:p>
                      <a:pPr marL="215900" marR="91440" lvl="0" indent="-215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tabLst/>
                        <a:defRPr/>
                      </a:pPr>
                      <a:r>
                        <a:rPr lang="en-MY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250+ machines</a:t>
                      </a:r>
                    </a:p>
                    <a:p>
                      <a:pPr marL="215900" marR="91440" lvl="0" indent="-215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n"/>
                        <a:tabLst/>
                        <a:defRPr/>
                      </a:pPr>
                      <a:r>
                        <a:rPr lang="en-MY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300+ employees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61115"/>
                  </a:ext>
                </a:extLst>
              </a:tr>
              <a:tr h="4440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Export Countries</a:t>
                      </a:r>
                      <a:endParaRPr lang="en-MY" sz="14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144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SEA, South Asia, North Africa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1826310"/>
                  </a:ext>
                </a:extLst>
              </a:tr>
              <a:tr h="4440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Distribution Network</a:t>
                      </a:r>
                      <a:endParaRPr lang="en-MY" sz="14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144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700 domestic distribution partners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94092"/>
                  </a:ext>
                </a:extLst>
              </a:tr>
              <a:tr h="3471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Certification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144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MY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ISO 9001, ISO 14001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491106"/>
                  </a:ext>
                </a:extLst>
              </a:tr>
              <a:tr h="6660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Notable Partnerships</a:t>
                      </a:r>
                      <a:endParaRPr lang="en-MY" sz="1400" dirty="0">
                        <a:solidFill>
                          <a:schemeClr val="bg1"/>
                        </a:solidFill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144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Launch partnership with Dainichiseika Color &amp; Chemicals (Japanese) in 2009 technology transfer, joint product development and marketing</a:t>
                      </a:r>
                      <a:endParaRPr lang="en-MY" sz="1400" dirty="0">
                        <a:highlight>
                          <a:srgbClr val="FFFF00"/>
                        </a:highlight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124509"/>
                  </a:ext>
                </a:extLst>
              </a:tr>
            </a:tbl>
          </a:graphicData>
        </a:graphic>
      </p:graphicFrame>
      <p:sp>
        <p:nvSpPr>
          <p:cNvPr id="16" name="Title 15">
            <a:extLst>
              <a:ext uri="{FF2B5EF4-FFF2-40B4-BE49-F238E27FC236}">
                <a16:creationId xmlns:a16="http://schemas.microsoft.com/office/drawing/2014/main" id="{0D8D2DCE-ACD8-3FE1-4A54-E73D6D708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547" y="59348"/>
            <a:ext cx="9137402" cy="831850"/>
          </a:xfrm>
        </p:spPr>
        <p:txBody>
          <a:bodyPr/>
          <a:lstStyle/>
          <a:p>
            <a:pPr fontAlgn="ctr"/>
            <a:r>
              <a:rPr lang="en-US" dirty="0">
                <a:latin typeface="Segoe UI" panose="020B0502040204020203" pitchFamily="34" charset="0"/>
                <a:cs typeface="Segoe UI" panose="020B0502040204020203" pitchFamily="34" charset="0"/>
              </a:rPr>
              <a:t>17. </a:t>
            </a:r>
            <a:r>
              <a:rPr lang="en-US" dirty="0" err="1">
                <a:latin typeface="Segoe UI" panose="020B0502040204020203" pitchFamily="34" charset="0"/>
                <a:cs typeface="Segoe UI" panose="020B0502040204020203" pitchFamily="34" charset="0"/>
              </a:rPr>
              <a:t>Chalermchaichan</a:t>
            </a:r>
            <a:endParaRPr lang="en-US" altLang="ja-JP" sz="1600" i="0" u="none" strike="noStrike" dirty="0">
              <a:effectLst/>
              <a:highlight>
                <a:srgbClr val="FFFF00"/>
              </a:highligh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ColumnHeader">
            <a:extLst>
              <a:ext uri="{FF2B5EF4-FFF2-40B4-BE49-F238E27FC236}">
                <a16:creationId xmlns:a16="http://schemas.microsoft.com/office/drawing/2014/main" id="{9A09FB87-882E-FDE8-27CC-B2AA4AD286CF}"/>
              </a:ext>
            </a:extLst>
          </p:cNvPr>
          <p:cNvSpPr>
            <a:spLocks noChangeArrowheads="1"/>
          </p:cNvSpPr>
          <p:nvPr/>
        </p:nvSpPr>
        <p:spPr bwMode="gray">
          <a:xfrm>
            <a:off x="334571" y="1253158"/>
            <a:ext cx="5583238" cy="40011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lIns="0" tIns="91440" rIns="0" bIns="91440" anchor="b">
            <a:spAutoFit/>
          </a:bodyPr>
          <a:lstStyle/>
          <a:p>
            <a:pPr marL="216000" indent="-216000" algn="ctr"/>
            <a:r>
              <a:rPr lang="ja-TH" altLang="en-US" sz="140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会社概要資料</a:t>
            </a:r>
            <a:endParaRPr lang="ja-JP" altLang="en-US" sz="140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" name="直線コネクタ 52">
            <a:extLst>
              <a:ext uri="{FF2B5EF4-FFF2-40B4-BE49-F238E27FC236}">
                <a16:creationId xmlns:a16="http://schemas.microsoft.com/office/drawing/2014/main" id="{DB7EC3C2-CFB0-280F-4150-643A30A55104}"/>
              </a:ext>
            </a:extLst>
          </p:cNvPr>
          <p:cNvCxnSpPr/>
          <p:nvPr/>
        </p:nvCxnSpPr>
        <p:spPr>
          <a:xfrm>
            <a:off x="334572" y="1635012"/>
            <a:ext cx="5583237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lumnHeader">
            <a:extLst>
              <a:ext uri="{FF2B5EF4-FFF2-40B4-BE49-F238E27FC236}">
                <a16:creationId xmlns:a16="http://schemas.microsoft.com/office/drawing/2014/main" id="{27C4CAED-64B7-1C03-5E96-D18479B537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6281517" y="1265726"/>
            <a:ext cx="5583238" cy="40011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lIns="0" tIns="91440" rIns="0" bIns="91440" anchor="b">
            <a:spAutoFit/>
          </a:bodyPr>
          <a:lstStyle/>
          <a:p>
            <a:pPr marL="216000" indent="-216000" algn="ctr"/>
            <a:r>
              <a:rPr lang="en-MY" sz="1400" dirty="0">
                <a:latin typeface="Segoe UI" panose="020B0502040204020203" pitchFamily="34" charset="0"/>
                <a:cs typeface="Segoe UI" panose="020B0502040204020203" pitchFamily="34" charset="0"/>
              </a:rPr>
              <a:t>Products and Applications</a:t>
            </a:r>
            <a:endParaRPr lang="ja-JP" altLang="en-US" sz="1400" dirty="0">
              <a:solidFill>
                <a:srgbClr val="0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1" name="直線コネクタ 52">
            <a:extLst>
              <a:ext uri="{FF2B5EF4-FFF2-40B4-BE49-F238E27FC236}">
                <a16:creationId xmlns:a16="http://schemas.microsoft.com/office/drawing/2014/main" id="{B1AA8AE8-640F-349E-7747-5EC9BFC791F7}"/>
              </a:ext>
            </a:extLst>
          </p:cNvPr>
          <p:cNvCxnSpPr/>
          <p:nvPr/>
        </p:nvCxnSpPr>
        <p:spPr>
          <a:xfrm>
            <a:off x="6281518" y="1647580"/>
            <a:ext cx="5583237" cy="0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0431813-12D9-590E-9DA7-8AC34516E2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9307650"/>
              </p:ext>
            </p:extLst>
          </p:nvPr>
        </p:nvGraphicFramePr>
        <p:xfrm>
          <a:off x="6282877" y="1692844"/>
          <a:ext cx="5576479" cy="1787094"/>
        </p:xfrm>
        <a:graphic>
          <a:graphicData uri="http://schemas.openxmlformats.org/drawingml/2006/table">
            <a:tbl>
              <a:tblPr/>
              <a:tblGrid>
                <a:gridCol w="1259205">
                  <a:extLst>
                    <a:ext uri="{9D8B030D-6E8A-4147-A177-3AD203B41FA5}">
                      <a16:colId xmlns:a16="http://schemas.microsoft.com/office/drawing/2014/main" val="1856092752"/>
                    </a:ext>
                  </a:extLst>
                </a:gridCol>
                <a:gridCol w="4317274">
                  <a:extLst>
                    <a:ext uri="{9D8B030D-6E8A-4147-A177-3AD203B41FA5}">
                      <a16:colId xmlns:a16="http://schemas.microsoft.com/office/drawing/2014/main" val="2767211961"/>
                    </a:ext>
                  </a:extLst>
                </a:gridCol>
              </a:tblGrid>
              <a:tr h="573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Solvent-based inks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144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Gravure and flexographic inks for printing on plastics, films, flexible packaging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9421688"/>
                  </a:ext>
                </a:extLst>
              </a:tr>
              <a:tr h="58914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Water-based Inks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144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Flexographic inks for paper-based packaging such as kraft paper, corrugated board, paper sacks/bags, cartons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407083"/>
                  </a:ext>
                </a:extLst>
              </a:tr>
              <a:tr h="57350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MY" sz="1400" dirty="0">
                          <a:solidFill>
                            <a:schemeClr val="bg1"/>
                          </a:solidFill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Oil-based Offset</a:t>
                      </a: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9144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GB" sz="140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For traditional printing such as newspapers, magazines, printed media</a:t>
                      </a:r>
                      <a:endParaRPr lang="en-MY" sz="1400" dirty="0"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marL="36576" marR="36576" marT="0" marB="0" anchor="ctr">
                    <a:lnL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1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67185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27DAB3C-94DE-95BC-5FD8-1FF2129D658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89778872"/>
              </p:ext>
            </p:extLst>
          </p:nvPr>
        </p:nvGraphicFramePr>
        <p:xfrm>
          <a:off x="6269917" y="3949045"/>
          <a:ext cx="5587120" cy="21437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B31C7B-68F9-443E-1E9B-F2EB43F43352}"/>
              </a:ext>
            </a:extLst>
          </p:cNvPr>
          <p:cNvSpPr txBox="1"/>
          <p:nvPr/>
        </p:nvSpPr>
        <p:spPr>
          <a:xfrm>
            <a:off x="6286619" y="3938695"/>
            <a:ext cx="8306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Segoe UI" panose="020B0502040204020203" pitchFamily="34" charset="0"/>
                <a:cs typeface="Segoe UI" panose="020B0502040204020203" pitchFamily="34" charset="0"/>
              </a:rPr>
              <a:t>(THB M)</a:t>
            </a:r>
          </a:p>
        </p:txBody>
      </p:sp>
      <p:sp>
        <p:nvSpPr>
          <p:cNvPr id="17" name="ColumnHeader">
            <a:extLst>
              <a:ext uri="{FF2B5EF4-FFF2-40B4-BE49-F238E27FC236}">
                <a16:creationId xmlns:a16="http://schemas.microsoft.com/office/drawing/2014/main" id="{B7389F6E-01BC-4574-1FDC-C72769E0C8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6366882" y="3601088"/>
            <a:ext cx="5406442" cy="307777"/>
          </a:xfrm>
          <a:prstGeom prst="rect">
            <a:avLst/>
          </a:prstGeom>
          <a:noFill/>
          <a:ln w="9525" algn="ctr">
            <a:noFill/>
            <a:miter lim="800000"/>
            <a:headEnd type="none" w="lg" len="lg"/>
            <a:tailEnd type="none" w="lg" len="lg"/>
          </a:ln>
          <a:effectLst/>
        </p:spPr>
        <p:txBody>
          <a:bodyPr wrap="square" lIns="0" tIns="0" rIns="0" bIns="91440" anchor="b">
            <a:spAutoFit/>
          </a:bodyPr>
          <a:lstStyle/>
          <a:p>
            <a:pPr marL="215900" indent="-215900" algn="ctr"/>
            <a:r>
              <a:rPr lang="ja-JP" altLang="en-US" sz="1400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財務実績</a:t>
            </a:r>
          </a:p>
        </p:txBody>
      </p:sp>
      <p:cxnSp>
        <p:nvCxnSpPr>
          <p:cNvPr id="18" name="直線コネクタ 60">
            <a:extLst>
              <a:ext uri="{FF2B5EF4-FFF2-40B4-BE49-F238E27FC236}">
                <a16:creationId xmlns:a16="http://schemas.microsoft.com/office/drawing/2014/main" id="{20211FC8-03BC-C068-C50F-C274DADD3AAD}"/>
              </a:ext>
            </a:extLst>
          </p:cNvPr>
          <p:cNvCxnSpPr/>
          <p:nvPr/>
        </p:nvCxnSpPr>
        <p:spPr>
          <a:xfrm>
            <a:off x="6276544" y="3919214"/>
            <a:ext cx="5587119" cy="0"/>
          </a:xfrm>
          <a:prstGeom prst="line">
            <a:avLst/>
          </a:prstGeom>
          <a:noFill/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fik 3">
            <a:extLst>
              <a:ext uri="{FF2B5EF4-FFF2-40B4-BE49-F238E27FC236}">
                <a16:creationId xmlns:a16="http://schemas.microsoft.com/office/drawing/2014/main" id="{23AA7EF1-0E29-2AF9-DD17-604AF8BFB10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9814" y="204151"/>
            <a:ext cx="759020" cy="506014"/>
          </a:xfrm>
          <a:prstGeom prst="rect">
            <a:avLst/>
          </a:prstGeom>
          <a:ln w="6350" cap="flat" cmpd="sng" algn="ctr">
            <a:solidFill>
              <a:srgbClr val="808080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8CECA8E-336A-3199-ADBE-C49A904C4FD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634525" y="327590"/>
            <a:ext cx="1102233" cy="30421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0ED7A83-E912-5790-0312-0D4E851B1F55}"/>
              </a:ext>
            </a:extLst>
          </p:cNvPr>
          <p:cNvSpPr/>
          <p:nvPr/>
        </p:nvSpPr>
        <p:spPr>
          <a:xfrm>
            <a:off x="350547" y="6136299"/>
            <a:ext cx="9010983" cy="324245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>
            <a:defPPr>
              <a:defRPr lang="ja-JP"/>
            </a:defPPr>
            <a:lvl1pPr marL="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sz="100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為替レート</a:t>
            </a:r>
            <a:r>
              <a:rPr lang="en-US" altLang="en-US" sz="10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THB 100M = 4億円
Source: Company website, DBD</a:t>
            </a:r>
            <a:endParaRPr lang="en-US" sz="10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344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#10;&lt;root reqver=&quot;21047&quot;&gt;&lt;version val=&quot;23043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/m_precDefaultPercent&gt;&lt;m_precDefaultDate&gt;&lt;m_bNumberIsYear val=&quot;0&quot;/&gt;&lt;m_strFormatTime&gt;%Y/%m/%d&lt;/m_strFormatTime&gt;&lt;/m_precDefaultDate&gt;&lt;m_precDefaultYear&gt;&lt;m_bNumberIsYear val=&quot;0&quot;/&gt;&lt;/m_precDefaultYear&gt;&lt;m_precDefaultQuarter&gt;&lt;m_bNumberIsYear val=&quot;0&quot;/&gt;&lt;/m_precDefaultQuarter&gt;&lt;m_precDefaultMonth&gt;&lt;m_bNumberIsYear val=&quot;0&quot;/&gt;&lt;/m_precDefaultMonth&gt;&lt;m_precDefaultWeek&gt;&lt;m_bNumberIsYear val=&quot;0&quot;/&gt;&lt;/m_precDefaultWeek&gt;&lt;m_precDefaultDay&gt;&lt;m_bNumberIsYear val=&quot;0&quot;/&gt;&lt;/m_precDefaultDay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EE4P_STYLE_ID" val="6cd991bf-f022-4378-96e7-2c338aeb3f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lank">
  <a:themeElements>
    <a:clrScheme name="Latest YCP">
      <a:dk1>
        <a:sysClr val="windowText" lastClr="000000"/>
      </a:dk1>
      <a:lt1>
        <a:sysClr val="window" lastClr="FFFFFF"/>
      </a:lt1>
      <a:dk2>
        <a:srgbClr val="1F497D"/>
      </a:dk2>
      <a:lt2>
        <a:srgbClr val="1F497D"/>
      </a:lt2>
      <a:accent1>
        <a:srgbClr val="007FFF"/>
      </a:accent1>
      <a:accent2>
        <a:srgbClr val="EDFDFF"/>
      </a:accent2>
      <a:accent3>
        <a:srgbClr val="011AB7"/>
      </a:accent3>
      <a:accent4>
        <a:srgbClr val="1524A9"/>
      </a:accent4>
      <a:accent5>
        <a:srgbClr val="001C44"/>
      </a:accent5>
      <a:accent6>
        <a:srgbClr val="E46C0A"/>
      </a:accent6>
      <a:hlink>
        <a:srgbClr val="000000"/>
      </a:hlink>
      <a:folHlink>
        <a:srgbClr val="800080"/>
      </a:folHlink>
    </a:clrScheme>
    <a:fontScheme name="YCP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2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egoe UI 16_9_New.potx" id="{51A49EC7-A4C4-4EE6-A5A2-C23D8A717E51}" vid="{7BB9DF44-BC85-480F-9DC3-DA4F28C33107}"/>
    </a:ext>
  </a:extLst>
</a:theme>
</file>

<file path=ppt/theme/theme2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d05e410-26c2-4920-965c-4436f1716494">
      <Terms xmlns="http://schemas.microsoft.com/office/infopath/2007/PartnerControls"/>
    </lcf76f155ced4ddcb4097134ff3c332f>
    <TaxCatchAll xmlns="7c0c93e5-0f60-44c2-8bfe-46b062f919b9" xsi:nil="true"/>
    <_Status xmlns="http://schemas.microsoft.com/sharepoint/v3/fields">In Progress</_Status>
    <_EndDate xmlns="http://schemas.microsoft.com/sharepoint/v3/fields">2025-06-06T03:53:56+00:00</_EndDate>
    <StartDate xmlns="http://schemas.microsoft.com/sharepoint/v3">2025-06-06T03:53:56+00:00</StartDate>
    <HUB_x0020_ID xmlns="7c0c93e5-0f60-44c2-8bfe-46b062f919b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59E499ED61974EA0FDB149289063FF" ma:contentTypeVersion="22" ma:contentTypeDescription="Create a new document." ma:contentTypeScope="" ma:versionID="db489647cd9738679d2736d3f574f22e">
  <xsd:schema xmlns:xsd="http://www.w3.org/2001/XMLSchema" xmlns:xs="http://www.w3.org/2001/XMLSchema" xmlns:p="http://schemas.microsoft.com/office/2006/metadata/properties" xmlns:ns1="http://schemas.microsoft.com/sharepoint/v3" xmlns:ns2="7c0c93e5-0f60-44c2-8bfe-46b062f919b9" xmlns:ns3="6d05e410-26c2-4920-965c-4436f1716494" xmlns:ns4="http://schemas.microsoft.com/sharepoint/v3/fields" targetNamespace="http://schemas.microsoft.com/office/2006/metadata/properties" ma:root="true" ma:fieldsID="5ef4e72242ce0be2dde1f60f01bf2e9a" ns1:_="" ns2:_="" ns3:_="" ns4:_="">
    <xsd:import namespace="http://schemas.microsoft.com/sharepoint/v3"/>
    <xsd:import namespace="7c0c93e5-0f60-44c2-8bfe-46b062f919b9"/>
    <xsd:import namespace="6d05e410-26c2-4920-965c-4436f1716494"/>
    <xsd:import namespace="http://schemas.microsoft.com/sharepoint/v3/fields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SearchProperties" minOccurs="0"/>
                <xsd:element ref="ns3:MediaServiceBillingMetadata" minOccurs="0"/>
                <xsd:element ref="ns4:_Status" minOccurs="0"/>
                <xsd:element ref="ns1:StartDate" minOccurs="0"/>
                <xsd:element ref="ns4:_EndDate" minOccurs="0"/>
                <xsd:element ref="ns2:HUB_x0020_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tartDate" ma:index="25" nillable="true" ma:displayName="Start Date" ma:default="[today]" ma:format="DateOnly" ma:internalName="Start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0c93e5-0f60-44c2-8bfe-46b062f919b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a0abcf5c-c5e1-4aeb-b6df-96b4f25dc411}" ma:internalName="TaxCatchAll" ma:showField="CatchAllData" ma:web="7c0c93e5-0f60-44c2-8bfe-46b062f919b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HUB_x0020_ID" ma:index="27" nillable="true" ma:displayName="HUB ID" ma:description="ID of the project on HUB" ma:internalName="HUB_x0020_ID">
      <xsd:simpleType>
        <xsd:restriction base="dms:Text">
          <xsd:maxLength value="10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05e410-26c2-4920-965c-4436f1716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4bf82ba-5fec-44e3-83b1-94ccd1639a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/fields" elementFormDefault="qualified">
    <xsd:import namespace="http://schemas.microsoft.com/office/2006/documentManagement/types"/>
    <xsd:import namespace="http://schemas.microsoft.com/office/infopath/2007/PartnerControls"/>
    <xsd:element name="_Status" ma:index="24" nillable="true" ma:displayName="Status" ma:default="In Progress" ma:format="Dropdown" ma:internalName="_Status">
      <xsd:simpleType>
        <xsd:restriction base="dms:Choice">
          <xsd:enumeration value="In Progress"/>
          <xsd:enumeration value="Completed"/>
          <xsd:enumeration value="To be Archived"/>
          <xsd:enumeration value="Archived"/>
        </xsd:restriction>
      </xsd:simpleType>
    </xsd:element>
    <xsd:element name="_EndDate" ma:index="26" nillable="true" ma:displayName="End Date" ma:default="[today]" ma:format="DateTime" ma:internalName="_EndDat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 ma:displayName="Status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92EF307-9A1A-4E65-93C4-875F4C162A12}">
  <ds:schemaRefs>
    <ds:schemaRef ds:uri="http://schemas.microsoft.com/office/2006/metadata/properties"/>
    <ds:schemaRef ds:uri="http://purl.org/dc/terms/"/>
    <ds:schemaRef ds:uri="http://schemas.microsoft.com/sharepoint/v3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sharepoint/v3/fields"/>
    <ds:schemaRef ds:uri="6d05e410-26c2-4920-965c-4436f1716494"/>
    <ds:schemaRef ds:uri="7c0c93e5-0f60-44c2-8bfe-46b062f919b9"/>
  </ds:schemaRefs>
</ds:datastoreItem>
</file>

<file path=customXml/itemProps2.xml><?xml version="1.0" encoding="utf-8"?>
<ds:datastoreItem xmlns:ds="http://schemas.openxmlformats.org/officeDocument/2006/customXml" ds:itemID="{31E528CA-DC81-49EB-96F8-0D6BE6232753}">
  <ds:schemaRefs>
    <ds:schemaRef ds:uri="6d05e410-26c2-4920-965c-4436f1716494"/>
    <ds:schemaRef ds:uri="7c0c93e5-0f60-44c2-8bfe-46b062f919b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microsoft.com/sharepoint/v3/field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D0E8A3A-62E0-4137-A80F-7F7A0416FA7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a42b45d-82f5-4513-ade9-9f40fc9a1324}" enabled="0" method="" siteId="{7a42b45d-82f5-4513-ade9-9f40fc9a132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174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Wingdings</vt:lpstr>
      <vt:lpstr>blank</vt:lpstr>
      <vt:lpstr>think-cell Slide</vt:lpstr>
      <vt:lpstr>17. Chalermchaichan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Gary Murakami</dc:creator>
  <cp:lastModifiedBy>SI JING GOH</cp:lastModifiedBy>
  <cp:revision>3</cp:revision>
  <cp:lastPrinted>2019-03-05T10:15:18Z</cp:lastPrinted>
  <dcterms:created xsi:type="dcterms:W3CDTF">2023-05-10T23:51:00Z</dcterms:created>
  <dcterms:modified xsi:type="dcterms:W3CDTF">2025-12-10T00:19:23Z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0x0101001659E499ED61974EA0FDB149289063FF</vt:lpwstr>
  </property>
</Properties>
</file>